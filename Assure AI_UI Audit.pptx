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slides/slide55.xml" ContentType="application/vnd.openxmlformats-officedocument.presentationml.slide+xml"/>
  <Override PartName="/ppt/slides/slide56.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2" r:id="rId5"/>
    <p:sldMasterId id="2147483666" r:id="rId6"/>
    <p:sldMasterId id="2147483668" r:id="rId7"/>
  </p:sldMasterIdLst>
  <p:sldIdLst>
    <p:sldId id="2142533035" r:id="rId8"/>
    <p:sldId id="2142533126" r:id="rId69"/>
    <p:sldId id="2142533098" r:id="rId9"/>
    <p:sldId id="258" r:id="rId10"/>
    <p:sldId id="2142533071" r:id="rId11"/>
    <p:sldId id="2142533099" r:id="rId12"/>
    <p:sldId id="2142533072" r:id="rId13"/>
    <p:sldId id="2142533073" r:id="rId14"/>
    <p:sldId id="2142533074" r:id="rId15"/>
    <p:sldId id="2142533100" r:id="rId16"/>
    <p:sldId id="2142533075" r:id="rId17"/>
    <p:sldId id="2142533076" r:id="rId18"/>
    <p:sldId id="2142533101" r:id="rId19"/>
    <p:sldId id="2142533077" r:id="rId20"/>
    <p:sldId id="2142533102" r:id="rId21"/>
    <p:sldId id="2142533079" r:id="rId22"/>
    <p:sldId id="2142533078" r:id="rId23"/>
    <p:sldId id="2142533080" r:id="rId24"/>
    <p:sldId id="2142533081" r:id="rId25"/>
    <p:sldId id="2142533103" r:id="rId26"/>
    <p:sldId id="2142533082" r:id="rId27"/>
    <p:sldId id="2142533089" r:id="rId28"/>
    <p:sldId id="2142533104" r:id="rId29"/>
    <p:sldId id="2142533083" r:id="rId30"/>
    <p:sldId id="2142533105" r:id="rId31"/>
    <p:sldId id="2142533084" r:id="rId32"/>
    <p:sldId id="2142533106" r:id="rId33"/>
    <p:sldId id="2142533085" r:id="rId34"/>
    <p:sldId id="2142533107" r:id="rId35"/>
    <p:sldId id="2142533086" r:id="rId36"/>
    <p:sldId id="2142533087" r:id="rId37"/>
    <p:sldId id="2142533090" r:id="rId38"/>
    <p:sldId id="2142533088" r:id="rId39"/>
    <p:sldId id="2142533092" r:id="rId40"/>
    <p:sldId id="2142533097" r:id="rId41"/>
    <p:sldId id="2142533108" r:id="rId42"/>
    <p:sldId id="2142533109" r:id="rId43"/>
    <p:sldId id="2142533110" r:id="rId44"/>
    <p:sldId id="2142533111" r:id="rId45"/>
    <p:sldId id="2142533125" r:id="rId68"/>
    <p:sldId id="2142533112" r:id="rId46"/>
    <p:sldId id="2142533113" r:id="rId47"/>
    <p:sldId id="2142533114" r:id="rId48"/>
    <p:sldId id="2142533115" r:id="rId49"/>
    <p:sldId id="2142533116" r:id="rId50"/>
    <p:sldId id="2142533117" r:id="rId51"/>
    <p:sldId id="2142533118" r:id="rId52"/>
    <p:sldId id="2142533119" r:id="rId53"/>
    <p:sldId id="2142533120" r:id="rId54"/>
    <p:sldId id="2142533122" r:id="rId55"/>
    <p:sldId id="2142533124" r:id="rId56"/>
    <p:sldId id="2142533091" r:id="rId57"/>
    <p:sldId id="2142533095" r:id="rId58"/>
    <p:sldId id="2142533096" r:id="rId59"/>
    <p:sldId id="2142533093" r:id="rId60"/>
    <p:sldId id="285"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59664FC2-72D0-41BB-ADC7-2E7FB3B58AA4}">
          <p14:sldIdLst>
            <p14:sldId id="2142533035"/>
          </p14:sldIdLst>
        </p14:section>
        <p14:section name="UI Review" id="{3913A1FB-063B-49E7-AF19-E8EF483D8C5D}">
          <p14:sldIdLst>
            <p14:sldId id="2142533098"/>
            <p14:sldId id="258"/>
            <p14:sldId id="2142533071"/>
            <p14:sldId id="2142533099"/>
            <p14:sldId id="2142533072"/>
            <p14:sldId id="2142533073"/>
            <p14:sldId id="2142533074"/>
            <p14:sldId id="2142533100"/>
            <p14:sldId id="2142533075"/>
            <p14:sldId id="2142533076"/>
            <p14:sldId id="2142533101"/>
            <p14:sldId id="2142533077"/>
            <p14:sldId id="2142533102"/>
            <p14:sldId id="2142533079"/>
            <p14:sldId id="2142533078"/>
            <p14:sldId id="2142533080"/>
            <p14:sldId id="2142533081"/>
            <p14:sldId id="2142533103"/>
            <p14:sldId id="2142533082"/>
            <p14:sldId id="2142533089"/>
            <p14:sldId id="2142533104"/>
            <p14:sldId id="2142533083"/>
            <p14:sldId id="2142533105"/>
            <p14:sldId id="2142533084"/>
            <p14:sldId id="2142533106"/>
            <p14:sldId id="2142533085"/>
            <p14:sldId id="2142533107"/>
            <p14:sldId id="2142533086"/>
            <p14:sldId id="2142533087"/>
            <p14:sldId id="2142533090"/>
            <p14:sldId id="2142533088"/>
            <p14:sldId id="2142533092"/>
            <p14:sldId id="2142533097"/>
          </p14:sldIdLst>
        </p14:section>
        <p14:section name="Plugin UI" id="{6243B906-6F08-485F-B681-7F0EE2313D81}">
          <p14:sldIdLst>
            <p14:sldId id="2142533108"/>
            <p14:sldId id="2142533109"/>
            <p14:sldId id="2142533110"/>
            <p14:sldId id="2142533111"/>
            <p14:sldId id="2142533112"/>
            <p14:sldId id="2142533113"/>
            <p14:sldId id="2142533114"/>
            <p14:sldId id="2142533115"/>
            <p14:sldId id="2142533116"/>
            <p14:sldId id="2142533117"/>
            <p14:sldId id="2142533118"/>
            <p14:sldId id="2142533119"/>
            <p14:sldId id="2142533120"/>
            <p14:sldId id="2142533122"/>
            <p14:sldId id="2142533124"/>
          </p14:sldIdLst>
        </p14:section>
        <p14:section name="New Requirements" id="{E0A8A5C9-C552-4037-97A5-F0369C45C023}">
          <p14:sldIdLst>
            <p14:sldId id="2142533091"/>
            <p14:sldId id="2142533095"/>
            <p14:sldId id="2142533096"/>
            <p14:sldId id="2142533093"/>
          </p14:sldIdLst>
        </p14:section>
        <p14:section name="Thank You" id="{6F89A8C2-9801-42D7-ABEF-4582A69C4D8F}">
          <p14:sldIdLst>
            <p14:sldId id="28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58" dt="2026-08-20T18:42:33.164"/>
    <p1510:client id="{84C20F90-98B6-3AFC-7F6C-B8141D1061E0}" v="303" dt="2026-08-20T18:35:02.199"/>
    <p1510:client id="{AA2DFAAD-2584-F5EB-0ACF-525E68178BE6}" v="70" dt="2026-08-21T04:59:12.327"/>
    <p1510:client id="{FBD5B3A4-5A92-4368-B50C-793D385C253C}" v="5837" dt="2026-08-21T08:58:51.3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63"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microsoft.com/office/2016/11/relationships/changesInfo" Target="changesInfos/changesInfo1.xml"/><Relationship Id="rId5" Type="http://schemas.openxmlformats.org/officeDocument/2006/relationships/slideMaster" Target="slideMasters/slideMaster2.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theme" Target="theme/theme1.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microsoft.com/office/2015/10/relationships/revisionInfo" Target="revisionInfo.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  <Relationship Id="rId68" Type="http://schemas.openxmlformats.org/officeDocument/2006/relationships/slide" Target="slides/slide55.xml"/>
  <Relationship Id="rId69" Type="http://schemas.openxmlformats.org/officeDocument/2006/relationships/slide" Target="slides/slide56.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nay Gurumukhi" userId="S::2586365@tcs.com::8a075444-1b31-490a-9344-81a2765c5dcf" providerId="AD" clId="Web-{AA2DFAAD-2584-F5EB-0ACF-525E68178BE6}"/>
    <pc:docChg chg="modSld">
      <pc:chgData name="Pranay Gurumukhi" userId="S::2586365@tcs.com::8a075444-1b31-490a-9344-81a2765c5dcf" providerId="AD" clId="Web-{AA2DFAAD-2584-F5EB-0ACF-525E68178BE6}" dt="2026-08-21T04:59:12.327" v="69" actId="20577"/>
      <pc:docMkLst>
        <pc:docMk/>
      </pc:docMkLst>
      <pc:sldChg chg="modSp">
        <pc:chgData name="Pranay Gurumukhi" userId="S::2586365@tcs.com::8a075444-1b31-490a-9344-81a2765c5dcf" providerId="AD" clId="Web-{AA2DFAAD-2584-F5EB-0ACF-525E68178BE6}" dt="2026-08-20T19:06:45.693" v="2" actId="20577"/>
        <pc:sldMkLst>
          <pc:docMk/>
          <pc:sldMk cId="1047297430" sldId="2142533104"/>
        </pc:sldMkLst>
        <pc:spChg chg="mod">
          <ac:chgData name="Pranay Gurumukhi" userId="S::2586365@tcs.com::8a075444-1b31-490a-9344-81a2765c5dcf" providerId="AD" clId="Web-{AA2DFAAD-2584-F5EB-0ACF-525E68178BE6}" dt="2026-08-20T19:06:45.693" v="2" actId="20577"/>
          <ac:spMkLst>
            <pc:docMk/>
            <pc:sldMk cId="1047297430" sldId="2142533104"/>
            <ac:spMk id="5" creationId="{E2F9A2C0-A846-C7EE-5EB3-1E5D997ACEAC}"/>
          </ac:spMkLst>
        </pc:spChg>
      </pc:sldChg>
      <pc:sldChg chg="modSp">
        <pc:chgData name="Pranay Gurumukhi" userId="S::2586365@tcs.com::8a075444-1b31-490a-9344-81a2765c5dcf" providerId="AD" clId="Web-{AA2DFAAD-2584-F5EB-0ACF-525E68178BE6}" dt="2026-08-20T19:10:19.662" v="4" actId="20577"/>
        <pc:sldMkLst>
          <pc:docMk/>
          <pc:sldMk cId="819968929" sldId="2142533105"/>
        </pc:sldMkLst>
        <pc:spChg chg="mod">
          <ac:chgData name="Pranay Gurumukhi" userId="S::2586365@tcs.com::8a075444-1b31-490a-9344-81a2765c5dcf" providerId="AD" clId="Web-{AA2DFAAD-2584-F5EB-0ACF-525E68178BE6}" dt="2026-08-20T19:10:19.662" v="4" actId="20577"/>
          <ac:spMkLst>
            <pc:docMk/>
            <pc:sldMk cId="819968929" sldId="2142533105"/>
            <ac:spMk id="5" creationId="{DDB5B81B-5217-EEDC-AD5E-EF7BACC6C892}"/>
          </ac:spMkLst>
        </pc:spChg>
      </pc:sldChg>
      <pc:sldChg chg="modSp">
        <pc:chgData name="Pranay Gurumukhi" userId="S::2586365@tcs.com::8a075444-1b31-490a-9344-81a2765c5dcf" providerId="AD" clId="Web-{AA2DFAAD-2584-F5EB-0ACF-525E68178BE6}" dt="2026-08-21T03:45:29.658" v="27" actId="20577"/>
        <pc:sldMkLst>
          <pc:docMk/>
          <pc:sldMk cId="2704184587" sldId="2142533109"/>
        </pc:sldMkLst>
        <pc:spChg chg="mod">
          <ac:chgData name="Pranay Gurumukhi" userId="S::2586365@tcs.com::8a075444-1b31-490a-9344-81a2765c5dcf" providerId="AD" clId="Web-{AA2DFAAD-2584-F5EB-0ACF-525E68178BE6}" dt="2026-08-21T03:45:29.658" v="27" actId="20577"/>
          <ac:spMkLst>
            <pc:docMk/>
            <pc:sldMk cId="2704184587" sldId="2142533109"/>
            <ac:spMk id="5" creationId="{84E676FE-500D-236C-A0FC-481D298E8DA6}"/>
          </ac:spMkLst>
        </pc:spChg>
      </pc:sldChg>
      <pc:sldChg chg="modSp">
        <pc:chgData name="Pranay Gurumukhi" userId="S::2586365@tcs.com::8a075444-1b31-490a-9344-81a2765c5dcf" providerId="AD" clId="Web-{AA2DFAAD-2584-F5EB-0ACF-525E68178BE6}" dt="2026-08-21T04:39:22.057" v="56" actId="20577"/>
        <pc:sldMkLst>
          <pc:docMk/>
          <pc:sldMk cId="2347029040" sldId="2142533111"/>
        </pc:sldMkLst>
        <pc:spChg chg="mod">
          <ac:chgData name="Pranay Gurumukhi" userId="S::2586365@tcs.com::8a075444-1b31-490a-9344-81a2765c5dcf" providerId="AD" clId="Web-{AA2DFAAD-2584-F5EB-0ACF-525E68178BE6}" dt="2026-08-21T04:39:22.057" v="56" actId="20577"/>
          <ac:spMkLst>
            <pc:docMk/>
            <pc:sldMk cId="2347029040" sldId="2142533111"/>
            <ac:spMk id="5" creationId="{C65262BC-4332-4827-3E44-808D5AD99209}"/>
          </ac:spMkLst>
        </pc:spChg>
      </pc:sldChg>
      <pc:sldChg chg="modSp">
        <pc:chgData name="Pranay Gurumukhi" userId="S::2586365@tcs.com::8a075444-1b31-490a-9344-81a2765c5dcf" providerId="AD" clId="Web-{AA2DFAAD-2584-F5EB-0ACF-525E68178BE6}" dt="2026-08-21T04:59:12.327" v="69" actId="20577"/>
        <pc:sldMkLst>
          <pc:docMk/>
          <pc:sldMk cId="1139674557" sldId="2142533113"/>
        </pc:sldMkLst>
        <pc:spChg chg="mod">
          <ac:chgData name="Pranay Gurumukhi" userId="S::2586365@tcs.com::8a075444-1b31-490a-9344-81a2765c5dcf" providerId="AD" clId="Web-{AA2DFAAD-2584-F5EB-0ACF-525E68178BE6}" dt="2026-08-21T04:59:12.327" v="69" actId="20577"/>
          <ac:spMkLst>
            <pc:docMk/>
            <pc:sldMk cId="1139674557" sldId="2142533113"/>
            <ac:spMk id="5" creationId="{98F00655-DF87-FD80-C0C8-FADC021DD811}"/>
          </ac:spMkLst>
        </pc:spChg>
      </pc:sldChg>
    </pc:docChg>
  </pc:docChgLst>
  <pc:docChgLst>
    <pc:chgData name="Pranay Gurumukhi" userId="8a075444-1b31-490a-9344-81a2765c5dcf" providerId="ADAL" clId="{C84E57F3-619D-46AA-A915-572FA8D03708}"/>
    <pc:docChg chg="undo custSel addSld delSld modSld sldOrd addSection modSection">
      <pc:chgData name="Pranay Gurumukhi" userId="8a075444-1b31-490a-9344-81a2765c5dcf" providerId="ADAL" clId="{C84E57F3-619D-46AA-A915-572FA8D03708}" dt="2026-08-21T08:58:51.393" v="8684" actId="20577"/>
      <pc:docMkLst>
        <pc:docMk/>
      </pc:docMkLst>
      <pc:sldChg chg="modSp add del mod">
        <pc:chgData name="Pranay Gurumukhi" userId="8a075444-1b31-490a-9344-81a2765c5dcf" providerId="ADAL" clId="{C84E57F3-619D-46AA-A915-572FA8D03708}" dt="2026-08-20T09:36:07.570" v="1451" actId="368"/>
        <pc:sldMkLst>
          <pc:docMk/>
          <pc:sldMk cId="2228033741" sldId="258"/>
        </pc:sldMkLst>
        <pc:spChg chg="mod">
          <ac:chgData name="Pranay Gurumukhi" userId="8a075444-1b31-490a-9344-81a2765c5dcf" providerId="ADAL" clId="{C84E57F3-619D-46AA-A915-572FA8D03708}" dt="2026-08-20T09:36:07.570" v="1451" actId="368"/>
          <ac:spMkLst>
            <pc:docMk/>
            <pc:sldMk cId="2228033741" sldId="258"/>
            <ac:spMk id="5" creationId="{9BF97BB3-7E1D-6993-28BD-78464113CE6F}"/>
          </ac:spMkLst>
        </pc:spChg>
      </pc:sldChg>
      <pc:sldChg chg="addSp delSp modSp del mod modShow">
        <pc:chgData name="Pranay Gurumukhi" userId="8a075444-1b31-490a-9344-81a2765c5dcf" providerId="ADAL" clId="{C84E57F3-619D-46AA-A915-572FA8D03708}" dt="2026-08-20T19:47:28.401" v="2954" actId="47"/>
        <pc:sldMkLst>
          <pc:docMk/>
          <pc:sldMk cId="1259647162" sldId="2142533069"/>
        </pc:sldMkLst>
      </pc:sldChg>
      <pc:sldChg chg="addSp delSp modSp add mod">
        <pc:chgData name="Pranay Gurumukhi" userId="8a075444-1b31-490a-9344-81a2765c5dcf" providerId="ADAL" clId="{C84E57F3-619D-46AA-A915-572FA8D03708}" dt="2026-08-20T11:02:23.419" v="1634" actId="20577"/>
        <pc:sldMkLst>
          <pc:docMk/>
          <pc:sldMk cId="2061434791" sldId="2142533071"/>
        </pc:sldMkLst>
        <pc:spChg chg="del mod">
          <ac:chgData name="Pranay Gurumukhi" userId="8a075444-1b31-490a-9344-81a2765c5dcf" providerId="ADAL" clId="{C84E57F3-619D-46AA-A915-572FA8D03708}" dt="2026-08-20T10:16:55.974" v="1492" actId="478"/>
          <ac:spMkLst>
            <pc:docMk/>
            <pc:sldMk cId="2061434791" sldId="2142533071"/>
            <ac:spMk id="2" creationId="{D0EDB12E-7F9D-47BB-5DB4-389261E365A9}"/>
          </ac:spMkLst>
        </pc:spChg>
        <pc:spChg chg="add del mod">
          <ac:chgData name="Pranay Gurumukhi" userId="8a075444-1b31-490a-9344-81a2765c5dcf" providerId="ADAL" clId="{C84E57F3-619D-46AA-A915-572FA8D03708}" dt="2026-08-20T10:19:15.716" v="1577" actId="1035"/>
          <ac:spMkLst>
            <pc:docMk/>
            <pc:sldMk cId="2061434791" sldId="2142533071"/>
            <ac:spMk id="4" creationId="{063F7B60-92F3-F0FD-4877-A7BA5B983D23}"/>
          </ac:spMkLst>
        </pc:spChg>
        <pc:spChg chg="add del mod">
          <ac:chgData name="Pranay Gurumukhi" userId="8a075444-1b31-490a-9344-81a2765c5dcf" providerId="ADAL" clId="{C84E57F3-619D-46AA-A915-572FA8D03708}" dt="2026-08-20T10:19:15.716" v="1577" actId="1035"/>
          <ac:spMkLst>
            <pc:docMk/>
            <pc:sldMk cId="2061434791" sldId="2142533071"/>
            <ac:spMk id="5" creationId="{63E32749-4EC0-8D4C-8A50-51FB99B3AA93}"/>
          </ac:spMkLst>
        </pc:spChg>
        <pc:spChg chg="add mod">
          <ac:chgData name="Pranay Gurumukhi" userId="8a075444-1b31-490a-9344-81a2765c5dcf" providerId="ADAL" clId="{C84E57F3-619D-46AA-A915-572FA8D03708}" dt="2026-08-20T10:59:46.120" v="1614" actId="1076"/>
          <ac:spMkLst>
            <pc:docMk/>
            <pc:sldMk cId="2061434791" sldId="2142533071"/>
            <ac:spMk id="7" creationId="{B293C8FD-1A64-0EE5-BFB5-6A6AB9F78390}"/>
          </ac:spMkLst>
        </pc:spChg>
        <pc:spChg chg="add mod">
          <ac:chgData name="Pranay Gurumukhi" userId="8a075444-1b31-490a-9344-81a2765c5dcf" providerId="ADAL" clId="{C84E57F3-619D-46AA-A915-572FA8D03708}" dt="2026-08-20T10:19:15.716" v="1577" actId="1035"/>
          <ac:spMkLst>
            <pc:docMk/>
            <pc:sldMk cId="2061434791" sldId="2142533071"/>
            <ac:spMk id="9" creationId="{3ECF7B30-C260-59FC-FC25-6192E54DE5BB}"/>
          </ac:spMkLst>
        </pc:spChg>
        <pc:spChg chg="add mod">
          <ac:chgData name="Pranay Gurumukhi" userId="8a075444-1b31-490a-9344-81a2765c5dcf" providerId="ADAL" clId="{C84E57F3-619D-46AA-A915-572FA8D03708}" dt="2026-08-20T10:19:15.716" v="1577" actId="1035"/>
          <ac:spMkLst>
            <pc:docMk/>
            <pc:sldMk cId="2061434791" sldId="2142533071"/>
            <ac:spMk id="10" creationId="{EDE720FE-37FF-201A-E07D-E47F4B8392DD}"/>
          </ac:spMkLst>
        </pc:spChg>
        <pc:spChg chg="add mod">
          <ac:chgData name="Pranay Gurumukhi" userId="8a075444-1b31-490a-9344-81a2765c5dcf" providerId="ADAL" clId="{C84E57F3-619D-46AA-A915-572FA8D03708}" dt="2026-08-20T10:19:37.206" v="1578" actId="1076"/>
          <ac:spMkLst>
            <pc:docMk/>
            <pc:sldMk cId="2061434791" sldId="2142533071"/>
            <ac:spMk id="11" creationId="{331D4D36-BF5B-1534-18D2-45573A69F65F}"/>
          </ac:spMkLst>
        </pc:spChg>
        <pc:spChg chg="add mod ord">
          <ac:chgData name="Pranay Gurumukhi" userId="8a075444-1b31-490a-9344-81a2765c5dcf" providerId="ADAL" clId="{C84E57F3-619D-46AA-A915-572FA8D03708}" dt="2026-08-20T10:20:00.892" v="1581" actId="1076"/>
          <ac:spMkLst>
            <pc:docMk/>
            <pc:sldMk cId="2061434791" sldId="2142533071"/>
            <ac:spMk id="12" creationId="{EE93F654-7CEF-8A20-5142-72A08A09758C}"/>
          </ac:spMkLst>
        </pc:spChg>
        <pc:spChg chg="add mod">
          <ac:chgData name="Pranay Gurumukhi" userId="8a075444-1b31-490a-9344-81a2765c5dcf" providerId="ADAL" clId="{C84E57F3-619D-46AA-A915-572FA8D03708}" dt="2026-08-20T10:19:15.716" v="1577" actId="1035"/>
          <ac:spMkLst>
            <pc:docMk/>
            <pc:sldMk cId="2061434791" sldId="2142533071"/>
            <ac:spMk id="14" creationId="{53402EE5-AC09-1404-5C59-8F2D61FE88C9}"/>
          </ac:spMkLst>
        </pc:spChg>
        <pc:spChg chg="mod">
          <ac:chgData name="Pranay Gurumukhi" userId="8a075444-1b31-490a-9344-81a2765c5dcf" providerId="ADAL" clId="{C84E57F3-619D-46AA-A915-572FA8D03708}" dt="2026-08-20T10:19:15.716" v="1577" actId="1035"/>
          <ac:spMkLst>
            <pc:docMk/>
            <pc:sldMk cId="2061434791" sldId="2142533071"/>
            <ac:spMk id="15" creationId="{4AADDAF7-FC12-188A-BA3F-7FE7C280D20D}"/>
          </ac:spMkLst>
        </pc:spChg>
        <pc:spChg chg="add mod">
          <ac:chgData name="Pranay Gurumukhi" userId="8a075444-1b31-490a-9344-81a2765c5dcf" providerId="ADAL" clId="{C84E57F3-619D-46AA-A915-572FA8D03708}" dt="2026-08-20T10:18:49.347" v="1514"/>
          <ac:spMkLst>
            <pc:docMk/>
            <pc:sldMk cId="2061434791" sldId="2142533071"/>
            <ac:spMk id="16" creationId="{4DE024D6-A234-9050-42E1-31BC6C6EE747}"/>
          </ac:spMkLst>
        </pc:spChg>
        <pc:spChg chg="add mod">
          <ac:chgData name="Pranay Gurumukhi" userId="8a075444-1b31-490a-9344-81a2765c5dcf" providerId="ADAL" clId="{C84E57F3-619D-46AA-A915-572FA8D03708}" dt="2026-08-20T10:57:24.137" v="1611" actId="20577"/>
          <ac:spMkLst>
            <pc:docMk/>
            <pc:sldMk cId="2061434791" sldId="2142533071"/>
            <ac:spMk id="17" creationId="{E9874244-F872-158A-F94F-CAEA64A4F761}"/>
          </ac:spMkLst>
        </pc:spChg>
        <pc:spChg chg="add mod">
          <ac:chgData name="Pranay Gurumukhi" userId="8a075444-1b31-490a-9344-81a2765c5dcf" providerId="ADAL" clId="{C84E57F3-619D-46AA-A915-572FA8D03708}" dt="2026-08-20T10:59:54.855" v="1616" actId="1076"/>
          <ac:spMkLst>
            <pc:docMk/>
            <pc:sldMk cId="2061434791" sldId="2142533071"/>
            <ac:spMk id="18" creationId="{0A11CF2B-A182-A665-816A-1121E2C3F8AA}"/>
          </ac:spMkLst>
        </pc:spChg>
        <pc:spChg chg="add mod">
          <ac:chgData name="Pranay Gurumukhi" userId="8a075444-1b31-490a-9344-81a2765c5dcf" providerId="ADAL" clId="{C84E57F3-619D-46AA-A915-572FA8D03708}" dt="2026-08-20T11:00:37.654" v="1619" actId="20577"/>
          <ac:spMkLst>
            <pc:docMk/>
            <pc:sldMk cId="2061434791" sldId="2142533071"/>
            <ac:spMk id="19" creationId="{C13F148D-4162-711A-8C65-72C05355B547}"/>
          </ac:spMkLst>
        </pc:spChg>
        <pc:spChg chg="add mod">
          <ac:chgData name="Pranay Gurumukhi" userId="8a075444-1b31-490a-9344-81a2765c5dcf" providerId="ADAL" clId="{C84E57F3-619D-46AA-A915-572FA8D03708}" dt="2026-08-20T11:01:21.950" v="1623" actId="1076"/>
          <ac:spMkLst>
            <pc:docMk/>
            <pc:sldMk cId="2061434791" sldId="2142533071"/>
            <ac:spMk id="20" creationId="{CD2DD8C9-21D4-DB5A-EFE0-5DE8F361CA34}"/>
          </ac:spMkLst>
        </pc:spChg>
        <pc:spChg chg="add mod">
          <ac:chgData name="Pranay Gurumukhi" userId="8a075444-1b31-490a-9344-81a2765c5dcf" providerId="ADAL" clId="{C84E57F3-619D-46AA-A915-572FA8D03708}" dt="2026-08-20T11:01:36.205" v="1630" actId="1076"/>
          <ac:spMkLst>
            <pc:docMk/>
            <pc:sldMk cId="2061434791" sldId="2142533071"/>
            <ac:spMk id="21" creationId="{2CEC8AD7-4214-C78E-00E6-B226CDFE263D}"/>
          </ac:spMkLst>
        </pc:spChg>
        <pc:spChg chg="add mod">
          <ac:chgData name="Pranay Gurumukhi" userId="8a075444-1b31-490a-9344-81a2765c5dcf" providerId="ADAL" clId="{C84E57F3-619D-46AA-A915-572FA8D03708}" dt="2026-08-20T11:02:23.419" v="1634" actId="20577"/>
          <ac:spMkLst>
            <pc:docMk/>
            <pc:sldMk cId="2061434791" sldId="2142533071"/>
            <ac:spMk id="22" creationId="{F92159B1-0C3F-8966-37AB-91C2A35173A3}"/>
          </ac:spMkLst>
        </pc:spChg>
        <pc:spChg chg="mod">
          <ac:chgData name="Pranay Gurumukhi" userId="8a075444-1b31-490a-9344-81a2765c5dcf" providerId="ADAL" clId="{C84E57F3-619D-46AA-A915-572FA8D03708}" dt="2026-08-13T17:26:40.707" v="106" actId="20577"/>
          <ac:spMkLst>
            <pc:docMk/>
            <pc:sldMk cId="2061434791" sldId="2142533071"/>
            <ac:spMk id="24" creationId="{B630F764-B514-1FCB-D3DB-B6F6DA7C41E5}"/>
          </ac:spMkLst>
        </pc:spChg>
        <pc:picChg chg="add mod ord">
          <ac:chgData name="Pranay Gurumukhi" userId="8a075444-1b31-490a-9344-81a2765c5dcf" providerId="ADAL" clId="{C84E57F3-619D-46AA-A915-572FA8D03708}" dt="2026-08-20T10:18:51.948" v="1523" actId="14100"/>
          <ac:picMkLst>
            <pc:docMk/>
            <pc:sldMk cId="2061434791" sldId="2142533071"/>
            <ac:picMk id="6" creationId="{CCC609F8-3920-F496-CFDE-382F5E062A68}"/>
          </ac:picMkLst>
        </pc:picChg>
        <pc:picChg chg="add mod modCrop">
          <ac:chgData name="Pranay Gurumukhi" userId="8a075444-1b31-490a-9344-81a2765c5dcf" providerId="ADAL" clId="{C84E57F3-619D-46AA-A915-572FA8D03708}" dt="2026-08-20T10:19:15.716" v="1577" actId="1035"/>
          <ac:picMkLst>
            <pc:docMk/>
            <pc:sldMk cId="2061434791" sldId="2142533071"/>
            <ac:picMk id="8" creationId="{7C8E6224-8E7B-F8A5-439A-E63A5BBA3D32}"/>
          </ac:picMkLst>
        </pc:picChg>
      </pc:sldChg>
      <pc:sldChg chg="addSp delSp modSp add mod">
        <pc:chgData name="Pranay Gurumukhi" userId="8a075444-1b31-490a-9344-81a2765c5dcf" providerId="ADAL" clId="{C84E57F3-619D-46AA-A915-572FA8D03708}" dt="2026-08-20T11:45:35.489" v="1806" actId="20577"/>
        <pc:sldMkLst>
          <pc:docMk/>
          <pc:sldMk cId="3835537695" sldId="2142533072"/>
        </pc:sldMkLst>
        <pc:spChg chg="mod">
          <ac:chgData name="Pranay Gurumukhi" userId="8a075444-1b31-490a-9344-81a2765c5dcf" providerId="ADAL" clId="{C84E57F3-619D-46AA-A915-572FA8D03708}" dt="2026-08-20T11:45:35.489" v="1806" actId="20577"/>
          <ac:spMkLst>
            <pc:docMk/>
            <pc:sldMk cId="3835537695" sldId="2142533072"/>
            <ac:spMk id="2" creationId="{BEA4B083-D155-74E8-B753-EAFEF9DB90D4}"/>
          </ac:spMkLst>
        </pc:spChg>
        <pc:spChg chg="add mod">
          <ac:chgData name="Pranay Gurumukhi" userId="8a075444-1b31-490a-9344-81a2765c5dcf" providerId="ADAL" clId="{C84E57F3-619D-46AA-A915-572FA8D03708}" dt="2026-08-20T11:38:48.608" v="1641" actId="1076"/>
          <ac:spMkLst>
            <pc:docMk/>
            <pc:sldMk cId="3835537695" sldId="2142533072"/>
            <ac:spMk id="6" creationId="{E4741E6F-6BB3-3F4B-88D1-9D271622AB55}"/>
          </ac:spMkLst>
        </pc:spChg>
        <pc:spChg chg="add mod">
          <ac:chgData name="Pranay Gurumukhi" userId="8a075444-1b31-490a-9344-81a2765c5dcf" providerId="ADAL" clId="{C84E57F3-619D-46AA-A915-572FA8D03708}" dt="2026-08-20T11:44:48.179" v="1790" actId="1076"/>
          <ac:spMkLst>
            <pc:docMk/>
            <pc:sldMk cId="3835537695" sldId="2142533072"/>
            <ac:spMk id="8" creationId="{347202B5-EE24-DF32-0D6E-9D6BA85766B4}"/>
          </ac:spMkLst>
        </pc:spChg>
        <pc:spChg chg="add mod">
          <ac:chgData name="Pranay Gurumukhi" userId="8a075444-1b31-490a-9344-81a2765c5dcf" providerId="ADAL" clId="{C84E57F3-619D-46AA-A915-572FA8D03708}" dt="2026-08-20T11:39:11.096" v="1646" actId="20577"/>
          <ac:spMkLst>
            <pc:docMk/>
            <pc:sldMk cId="3835537695" sldId="2142533072"/>
            <ac:spMk id="9" creationId="{3FD4C9E6-F5FF-6821-0B19-65D433076339}"/>
          </ac:spMkLst>
        </pc:spChg>
        <pc:spChg chg="mod ord">
          <ac:chgData name="Pranay Gurumukhi" userId="8a075444-1b31-490a-9344-81a2765c5dcf" providerId="ADAL" clId="{C84E57F3-619D-46AA-A915-572FA8D03708}" dt="2026-08-20T11:39:44.206" v="1654" actId="14100"/>
          <ac:spMkLst>
            <pc:docMk/>
            <pc:sldMk cId="3835537695" sldId="2142533072"/>
            <ac:spMk id="15" creationId="{6DF8C5D9-6AE0-7DDA-84DF-6B320265A562}"/>
          </ac:spMkLst>
        </pc:spChg>
        <pc:spChg chg="add mod">
          <ac:chgData name="Pranay Gurumukhi" userId="8a075444-1b31-490a-9344-81a2765c5dcf" providerId="ADAL" clId="{C84E57F3-619D-46AA-A915-572FA8D03708}" dt="2026-08-20T11:44:36.196" v="1787" actId="1076"/>
          <ac:spMkLst>
            <pc:docMk/>
            <pc:sldMk cId="3835537695" sldId="2142533072"/>
            <ac:spMk id="16" creationId="{D080F6C6-DCFA-35F2-2076-45F14B811CC1}"/>
          </ac:spMkLst>
        </pc:spChg>
        <pc:spChg chg="add mod">
          <ac:chgData name="Pranay Gurumukhi" userId="8a075444-1b31-490a-9344-81a2765c5dcf" providerId="ADAL" clId="{C84E57F3-619D-46AA-A915-572FA8D03708}" dt="2026-08-20T11:45:18.182" v="1802" actId="1076"/>
          <ac:spMkLst>
            <pc:docMk/>
            <pc:sldMk cId="3835537695" sldId="2142533072"/>
            <ac:spMk id="17" creationId="{974E4CDA-B4A7-CB64-AC78-BDCDD34C9B31}"/>
          </ac:spMkLst>
        </pc:spChg>
        <pc:spChg chg="add mod">
          <ac:chgData name="Pranay Gurumukhi" userId="8a075444-1b31-490a-9344-81a2765c5dcf" providerId="ADAL" clId="{C84E57F3-619D-46AA-A915-572FA8D03708}" dt="2026-08-20T11:45:29.690" v="1805" actId="1076"/>
          <ac:spMkLst>
            <pc:docMk/>
            <pc:sldMk cId="3835537695" sldId="2142533072"/>
            <ac:spMk id="18" creationId="{622C1145-C9F1-97CF-CD85-32813EB7B8CE}"/>
          </ac:spMkLst>
        </pc:spChg>
        <pc:spChg chg="mod">
          <ac:chgData name="Pranay Gurumukhi" userId="8a075444-1b31-490a-9344-81a2765c5dcf" providerId="ADAL" clId="{C84E57F3-619D-46AA-A915-572FA8D03708}" dt="2026-08-13T18:14:20.644" v="161" actId="20577"/>
          <ac:spMkLst>
            <pc:docMk/>
            <pc:sldMk cId="3835537695" sldId="2142533072"/>
            <ac:spMk id="24" creationId="{D6040354-B4ED-D111-C9E8-73328EB6C84D}"/>
          </ac:spMkLst>
        </pc:spChg>
        <pc:picChg chg="add mod">
          <ac:chgData name="Pranay Gurumukhi" userId="8a075444-1b31-490a-9344-81a2765c5dcf" providerId="ADAL" clId="{C84E57F3-619D-46AA-A915-572FA8D03708}" dt="2026-08-13T18:15:45.813" v="163" actId="1076"/>
          <ac:picMkLst>
            <pc:docMk/>
            <pc:sldMk cId="3835537695" sldId="2142533072"/>
            <ac:picMk id="7" creationId="{C257EC27-51E9-F18F-8DB8-86F73825D07A}"/>
          </ac:picMkLst>
        </pc:picChg>
        <pc:picChg chg="add del mod">
          <ac:chgData name="Pranay Gurumukhi" userId="8a075444-1b31-490a-9344-81a2765c5dcf" providerId="ADAL" clId="{C84E57F3-619D-46AA-A915-572FA8D03708}" dt="2026-08-20T11:42:20.432" v="1662" actId="478"/>
          <ac:picMkLst>
            <pc:docMk/>
            <pc:sldMk cId="3835537695" sldId="2142533072"/>
            <ac:picMk id="10" creationId="{B28CD0AD-CC8E-CB0F-E9DA-B8485D643A46}"/>
          </ac:picMkLst>
        </pc:picChg>
        <pc:picChg chg="add del">
          <ac:chgData name="Pranay Gurumukhi" userId="8a075444-1b31-490a-9344-81a2765c5dcf" providerId="ADAL" clId="{C84E57F3-619D-46AA-A915-572FA8D03708}" dt="2026-08-20T11:42:23.173" v="1664" actId="478"/>
          <ac:picMkLst>
            <pc:docMk/>
            <pc:sldMk cId="3835537695" sldId="2142533072"/>
            <ac:picMk id="12" creationId="{D42728A7-504E-BA0C-A109-D031D8128B36}"/>
          </ac:picMkLst>
        </pc:picChg>
        <pc:picChg chg="add mod">
          <ac:chgData name="Pranay Gurumukhi" userId="8a075444-1b31-490a-9344-81a2765c5dcf" providerId="ADAL" clId="{C84E57F3-619D-46AA-A915-572FA8D03708}" dt="2026-08-20T11:42:57.803" v="1679" actId="1037"/>
          <ac:picMkLst>
            <pc:docMk/>
            <pc:sldMk cId="3835537695" sldId="2142533072"/>
            <ac:picMk id="14" creationId="{66372F7C-2A29-A452-2AA0-C7BF8555164C}"/>
          </ac:picMkLst>
        </pc:picChg>
      </pc:sldChg>
      <pc:sldChg chg="addSp delSp modSp add mod">
        <pc:chgData name="Pranay Gurumukhi" userId="8a075444-1b31-490a-9344-81a2765c5dcf" providerId="ADAL" clId="{C84E57F3-619D-46AA-A915-572FA8D03708}" dt="2026-08-20T17:00:16.363" v="2265" actId="403"/>
        <pc:sldMkLst>
          <pc:docMk/>
          <pc:sldMk cId="3978717681" sldId="2142533073"/>
        </pc:sldMkLst>
        <pc:spChg chg="mod">
          <ac:chgData name="Pranay Gurumukhi" userId="8a075444-1b31-490a-9344-81a2765c5dcf" providerId="ADAL" clId="{C84E57F3-619D-46AA-A915-572FA8D03708}" dt="2026-08-20T17:00:16.363" v="2265" actId="403"/>
          <ac:spMkLst>
            <pc:docMk/>
            <pc:sldMk cId="3978717681" sldId="2142533073"/>
            <ac:spMk id="2" creationId="{597D45C6-4646-CF6B-4C1F-35F7296C01B9}"/>
          </ac:spMkLst>
        </pc:spChg>
        <pc:spChg chg="mod">
          <ac:chgData name="Pranay Gurumukhi" userId="8a075444-1b31-490a-9344-81a2765c5dcf" providerId="ADAL" clId="{C84E57F3-619D-46AA-A915-572FA8D03708}" dt="2026-08-20T14:11:46.600" v="1815" actId="1076"/>
          <ac:spMkLst>
            <pc:docMk/>
            <pc:sldMk cId="3978717681" sldId="2142533073"/>
            <ac:spMk id="4" creationId="{C61C4973-9B4B-42DD-E643-AE30BD7FFFBF}"/>
          </ac:spMkLst>
        </pc:spChg>
        <pc:spChg chg="mod">
          <ac:chgData name="Pranay Gurumukhi" userId="8a075444-1b31-490a-9344-81a2765c5dcf" providerId="ADAL" clId="{C84E57F3-619D-46AA-A915-572FA8D03708}" dt="2026-08-20T14:11:46.600" v="1815" actId="1076"/>
          <ac:spMkLst>
            <pc:docMk/>
            <pc:sldMk cId="3978717681" sldId="2142533073"/>
            <ac:spMk id="5" creationId="{6A57156A-901E-8BB6-51C7-909CB3C479B8}"/>
          </ac:spMkLst>
        </pc:spChg>
        <pc:spChg chg="add mod">
          <ac:chgData name="Pranay Gurumukhi" userId="8a075444-1b31-490a-9344-81a2765c5dcf" providerId="ADAL" clId="{C84E57F3-619D-46AA-A915-572FA8D03708}" dt="2026-08-20T14:12:10.605" v="1819" actId="1076"/>
          <ac:spMkLst>
            <pc:docMk/>
            <pc:sldMk cId="3978717681" sldId="2142533073"/>
            <ac:spMk id="7" creationId="{2A1415CA-7F69-AE7C-6AAA-2553253FD283}"/>
          </ac:spMkLst>
        </pc:spChg>
        <pc:spChg chg="add mod">
          <ac:chgData name="Pranay Gurumukhi" userId="8a075444-1b31-490a-9344-81a2765c5dcf" providerId="ADAL" clId="{C84E57F3-619D-46AA-A915-572FA8D03708}" dt="2026-08-20T14:13:52.944" v="1838" actId="20577"/>
          <ac:spMkLst>
            <pc:docMk/>
            <pc:sldMk cId="3978717681" sldId="2142533073"/>
            <ac:spMk id="8" creationId="{DC86586C-587A-2128-E123-1E08F85BF43E}"/>
          </ac:spMkLst>
        </pc:spChg>
        <pc:spChg chg="add mod">
          <ac:chgData name="Pranay Gurumukhi" userId="8a075444-1b31-490a-9344-81a2765c5dcf" providerId="ADAL" clId="{C84E57F3-619D-46AA-A915-572FA8D03708}" dt="2026-08-20T14:13:19.750" v="1835" actId="20577"/>
          <ac:spMkLst>
            <pc:docMk/>
            <pc:sldMk cId="3978717681" sldId="2142533073"/>
            <ac:spMk id="10" creationId="{8B0F64E3-20EA-96FF-149D-9EFB0CBDE123}"/>
          </ac:spMkLst>
        </pc:spChg>
        <pc:spChg chg="add mod">
          <ac:chgData name="Pranay Gurumukhi" userId="8a075444-1b31-490a-9344-81a2765c5dcf" providerId="ADAL" clId="{C84E57F3-619D-46AA-A915-572FA8D03708}" dt="2026-08-20T14:13:13.869" v="1832" actId="1076"/>
          <ac:spMkLst>
            <pc:docMk/>
            <pc:sldMk cId="3978717681" sldId="2142533073"/>
            <ac:spMk id="11" creationId="{7B0DB5D9-A9CA-AD05-3AD7-6039E4ED128B}"/>
          </ac:spMkLst>
        </pc:spChg>
        <pc:spChg chg="add mod">
          <ac:chgData name="Pranay Gurumukhi" userId="8a075444-1b31-490a-9344-81a2765c5dcf" providerId="ADAL" clId="{C84E57F3-619D-46AA-A915-572FA8D03708}" dt="2026-08-20T14:12:21.769" v="1826" actId="20577"/>
          <ac:spMkLst>
            <pc:docMk/>
            <pc:sldMk cId="3978717681" sldId="2142533073"/>
            <ac:spMk id="12" creationId="{EA5D9A1A-A5F6-A476-3747-9226D88467F6}"/>
          </ac:spMkLst>
        </pc:spChg>
        <pc:spChg chg="mod ord">
          <ac:chgData name="Pranay Gurumukhi" userId="8a075444-1b31-490a-9344-81a2765c5dcf" providerId="ADAL" clId="{C84E57F3-619D-46AA-A915-572FA8D03708}" dt="2026-08-20T14:11:46.600" v="1815" actId="1076"/>
          <ac:spMkLst>
            <pc:docMk/>
            <pc:sldMk cId="3978717681" sldId="2142533073"/>
            <ac:spMk id="15" creationId="{37DEB8CE-6FC5-F3A8-1329-7FBDD4371C66}"/>
          </ac:spMkLst>
        </pc:spChg>
        <pc:spChg chg="mod">
          <ac:chgData name="Pranay Gurumukhi" userId="8a075444-1b31-490a-9344-81a2765c5dcf" providerId="ADAL" clId="{C84E57F3-619D-46AA-A915-572FA8D03708}" dt="2026-08-20T14:11:46.600" v="1815" actId="1076"/>
          <ac:spMkLst>
            <pc:docMk/>
            <pc:sldMk cId="3978717681" sldId="2142533073"/>
            <ac:spMk id="24" creationId="{45E5D9E9-CB72-8F41-5B37-ABCE402BB135}"/>
          </ac:spMkLst>
        </pc:spChg>
        <pc:picChg chg="add mod">
          <ac:chgData name="Pranay Gurumukhi" userId="8a075444-1b31-490a-9344-81a2765c5dcf" providerId="ADAL" clId="{C84E57F3-619D-46AA-A915-572FA8D03708}" dt="2026-08-20T14:11:46.600" v="1815" actId="1076"/>
          <ac:picMkLst>
            <pc:docMk/>
            <pc:sldMk cId="3978717681" sldId="2142533073"/>
            <ac:picMk id="6" creationId="{166AF435-8F35-8B71-B890-A6C481F1CDFA}"/>
          </ac:picMkLst>
        </pc:picChg>
        <pc:picChg chg="add mod">
          <ac:chgData name="Pranay Gurumukhi" userId="8a075444-1b31-490a-9344-81a2765c5dcf" providerId="ADAL" clId="{C84E57F3-619D-46AA-A915-572FA8D03708}" dt="2026-08-20T14:11:46.600" v="1815" actId="1076"/>
          <ac:picMkLst>
            <pc:docMk/>
            <pc:sldMk cId="3978717681" sldId="2142533073"/>
            <ac:picMk id="9" creationId="{166751AD-AEA7-4F27-37A6-45917AD02B71}"/>
          </ac:picMkLst>
        </pc:picChg>
      </pc:sldChg>
      <pc:sldChg chg="addSp delSp modSp add mod">
        <pc:chgData name="Pranay Gurumukhi" userId="8a075444-1b31-490a-9344-81a2765c5dcf" providerId="ADAL" clId="{C84E57F3-619D-46AA-A915-572FA8D03708}" dt="2026-08-20T14:35:47.883" v="1971" actId="166"/>
        <pc:sldMkLst>
          <pc:docMk/>
          <pc:sldMk cId="2188602452" sldId="2142533074"/>
        </pc:sldMkLst>
        <pc:spChg chg="del mod">
          <ac:chgData name="Pranay Gurumukhi" userId="8a075444-1b31-490a-9344-81a2765c5dcf" providerId="ADAL" clId="{C84E57F3-619D-46AA-A915-572FA8D03708}" dt="2026-08-20T14:17:05.081" v="1858" actId="478"/>
          <ac:spMkLst>
            <pc:docMk/>
            <pc:sldMk cId="2188602452" sldId="2142533074"/>
            <ac:spMk id="2" creationId="{0175846F-D5EA-A590-0455-B455A5969FBB}"/>
          </ac:spMkLst>
        </pc:spChg>
        <pc:spChg chg="del">
          <ac:chgData name="Pranay Gurumukhi" userId="8a075444-1b31-490a-9344-81a2765c5dcf" providerId="ADAL" clId="{C84E57F3-619D-46AA-A915-572FA8D03708}" dt="2026-08-20T14:17:33.447" v="1862" actId="478"/>
          <ac:spMkLst>
            <pc:docMk/>
            <pc:sldMk cId="2188602452" sldId="2142533074"/>
            <ac:spMk id="4" creationId="{CBA199AE-E8B5-1838-C8C5-E35157CEC735}"/>
          </ac:spMkLst>
        </pc:spChg>
        <pc:spChg chg="del mod">
          <ac:chgData name="Pranay Gurumukhi" userId="8a075444-1b31-490a-9344-81a2765c5dcf" providerId="ADAL" clId="{C84E57F3-619D-46AA-A915-572FA8D03708}" dt="2026-08-20T14:17:32.256" v="1861" actId="478"/>
          <ac:spMkLst>
            <pc:docMk/>
            <pc:sldMk cId="2188602452" sldId="2142533074"/>
            <ac:spMk id="5" creationId="{2517E385-99BB-E776-0FBD-8122FB2447CC}"/>
          </ac:spMkLst>
        </pc:spChg>
        <pc:spChg chg="add mod ord">
          <ac:chgData name="Pranay Gurumukhi" userId="8a075444-1b31-490a-9344-81a2765c5dcf" providerId="ADAL" clId="{C84E57F3-619D-46AA-A915-572FA8D03708}" dt="2026-08-20T14:35:47.883" v="1971" actId="166"/>
          <ac:spMkLst>
            <pc:docMk/>
            <pc:sldMk cId="2188602452" sldId="2142533074"/>
            <ac:spMk id="6" creationId="{6566DC89-C096-825C-D0B7-8C348ACE2400}"/>
          </ac:spMkLst>
        </pc:spChg>
        <pc:spChg chg="add mod">
          <ac:chgData name="Pranay Gurumukhi" userId="8a075444-1b31-490a-9344-81a2765c5dcf" providerId="ADAL" clId="{C84E57F3-619D-46AA-A915-572FA8D03708}" dt="2026-08-20T14:18:35.698" v="1881" actId="14100"/>
          <ac:spMkLst>
            <pc:docMk/>
            <pc:sldMk cId="2188602452" sldId="2142533074"/>
            <ac:spMk id="9" creationId="{70185A73-C7C4-4DE2-EAE5-D763EE317C33}"/>
          </ac:spMkLst>
        </pc:spChg>
        <pc:spChg chg="add mod">
          <ac:chgData name="Pranay Gurumukhi" userId="8a075444-1b31-490a-9344-81a2765c5dcf" providerId="ADAL" clId="{C84E57F3-619D-46AA-A915-572FA8D03708}" dt="2026-08-20T14:27:27.016" v="1909" actId="20577"/>
          <ac:spMkLst>
            <pc:docMk/>
            <pc:sldMk cId="2188602452" sldId="2142533074"/>
            <ac:spMk id="10" creationId="{F0E9DECF-9BA7-1427-A2CD-09A3DED20258}"/>
          </ac:spMkLst>
        </pc:spChg>
        <pc:spChg chg="add mod ord">
          <ac:chgData name="Pranay Gurumukhi" userId="8a075444-1b31-490a-9344-81a2765c5dcf" providerId="ADAL" clId="{C84E57F3-619D-46AA-A915-572FA8D03708}" dt="2026-08-20T14:26:42.422" v="1906" actId="1076"/>
          <ac:spMkLst>
            <pc:docMk/>
            <pc:sldMk cId="2188602452" sldId="2142533074"/>
            <ac:spMk id="11" creationId="{F4EBE797-FF90-FA49-F01B-4D75DE489044}"/>
          </ac:spMkLst>
        </pc:spChg>
        <pc:spChg chg="add mod">
          <ac:chgData name="Pranay Gurumukhi" userId="8a075444-1b31-490a-9344-81a2765c5dcf" providerId="ADAL" clId="{C84E57F3-619D-46AA-A915-572FA8D03708}" dt="2026-08-20T14:24:04.364" v="1893" actId="20577"/>
          <ac:spMkLst>
            <pc:docMk/>
            <pc:sldMk cId="2188602452" sldId="2142533074"/>
            <ac:spMk id="13" creationId="{FC30C57A-EE01-0F81-D4A1-5944B92AC2A6}"/>
          </ac:spMkLst>
        </pc:spChg>
        <pc:spChg chg="add mod">
          <ac:chgData name="Pranay Gurumukhi" userId="8a075444-1b31-490a-9344-81a2765c5dcf" providerId="ADAL" clId="{C84E57F3-619D-46AA-A915-572FA8D03708}" dt="2026-08-20T14:22:04.608" v="1890" actId="1076"/>
          <ac:spMkLst>
            <pc:docMk/>
            <pc:sldMk cId="2188602452" sldId="2142533074"/>
            <ac:spMk id="14" creationId="{8E547BFA-AB20-9316-708E-9147E57EC6DC}"/>
          </ac:spMkLst>
        </pc:spChg>
        <pc:spChg chg="del mod ord">
          <ac:chgData name="Pranay Gurumukhi" userId="8a075444-1b31-490a-9344-81a2765c5dcf" providerId="ADAL" clId="{C84E57F3-619D-46AA-A915-572FA8D03708}" dt="2026-08-20T14:16:42.674" v="1857" actId="478"/>
          <ac:spMkLst>
            <pc:docMk/>
            <pc:sldMk cId="2188602452" sldId="2142533074"/>
            <ac:spMk id="15" creationId="{48B2ABCB-8D44-1C6B-B745-0B47DE63043C}"/>
          </ac:spMkLst>
        </pc:spChg>
        <pc:spChg chg="add del mod">
          <ac:chgData name="Pranay Gurumukhi" userId="8a075444-1b31-490a-9344-81a2765c5dcf" providerId="ADAL" clId="{C84E57F3-619D-46AA-A915-572FA8D03708}" dt="2026-08-20T14:26:21.190" v="1899" actId="478"/>
          <ac:spMkLst>
            <pc:docMk/>
            <pc:sldMk cId="2188602452" sldId="2142533074"/>
            <ac:spMk id="16" creationId="{54D9802E-8E54-3E12-FCBC-DBF5BB3DFD8D}"/>
          </ac:spMkLst>
        </pc:spChg>
        <pc:spChg chg="add mod">
          <ac:chgData name="Pranay Gurumukhi" userId="8a075444-1b31-490a-9344-81a2765c5dcf" providerId="ADAL" clId="{C84E57F3-619D-46AA-A915-572FA8D03708}" dt="2026-08-20T14:26:31.953" v="1903" actId="14100"/>
          <ac:spMkLst>
            <pc:docMk/>
            <pc:sldMk cId="2188602452" sldId="2142533074"/>
            <ac:spMk id="17" creationId="{2E498E0F-EB7C-CFE6-4A0A-A866B0E94623}"/>
          </ac:spMkLst>
        </pc:spChg>
        <pc:spChg chg="add mod">
          <ac:chgData name="Pranay Gurumukhi" userId="8a075444-1b31-490a-9344-81a2765c5dcf" providerId="ADAL" clId="{C84E57F3-619D-46AA-A915-572FA8D03708}" dt="2026-08-20T14:28:44.922" v="1914" actId="20577"/>
          <ac:spMkLst>
            <pc:docMk/>
            <pc:sldMk cId="2188602452" sldId="2142533074"/>
            <ac:spMk id="18" creationId="{FFB65FAA-A8BC-E1FB-5613-35CEEDFC59F1}"/>
          </ac:spMkLst>
        </pc:spChg>
        <pc:spChg chg="add mod">
          <ac:chgData name="Pranay Gurumukhi" userId="8a075444-1b31-490a-9344-81a2765c5dcf" providerId="ADAL" clId="{C84E57F3-619D-46AA-A915-572FA8D03708}" dt="2026-08-20T14:30:51.923" v="1922" actId="20577"/>
          <ac:spMkLst>
            <pc:docMk/>
            <pc:sldMk cId="2188602452" sldId="2142533074"/>
            <ac:spMk id="19" creationId="{1DA0EFDB-525B-C0F2-AA33-920FF6D7C325}"/>
          </ac:spMkLst>
        </pc:spChg>
        <pc:spChg chg="add mod">
          <ac:chgData name="Pranay Gurumukhi" userId="8a075444-1b31-490a-9344-81a2765c5dcf" providerId="ADAL" clId="{C84E57F3-619D-46AA-A915-572FA8D03708}" dt="2026-08-20T14:30:43.953" v="1919" actId="20577"/>
          <ac:spMkLst>
            <pc:docMk/>
            <pc:sldMk cId="2188602452" sldId="2142533074"/>
            <ac:spMk id="20" creationId="{2B502B4E-7EB9-9F84-E5F8-AE69F6EB2A8B}"/>
          </ac:spMkLst>
        </pc:spChg>
        <pc:spChg chg="mod">
          <ac:chgData name="Pranay Gurumukhi" userId="8a075444-1b31-490a-9344-81a2765c5dcf" providerId="ADAL" clId="{C84E57F3-619D-46AA-A915-572FA8D03708}" dt="2026-08-13T18:36:59.323" v="239" actId="20577"/>
          <ac:spMkLst>
            <pc:docMk/>
            <pc:sldMk cId="2188602452" sldId="2142533074"/>
            <ac:spMk id="24" creationId="{B592DF7E-73E5-B5D8-980A-60C69CACF95C}"/>
          </ac:spMkLst>
        </pc:spChg>
        <pc:picChg chg="add mod">
          <ac:chgData name="Pranay Gurumukhi" userId="8a075444-1b31-490a-9344-81a2765c5dcf" providerId="ADAL" clId="{C84E57F3-619D-46AA-A915-572FA8D03708}" dt="2026-08-20T14:17:40.167" v="1872" actId="1036"/>
          <ac:picMkLst>
            <pc:docMk/>
            <pc:sldMk cId="2188602452" sldId="2142533074"/>
            <ac:picMk id="7" creationId="{C22010FA-960F-BF54-42E2-9CD2E95C2901}"/>
          </ac:picMkLst>
        </pc:picChg>
        <pc:picChg chg="add del mod">
          <ac:chgData name="Pranay Gurumukhi" userId="8a075444-1b31-490a-9344-81a2765c5dcf" providerId="ADAL" clId="{C84E57F3-619D-46AA-A915-572FA8D03708}" dt="2026-08-20T14:28:28.458" v="1910" actId="478"/>
          <ac:picMkLst>
            <pc:docMk/>
            <pc:sldMk cId="2188602452" sldId="2142533074"/>
            <ac:picMk id="12" creationId="{5E7B14F9-5DDA-2EC4-1DB9-9B3AE4501AD8}"/>
          </ac:picMkLst>
        </pc:picChg>
      </pc:sldChg>
      <pc:sldChg chg="addSp delSp modSp add mod">
        <pc:chgData name="Pranay Gurumukhi" userId="8a075444-1b31-490a-9344-81a2765c5dcf" providerId="ADAL" clId="{C84E57F3-619D-46AA-A915-572FA8D03708}" dt="2026-08-20T16:47:46.172" v="2136" actId="21"/>
        <pc:sldMkLst>
          <pc:docMk/>
          <pc:sldMk cId="2351861969" sldId="2142533075"/>
        </pc:sldMkLst>
        <pc:spChg chg="mod">
          <ac:chgData name="Pranay Gurumukhi" userId="8a075444-1b31-490a-9344-81a2765c5dcf" providerId="ADAL" clId="{C84E57F3-619D-46AA-A915-572FA8D03708}" dt="2026-08-20T14:38:32.830" v="2040" actId="20577"/>
          <ac:spMkLst>
            <pc:docMk/>
            <pc:sldMk cId="2351861969" sldId="2142533075"/>
            <ac:spMk id="2" creationId="{87EA7E9A-BDCC-94D8-A233-840776A854D8}"/>
          </ac:spMkLst>
        </pc:spChg>
        <pc:spChg chg="add del mod">
          <ac:chgData name="Pranay Gurumukhi" userId="8a075444-1b31-490a-9344-81a2765c5dcf" providerId="ADAL" clId="{C84E57F3-619D-46AA-A915-572FA8D03708}" dt="2026-08-20T14:35:31.148" v="1967" actId="478"/>
          <ac:spMkLst>
            <pc:docMk/>
            <pc:sldMk cId="2351861969" sldId="2142533075"/>
            <ac:spMk id="7" creationId="{91CEB710-55FE-F305-0D70-6454CC015448}"/>
          </ac:spMkLst>
        </pc:spChg>
        <pc:spChg chg="add mod">
          <ac:chgData name="Pranay Gurumukhi" userId="8a075444-1b31-490a-9344-81a2765c5dcf" providerId="ADAL" clId="{C84E57F3-619D-46AA-A915-572FA8D03708}" dt="2026-08-20T14:35:42.291" v="1970" actId="14100"/>
          <ac:spMkLst>
            <pc:docMk/>
            <pc:sldMk cId="2351861969" sldId="2142533075"/>
            <ac:spMk id="10" creationId="{3C521207-2449-E3FB-8300-A89D3562A16C}"/>
          </ac:spMkLst>
        </pc:spChg>
        <pc:spChg chg="add mod">
          <ac:chgData name="Pranay Gurumukhi" userId="8a075444-1b31-490a-9344-81a2765c5dcf" providerId="ADAL" clId="{C84E57F3-619D-46AA-A915-572FA8D03708}" dt="2026-08-20T14:35:52.518" v="1973" actId="1076"/>
          <ac:spMkLst>
            <pc:docMk/>
            <pc:sldMk cId="2351861969" sldId="2142533075"/>
            <ac:spMk id="12" creationId="{398314C9-694B-4442-F313-54418A94B631}"/>
          </ac:spMkLst>
        </pc:spChg>
        <pc:spChg chg="add mod">
          <ac:chgData name="Pranay Gurumukhi" userId="8a075444-1b31-490a-9344-81a2765c5dcf" providerId="ADAL" clId="{C84E57F3-619D-46AA-A915-572FA8D03708}" dt="2026-08-20T14:37:59.186" v="2018" actId="1076"/>
          <ac:spMkLst>
            <pc:docMk/>
            <pc:sldMk cId="2351861969" sldId="2142533075"/>
            <ac:spMk id="13" creationId="{87B5F0E8-1224-03B9-9F8F-287F8E1D41DB}"/>
          </ac:spMkLst>
        </pc:spChg>
        <pc:spChg chg="add del mod">
          <ac:chgData name="Pranay Gurumukhi" userId="8a075444-1b31-490a-9344-81a2765c5dcf" providerId="ADAL" clId="{C84E57F3-619D-46AA-A915-572FA8D03708}" dt="2026-08-20T16:47:46.172" v="2136" actId="21"/>
          <ac:spMkLst>
            <pc:docMk/>
            <pc:sldMk cId="2351861969" sldId="2142533075"/>
            <ac:spMk id="14" creationId="{3A35AE8B-052E-3383-13E2-9DD1AF79511C}"/>
          </ac:spMkLst>
        </pc:spChg>
        <pc:spChg chg="add del mod">
          <ac:chgData name="Pranay Gurumukhi" userId="8a075444-1b31-490a-9344-81a2765c5dcf" providerId="ADAL" clId="{C84E57F3-619D-46AA-A915-572FA8D03708}" dt="2026-08-20T16:47:46.172" v="2136" actId="21"/>
          <ac:spMkLst>
            <pc:docMk/>
            <pc:sldMk cId="2351861969" sldId="2142533075"/>
            <ac:spMk id="15" creationId="{62618155-0E86-402B-0A77-5A9A6289457A}"/>
          </ac:spMkLst>
        </pc:spChg>
        <pc:spChg chg="add mod">
          <ac:chgData name="Pranay Gurumukhi" userId="8a075444-1b31-490a-9344-81a2765c5dcf" providerId="ADAL" clId="{C84E57F3-619D-46AA-A915-572FA8D03708}" dt="2026-08-20T14:36:07.635" v="1980" actId="20577"/>
          <ac:spMkLst>
            <pc:docMk/>
            <pc:sldMk cId="2351861969" sldId="2142533075"/>
            <ac:spMk id="16" creationId="{118385F7-2EF6-FA91-3D1B-E2170D8D905E}"/>
          </ac:spMkLst>
        </pc:spChg>
        <pc:spChg chg="add del mod">
          <ac:chgData name="Pranay Gurumukhi" userId="8a075444-1b31-490a-9344-81a2765c5dcf" providerId="ADAL" clId="{C84E57F3-619D-46AA-A915-572FA8D03708}" dt="2026-08-20T16:47:46.172" v="2136" actId="21"/>
          <ac:spMkLst>
            <pc:docMk/>
            <pc:sldMk cId="2351861969" sldId="2142533075"/>
            <ac:spMk id="17" creationId="{29ECD2F4-C72A-2363-042B-A6E4E7A43890}"/>
          </ac:spMkLst>
        </pc:spChg>
        <pc:spChg chg="add del mod">
          <ac:chgData name="Pranay Gurumukhi" userId="8a075444-1b31-490a-9344-81a2765c5dcf" providerId="ADAL" clId="{C84E57F3-619D-46AA-A915-572FA8D03708}" dt="2026-08-20T16:47:46.172" v="2136" actId="21"/>
          <ac:spMkLst>
            <pc:docMk/>
            <pc:sldMk cId="2351861969" sldId="2142533075"/>
            <ac:spMk id="18" creationId="{5ABAF8E3-1EE1-9F45-0927-819B5820C53A}"/>
          </ac:spMkLst>
        </pc:spChg>
        <pc:spChg chg="add del mod">
          <ac:chgData name="Pranay Gurumukhi" userId="8a075444-1b31-490a-9344-81a2765c5dcf" providerId="ADAL" clId="{C84E57F3-619D-46AA-A915-572FA8D03708}" dt="2026-08-20T16:47:46.172" v="2136" actId="21"/>
          <ac:spMkLst>
            <pc:docMk/>
            <pc:sldMk cId="2351861969" sldId="2142533075"/>
            <ac:spMk id="19" creationId="{B96514E9-86AD-952F-17F6-9A9812D1D170}"/>
          </ac:spMkLst>
        </pc:spChg>
        <pc:spChg chg="add del mod">
          <ac:chgData name="Pranay Gurumukhi" userId="8a075444-1b31-490a-9344-81a2765c5dcf" providerId="ADAL" clId="{C84E57F3-619D-46AA-A915-572FA8D03708}" dt="2026-08-20T16:47:46.172" v="2136" actId="21"/>
          <ac:spMkLst>
            <pc:docMk/>
            <pc:sldMk cId="2351861969" sldId="2142533075"/>
            <ac:spMk id="20" creationId="{827697D3-200F-A345-BC64-8E05B6CE5942}"/>
          </ac:spMkLst>
        </pc:spChg>
        <pc:spChg chg="add del mod">
          <ac:chgData name="Pranay Gurumukhi" userId="8a075444-1b31-490a-9344-81a2765c5dcf" providerId="ADAL" clId="{C84E57F3-619D-46AA-A915-572FA8D03708}" dt="2026-08-20T16:47:46.172" v="2136" actId="21"/>
          <ac:spMkLst>
            <pc:docMk/>
            <pc:sldMk cId="2351861969" sldId="2142533075"/>
            <ac:spMk id="21" creationId="{28FDB9D5-5A7D-0F9B-B5C7-A9D451C6A949}"/>
          </ac:spMkLst>
        </pc:spChg>
        <pc:spChg chg="add del mod">
          <ac:chgData name="Pranay Gurumukhi" userId="8a075444-1b31-490a-9344-81a2765c5dcf" providerId="ADAL" clId="{C84E57F3-619D-46AA-A915-572FA8D03708}" dt="2026-08-20T16:47:46.172" v="2136" actId="21"/>
          <ac:spMkLst>
            <pc:docMk/>
            <pc:sldMk cId="2351861969" sldId="2142533075"/>
            <ac:spMk id="22" creationId="{1A74B180-F82F-F2A7-B64E-449DE2030FA1}"/>
          </ac:spMkLst>
        </pc:spChg>
        <pc:spChg chg="add mod">
          <ac:chgData name="Pranay Gurumukhi" userId="8a075444-1b31-490a-9344-81a2765c5dcf" providerId="ADAL" clId="{C84E57F3-619D-46AA-A915-572FA8D03708}" dt="2026-08-20T14:38:45.434" v="2042" actId="1076"/>
          <ac:spMkLst>
            <pc:docMk/>
            <pc:sldMk cId="2351861969" sldId="2142533075"/>
            <ac:spMk id="23" creationId="{D64450D8-8857-336F-4873-A704A4FCB17E}"/>
          </ac:spMkLst>
        </pc:spChg>
        <pc:spChg chg="mod">
          <ac:chgData name="Pranay Gurumukhi" userId="8a075444-1b31-490a-9344-81a2765c5dcf" providerId="ADAL" clId="{C84E57F3-619D-46AA-A915-572FA8D03708}" dt="2026-08-13T18:40:11.046" v="290" actId="20577"/>
          <ac:spMkLst>
            <pc:docMk/>
            <pc:sldMk cId="2351861969" sldId="2142533075"/>
            <ac:spMk id="24" creationId="{6B2D849E-22B9-FFCF-4D59-CD5AAAACB9BA}"/>
          </ac:spMkLst>
        </pc:spChg>
        <pc:spChg chg="add mod">
          <ac:chgData name="Pranay Gurumukhi" userId="8a075444-1b31-490a-9344-81a2765c5dcf" providerId="ADAL" clId="{C84E57F3-619D-46AA-A915-572FA8D03708}" dt="2026-08-20T14:39:01.653" v="2044" actId="1076"/>
          <ac:spMkLst>
            <pc:docMk/>
            <pc:sldMk cId="2351861969" sldId="2142533075"/>
            <ac:spMk id="25" creationId="{60F1A501-3938-2142-3B77-3056F8A1A2A5}"/>
          </ac:spMkLst>
        </pc:spChg>
        <pc:spChg chg="add mod">
          <ac:chgData name="Pranay Gurumukhi" userId="8a075444-1b31-490a-9344-81a2765c5dcf" providerId="ADAL" clId="{C84E57F3-619D-46AA-A915-572FA8D03708}" dt="2026-08-20T14:39:08.258" v="2046" actId="1076"/>
          <ac:spMkLst>
            <pc:docMk/>
            <pc:sldMk cId="2351861969" sldId="2142533075"/>
            <ac:spMk id="26" creationId="{2B594874-35D7-951E-9800-E752B5D0E5B9}"/>
          </ac:spMkLst>
        </pc:spChg>
        <pc:picChg chg="add mod">
          <ac:chgData name="Pranay Gurumukhi" userId="8a075444-1b31-490a-9344-81a2765c5dcf" providerId="ADAL" clId="{C84E57F3-619D-46AA-A915-572FA8D03708}" dt="2026-08-13T18:38:48.641" v="243" actId="1076"/>
          <ac:picMkLst>
            <pc:docMk/>
            <pc:sldMk cId="2351861969" sldId="2142533075"/>
            <ac:picMk id="6" creationId="{F4125C20-8E4D-9213-DFEF-4F6C92E5D7A9}"/>
          </ac:picMkLst>
        </pc:picChg>
        <pc:picChg chg="add mod">
          <ac:chgData name="Pranay Gurumukhi" userId="8a075444-1b31-490a-9344-81a2765c5dcf" providerId="ADAL" clId="{C84E57F3-619D-46AA-A915-572FA8D03708}" dt="2026-08-13T18:39:35.245" v="252" actId="1076"/>
          <ac:picMkLst>
            <pc:docMk/>
            <pc:sldMk cId="2351861969" sldId="2142533075"/>
            <ac:picMk id="9" creationId="{6FA6E2AF-26DC-8F01-294E-1C7DB261A491}"/>
          </ac:picMkLst>
        </pc:picChg>
      </pc:sldChg>
      <pc:sldChg chg="addSp delSp modSp add mod ord">
        <pc:chgData name="Pranay Gurumukhi" userId="8a075444-1b31-490a-9344-81a2765c5dcf" providerId="ADAL" clId="{C84E57F3-619D-46AA-A915-572FA8D03708}" dt="2026-08-20T14:47:34.929" v="2100" actId="478"/>
        <pc:sldMkLst>
          <pc:docMk/>
          <pc:sldMk cId="4023307063" sldId="2142533076"/>
        </pc:sldMkLst>
        <pc:spChg chg="del mod">
          <ac:chgData name="Pranay Gurumukhi" userId="8a075444-1b31-490a-9344-81a2765c5dcf" providerId="ADAL" clId="{C84E57F3-619D-46AA-A915-572FA8D03708}" dt="2026-08-20T14:41:31.560" v="2062" actId="478"/>
          <ac:spMkLst>
            <pc:docMk/>
            <pc:sldMk cId="4023307063" sldId="2142533076"/>
            <ac:spMk id="2" creationId="{3A0C685D-DB0E-F987-8137-E7C1EE08E671}"/>
          </ac:spMkLst>
        </pc:spChg>
        <pc:spChg chg="del">
          <ac:chgData name="Pranay Gurumukhi" userId="8a075444-1b31-490a-9344-81a2765c5dcf" providerId="ADAL" clId="{C84E57F3-619D-46AA-A915-572FA8D03708}" dt="2026-08-20T14:41:40.094" v="2067" actId="478"/>
          <ac:spMkLst>
            <pc:docMk/>
            <pc:sldMk cId="4023307063" sldId="2142533076"/>
            <ac:spMk id="4" creationId="{B12E6162-22B7-2B6E-B997-351FDE1471EB}"/>
          </ac:spMkLst>
        </pc:spChg>
        <pc:spChg chg="del">
          <ac:chgData name="Pranay Gurumukhi" userId="8a075444-1b31-490a-9344-81a2765c5dcf" providerId="ADAL" clId="{C84E57F3-619D-46AA-A915-572FA8D03708}" dt="2026-08-20T14:41:38.710" v="2066" actId="478"/>
          <ac:spMkLst>
            <pc:docMk/>
            <pc:sldMk cId="4023307063" sldId="2142533076"/>
            <ac:spMk id="5" creationId="{FDFF3FD9-ECE9-9645-9716-CB41841A948A}"/>
          </ac:spMkLst>
        </pc:spChg>
        <pc:spChg chg="add mod ord">
          <ac:chgData name="Pranay Gurumukhi" userId="8a075444-1b31-490a-9344-81a2765c5dcf" providerId="ADAL" clId="{C84E57F3-619D-46AA-A915-572FA8D03708}" dt="2026-08-20T14:44:07.289" v="2084" actId="1076"/>
          <ac:spMkLst>
            <pc:docMk/>
            <pc:sldMk cId="4023307063" sldId="2142533076"/>
            <ac:spMk id="7" creationId="{776C078D-2A83-E3ED-B1F2-AA6A3E618B0D}"/>
          </ac:spMkLst>
        </pc:spChg>
        <pc:spChg chg="add del mod">
          <ac:chgData name="Pranay Gurumukhi" userId="8a075444-1b31-490a-9344-81a2765c5dcf" providerId="ADAL" clId="{C84E57F3-619D-46AA-A915-572FA8D03708}" dt="2026-08-20T14:42:05.553" v="2072" actId="478"/>
          <ac:spMkLst>
            <pc:docMk/>
            <pc:sldMk cId="4023307063" sldId="2142533076"/>
            <ac:spMk id="8" creationId="{3596BC8A-9280-D1A4-DE3E-722B8C4F30A2}"/>
          </ac:spMkLst>
        </pc:spChg>
        <pc:spChg chg="add mod">
          <ac:chgData name="Pranay Gurumukhi" userId="8a075444-1b31-490a-9344-81a2765c5dcf" providerId="ADAL" clId="{C84E57F3-619D-46AA-A915-572FA8D03708}" dt="2026-08-20T14:43:30.682" v="2076" actId="1076"/>
          <ac:spMkLst>
            <pc:docMk/>
            <pc:sldMk cId="4023307063" sldId="2142533076"/>
            <ac:spMk id="11" creationId="{F29827F0-C026-1F8C-0D2A-46B90E820B47}"/>
          </ac:spMkLst>
        </pc:spChg>
        <pc:spChg chg="add mod ord">
          <ac:chgData name="Pranay Gurumukhi" userId="8a075444-1b31-490a-9344-81a2765c5dcf" providerId="ADAL" clId="{C84E57F3-619D-46AA-A915-572FA8D03708}" dt="2026-08-20T14:47:02.496" v="2094" actId="1076"/>
          <ac:spMkLst>
            <pc:docMk/>
            <pc:sldMk cId="4023307063" sldId="2142533076"/>
            <ac:spMk id="13" creationId="{6D4E076D-CB0E-2045-CE3A-7EB7C1486E70}"/>
          </ac:spMkLst>
        </pc:spChg>
        <pc:spChg chg="del mod">
          <ac:chgData name="Pranay Gurumukhi" userId="8a075444-1b31-490a-9344-81a2765c5dcf" providerId="ADAL" clId="{C84E57F3-619D-46AA-A915-572FA8D03708}" dt="2026-08-20T14:42:01.725" v="2071" actId="478"/>
          <ac:spMkLst>
            <pc:docMk/>
            <pc:sldMk cId="4023307063" sldId="2142533076"/>
            <ac:spMk id="15" creationId="{6EF63588-6787-8981-1A94-A5E2AB399C83}"/>
          </ac:spMkLst>
        </pc:spChg>
        <pc:spChg chg="add mod ord">
          <ac:chgData name="Pranay Gurumukhi" userId="8a075444-1b31-490a-9344-81a2765c5dcf" providerId="ADAL" clId="{C84E57F3-619D-46AA-A915-572FA8D03708}" dt="2026-08-20T14:45:40.891" v="2092" actId="166"/>
          <ac:spMkLst>
            <pc:docMk/>
            <pc:sldMk cId="4023307063" sldId="2142533076"/>
            <ac:spMk id="16" creationId="{655CE2D9-9484-3CA5-CFF1-A1E904C430CC}"/>
          </ac:spMkLst>
        </pc:spChg>
        <pc:spChg chg="add mod">
          <ac:chgData name="Pranay Gurumukhi" userId="8a075444-1b31-490a-9344-81a2765c5dcf" providerId="ADAL" clId="{C84E57F3-619D-46AA-A915-572FA8D03708}" dt="2026-08-20T14:47:27.701" v="2095" actId="1076"/>
          <ac:spMkLst>
            <pc:docMk/>
            <pc:sldMk cId="4023307063" sldId="2142533076"/>
            <ac:spMk id="18" creationId="{9FACB8BD-DF54-E38D-86B5-3DCB75D754D9}"/>
          </ac:spMkLst>
        </pc:spChg>
        <pc:spChg chg="add del">
          <ac:chgData name="Pranay Gurumukhi" userId="8a075444-1b31-490a-9344-81a2765c5dcf" providerId="ADAL" clId="{C84E57F3-619D-46AA-A915-572FA8D03708}" dt="2026-08-20T14:47:29.811" v="2096" actId="478"/>
          <ac:spMkLst>
            <pc:docMk/>
            <pc:sldMk cId="4023307063" sldId="2142533076"/>
            <ac:spMk id="20" creationId="{B4A2EF76-E2B5-3B0A-35EE-7A6D6858A765}"/>
          </ac:spMkLst>
        </pc:spChg>
        <pc:spChg chg="add del">
          <ac:chgData name="Pranay Gurumukhi" userId="8a075444-1b31-490a-9344-81a2765c5dcf" providerId="ADAL" clId="{C84E57F3-619D-46AA-A915-572FA8D03708}" dt="2026-08-20T14:47:30.764" v="2097" actId="478"/>
          <ac:spMkLst>
            <pc:docMk/>
            <pc:sldMk cId="4023307063" sldId="2142533076"/>
            <ac:spMk id="22" creationId="{D2B00E27-305F-DBD1-4542-BF29DE8F1334}"/>
          </ac:spMkLst>
        </pc:spChg>
        <pc:spChg chg="mod">
          <ac:chgData name="Pranay Gurumukhi" userId="8a075444-1b31-490a-9344-81a2765c5dcf" providerId="ADAL" clId="{C84E57F3-619D-46AA-A915-572FA8D03708}" dt="2026-08-20T14:41:37.249" v="2065" actId="1076"/>
          <ac:spMkLst>
            <pc:docMk/>
            <pc:sldMk cId="4023307063" sldId="2142533076"/>
            <ac:spMk id="24" creationId="{8A62F808-CAB3-DD0B-DB20-9E291822B3AC}"/>
          </ac:spMkLst>
        </pc:spChg>
        <pc:spChg chg="add del">
          <ac:chgData name="Pranay Gurumukhi" userId="8a075444-1b31-490a-9344-81a2765c5dcf" providerId="ADAL" clId="{C84E57F3-619D-46AA-A915-572FA8D03708}" dt="2026-08-20T14:47:31.477" v="2098" actId="478"/>
          <ac:spMkLst>
            <pc:docMk/>
            <pc:sldMk cId="4023307063" sldId="2142533076"/>
            <ac:spMk id="25" creationId="{E139B160-F3B5-BCF4-9AC7-5BFBC01FD6C5}"/>
          </ac:spMkLst>
        </pc:spChg>
        <pc:spChg chg="add mod">
          <ac:chgData name="Pranay Gurumukhi" userId="8a075444-1b31-490a-9344-81a2765c5dcf" providerId="ADAL" clId="{C84E57F3-619D-46AA-A915-572FA8D03708}" dt="2026-08-20T14:44:01.040" v="2082" actId="14100"/>
          <ac:spMkLst>
            <pc:docMk/>
            <pc:sldMk cId="4023307063" sldId="2142533076"/>
            <ac:spMk id="27" creationId="{6B261393-D5DB-E375-3A56-4F82636066F9}"/>
          </ac:spMkLst>
        </pc:spChg>
        <pc:spChg chg="add mod">
          <ac:chgData name="Pranay Gurumukhi" userId="8a075444-1b31-490a-9344-81a2765c5dcf" providerId="ADAL" clId="{C84E57F3-619D-46AA-A915-572FA8D03708}" dt="2026-08-20T14:45:31.344" v="2090" actId="14100"/>
          <ac:spMkLst>
            <pc:docMk/>
            <pc:sldMk cId="4023307063" sldId="2142533076"/>
            <ac:spMk id="28" creationId="{2A44BDA8-33B1-B3A1-6291-CB1A391A9AD2}"/>
          </ac:spMkLst>
        </pc:spChg>
        <pc:picChg chg="add mod ord">
          <ac:chgData name="Pranay Gurumukhi" userId="8a075444-1b31-490a-9344-81a2765c5dcf" providerId="ADAL" clId="{C84E57F3-619D-46AA-A915-572FA8D03708}" dt="2026-08-20T14:42:58.206" v="2073" actId="1076"/>
          <ac:picMkLst>
            <pc:docMk/>
            <pc:sldMk cId="4023307063" sldId="2142533076"/>
            <ac:picMk id="6" creationId="{6AD1022E-ED86-2783-D5B1-56BA7D297C36}"/>
          </ac:picMkLst>
        </pc:picChg>
        <pc:picChg chg="add del mod">
          <ac:chgData name="Pranay Gurumukhi" userId="8a075444-1b31-490a-9344-81a2765c5dcf" providerId="ADAL" clId="{C84E57F3-619D-46AA-A915-572FA8D03708}" dt="2026-08-20T14:47:34.929" v="2100" actId="478"/>
          <ac:picMkLst>
            <pc:docMk/>
            <pc:sldMk cId="4023307063" sldId="2142533076"/>
            <ac:picMk id="10" creationId="{2B3FDFB9-0C82-DFE6-3802-5315019DB5B2}"/>
          </ac:picMkLst>
        </pc:picChg>
      </pc:sldChg>
      <pc:sldChg chg="addSp delSp modSp add mod">
        <pc:chgData name="Pranay Gurumukhi" userId="8a075444-1b31-490a-9344-81a2765c5dcf" providerId="ADAL" clId="{C84E57F3-619D-46AA-A915-572FA8D03708}" dt="2026-08-20T16:54:03.497" v="2217" actId="21"/>
        <pc:sldMkLst>
          <pc:docMk/>
          <pc:sldMk cId="3340734945" sldId="2142533077"/>
        </pc:sldMkLst>
        <pc:spChg chg="del mod">
          <ac:chgData name="Pranay Gurumukhi" userId="8a075444-1b31-490a-9344-81a2765c5dcf" providerId="ADAL" clId="{C84E57F3-619D-46AA-A915-572FA8D03708}" dt="2026-08-20T16:46:57.313" v="2124" actId="478"/>
          <ac:spMkLst>
            <pc:docMk/>
            <pc:sldMk cId="3340734945" sldId="2142533077"/>
            <ac:spMk id="2" creationId="{0FA1CE87-F547-2996-EB61-79D5D6C7C9A0}"/>
          </ac:spMkLst>
        </pc:spChg>
        <pc:spChg chg="del">
          <ac:chgData name="Pranay Gurumukhi" userId="8a075444-1b31-490a-9344-81a2765c5dcf" providerId="ADAL" clId="{C84E57F3-619D-46AA-A915-572FA8D03708}" dt="2026-08-20T16:47:03.798" v="2127" actId="478"/>
          <ac:spMkLst>
            <pc:docMk/>
            <pc:sldMk cId="3340734945" sldId="2142533077"/>
            <ac:spMk id="4" creationId="{8E254C9D-D7EC-8A62-8F3B-1415CBD00C7D}"/>
          </ac:spMkLst>
        </pc:spChg>
        <pc:spChg chg="del">
          <ac:chgData name="Pranay Gurumukhi" userId="8a075444-1b31-490a-9344-81a2765c5dcf" providerId="ADAL" clId="{C84E57F3-619D-46AA-A915-572FA8D03708}" dt="2026-08-20T16:47:02.175" v="2126" actId="478"/>
          <ac:spMkLst>
            <pc:docMk/>
            <pc:sldMk cId="3340734945" sldId="2142533077"/>
            <ac:spMk id="5" creationId="{9E8D8BB6-E96C-7A6A-3D9B-1F08D64C6C41}"/>
          </ac:spMkLst>
        </pc:spChg>
        <pc:spChg chg="add del mod">
          <ac:chgData name="Pranay Gurumukhi" userId="8a075444-1b31-490a-9344-81a2765c5dcf" providerId="ADAL" clId="{C84E57F3-619D-46AA-A915-572FA8D03708}" dt="2026-08-20T16:54:03.497" v="2217" actId="21"/>
          <ac:spMkLst>
            <pc:docMk/>
            <pc:sldMk cId="3340734945" sldId="2142533077"/>
            <ac:spMk id="7" creationId="{FB3538B6-F185-902B-764E-C9F757102C9F}"/>
          </ac:spMkLst>
        </pc:spChg>
        <pc:spChg chg="add del mod">
          <ac:chgData name="Pranay Gurumukhi" userId="8a075444-1b31-490a-9344-81a2765c5dcf" providerId="ADAL" clId="{C84E57F3-619D-46AA-A915-572FA8D03708}" dt="2026-08-20T16:47:33.091" v="2134" actId="478"/>
          <ac:spMkLst>
            <pc:docMk/>
            <pc:sldMk cId="3340734945" sldId="2142533077"/>
            <ac:spMk id="8" creationId="{00A3A0AF-24E0-3F47-9A73-1035584A5E94}"/>
          </ac:spMkLst>
        </pc:spChg>
        <pc:spChg chg="add del mod">
          <ac:chgData name="Pranay Gurumukhi" userId="8a075444-1b31-490a-9344-81a2765c5dcf" providerId="ADAL" clId="{C84E57F3-619D-46AA-A915-572FA8D03708}" dt="2026-08-20T16:54:03.497" v="2217" actId="21"/>
          <ac:spMkLst>
            <pc:docMk/>
            <pc:sldMk cId="3340734945" sldId="2142533077"/>
            <ac:spMk id="11" creationId="{9DB60ACB-D815-69BE-D26C-7C7D4ADB1C03}"/>
          </ac:spMkLst>
        </pc:spChg>
        <pc:spChg chg="add del mod">
          <ac:chgData name="Pranay Gurumukhi" userId="8a075444-1b31-490a-9344-81a2765c5dcf" providerId="ADAL" clId="{C84E57F3-619D-46AA-A915-572FA8D03708}" dt="2026-08-20T16:54:03.497" v="2217" actId="21"/>
          <ac:spMkLst>
            <pc:docMk/>
            <pc:sldMk cId="3340734945" sldId="2142533077"/>
            <ac:spMk id="13" creationId="{FC5E6C92-9A3C-6DCF-A00A-49D482412A2F}"/>
          </ac:spMkLst>
        </pc:spChg>
        <pc:spChg chg="del mod">
          <ac:chgData name="Pranay Gurumukhi" userId="8a075444-1b31-490a-9344-81a2765c5dcf" providerId="ADAL" clId="{C84E57F3-619D-46AA-A915-572FA8D03708}" dt="2026-08-20T16:47:36.803" v="2135" actId="478"/>
          <ac:spMkLst>
            <pc:docMk/>
            <pc:sldMk cId="3340734945" sldId="2142533077"/>
            <ac:spMk id="15" creationId="{03FDEA52-27B0-01ED-07F0-EA7A5CABAFA6}"/>
          </ac:spMkLst>
        </pc:spChg>
        <pc:spChg chg="add del mod">
          <ac:chgData name="Pranay Gurumukhi" userId="8a075444-1b31-490a-9344-81a2765c5dcf" providerId="ADAL" clId="{C84E57F3-619D-46AA-A915-572FA8D03708}" dt="2026-08-20T16:54:03.497" v="2217" actId="21"/>
          <ac:spMkLst>
            <pc:docMk/>
            <pc:sldMk cId="3340734945" sldId="2142533077"/>
            <ac:spMk id="16" creationId="{959AEF8F-1C4D-0F4E-037B-5FFE8FCABEA8}"/>
          </ac:spMkLst>
        </pc:spChg>
        <pc:spChg chg="add del mod">
          <ac:chgData name="Pranay Gurumukhi" userId="8a075444-1b31-490a-9344-81a2765c5dcf" providerId="ADAL" clId="{C84E57F3-619D-46AA-A915-572FA8D03708}" dt="2026-08-20T16:54:03.497" v="2217" actId="21"/>
          <ac:spMkLst>
            <pc:docMk/>
            <pc:sldMk cId="3340734945" sldId="2142533077"/>
            <ac:spMk id="18" creationId="{CCCFE3A9-B4A7-CE5C-4035-80429A88EF9E}"/>
          </ac:spMkLst>
        </pc:spChg>
        <pc:spChg chg="add del mod">
          <ac:chgData name="Pranay Gurumukhi" userId="8a075444-1b31-490a-9344-81a2765c5dcf" providerId="ADAL" clId="{C84E57F3-619D-46AA-A915-572FA8D03708}" dt="2026-08-20T16:54:03.497" v="2217" actId="21"/>
          <ac:spMkLst>
            <pc:docMk/>
            <pc:sldMk cId="3340734945" sldId="2142533077"/>
            <ac:spMk id="20" creationId="{A4ED7F82-0FD4-CF62-A76D-C329734A186A}"/>
          </ac:spMkLst>
        </pc:spChg>
        <pc:spChg chg="add del mod">
          <ac:chgData name="Pranay Gurumukhi" userId="8a075444-1b31-490a-9344-81a2765c5dcf" providerId="ADAL" clId="{C84E57F3-619D-46AA-A915-572FA8D03708}" dt="2026-08-20T16:54:03.497" v="2217" actId="21"/>
          <ac:spMkLst>
            <pc:docMk/>
            <pc:sldMk cId="3340734945" sldId="2142533077"/>
            <ac:spMk id="22" creationId="{C61DD34A-439A-E4FC-EFA5-C86A6C92EFC2}"/>
          </ac:spMkLst>
        </pc:spChg>
        <pc:spChg chg="mod">
          <ac:chgData name="Pranay Gurumukhi" userId="8a075444-1b31-490a-9344-81a2765c5dcf" providerId="ADAL" clId="{C84E57F3-619D-46AA-A915-572FA8D03708}" dt="2026-08-20T16:44:34.987" v="2113" actId="20577"/>
          <ac:spMkLst>
            <pc:docMk/>
            <pc:sldMk cId="3340734945" sldId="2142533077"/>
            <ac:spMk id="24" creationId="{60805C14-87A2-1FD6-734F-289E69EC1E16}"/>
          </ac:spMkLst>
        </pc:spChg>
        <pc:spChg chg="add del mod">
          <ac:chgData name="Pranay Gurumukhi" userId="8a075444-1b31-490a-9344-81a2765c5dcf" providerId="ADAL" clId="{C84E57F3-619D-46AA-A915-572FA8D03708}" dt="2026-08-20T16:54:03.497" v="2217" actId="21"/>
          <ac:spMkLst>
            <pc:docMk/>
            <pc:sldMk cId="3340734945" sldId="2142533077"/>
            <ac:spMk id="25" creationId="{D577D91E-5097-DAD1-A1E8-15E9CD2BFD28}"/>
          </ac:spMkLst>
        </pc:spChg>
        <pc:spChg chg="add mod">
          <ac:chgData name="Pranay Gurumukhi" userId="8a075444-1b31-490a-9344-81a2765c5dcf" providerId="ADAL" clId="{C84E57F3-619D-46AA-A915-572FA8D03708}" dt="2026-08-20T16:51:13.597" v="2198" actId="1076"/>
          <ac:spMkLst>
            <pc:docMk/>
            <pc:sldMk cId="3340734945" sldId="2142533077"/>
            <ac:spMk id="26" creationId="{8F4A2819-B94F-42E9-3E7C-074351463A4A}"/>
          </ac:spMkLst>
        </pc:spChg>
        <pc:spChg chg="add mod">
          <ac:chgData name="Pranay Gurumukhi" userId="8a075444-1b31-490a-9344-81a2765c5dcf" providerId="ADAL" clId="{C84E57F3-619D-46AA-A915-572FA8D03708}" dt="2026-08-20T16:51:23.513" v="2200" actId="1076"/>
          <ac:spMkLst>
            <pc:docMk/>
            <pc:sldMk cId="3340734945" sldId="2142533077"/>
            <ac:spMk id="27" creationId="{0FE76270-647C-3F8B-C299-5F8D1479ED5A}"/>
          </ac:spMkLst>
        </pc:spChg>
        <pc:spChg chg="add mod">
          <ac:chgData name="Pranay Gurumukhi" userId="8a075444-1b31-490a-9344-81a2765c5dcf" providerId="ADAL" clId="{C84E57F3-619D-46AA-A915-572FA8D03708}" dt="2026-08-20T16:51:31.422" v="2202" actId="1076"/>
          <ac:spMkLst>
            <pc:docMk/>
            <pc:sldMk cId="3340734945" sldId="2142533077"/>
            <ac:spMk id="28" creationId="{5A2A8E6C-5103-E9B5-69BD-2626230E26B3}"/>
          </ac:spMkLst>
        </pc:spChg>
        <pc:spChg chg="add mod">
          <ac:chgData name="Pranay Gurumukhi" userId="8a075444-1b31-490a-9344-81a2765c5dcf" providerId="ADAL" clId="{C84E57F3-619D-46AA-A915-572FA8D03708}" dt="2026-08-20T16:51:39.194" v="2204" actId="1076"/>
          <ac:spMkLst>
            <pc:docMk/>
            <pc:sldMk cId="3340734945" sldId="2142533077"/>
            <ac:spMk id="29" creationId="{5FCC6894-6410-469E-74D7-9FEE3593AE78}"/>
          </ac:spMkLst>
        </pc:spChg>
        <pc:spChg chg="add mod">
          <ac:chgData name="Pranay Gurumukhi" userId="8a075444-1b31-490a-9344-81a2765c5dcf" providerId="ADAL" clId="{C84E57F3-619D-46AA-A915-572FA8D03708}" dt="2026-08-20T16:51:44.395" v="2206" actId="1076"/>
          <ac:spMkLst>
            <pc:docMk/>
            <pc:sldMk cId="3340734945" sldId="2142533077"/>
            <ac:spMk id="30" creationId="{62C1FDF6-1347-0BDF-9AAC-83F2453DC41B}"/>
          </ac:spMkLst>
        </pc:spChg>
        <pc:spChg chg="add mod">
          <ac:chgData name="Pranay Gurumukhi" userId="8a075444-1b31-490a-9344-81a2765c5dcf" providerId="ADAL" clId="{C84E57F3-619D-46AA-A915-572FA8D03708}" dt="2026-08-20T16:51:54.878" v="2208" actId="1076"/>
          <ac:spMkLst>
            <pc:docMk/>
            <pc:sldMk cId="3340734945" sldId="2142533077"/>
            <ac:spMk id="31" creationId="{CB85D4EF-18C6-BDF6-19D8-D852123E7AA2}"/>
          </ac:spMkLst>
        </pc:spChg>
        <pc:picChg chg="add mod ord">
          <ac:chgData name="Pranay Gurumukhi" userId="8a075444-1b31-490a-9344-81a2765c5dcf" providerId="ADAL" clId="{C84E57F3-619D-46AA-A915-572FA8D03708}" dt="2026-08-20T16:47:17.004" v="2131" actId="1076"/>
          <ac:picMkLst>
            <pc:docMk/>
            <pc:sldMk cId="3340734945" sldId="2142533077"/>
            <ac:picMk id="6" creationId="{801D1C83-B431-A228-78E0-9A8E32DD1273}"/>
          </ac:picMkLst>
        </pc:picChg>
        <pc:picChg chg="add del mod">
          <ac:chgData name="Pranay Gurumukhi" userId="8a075444-1b31-490a-9344-81a2765c5dcf" providerId="ADAL" clId="{C84E57F3-619D-46AA-A915-572FA8D03708}" dt="2026-08-20T16:52:18.994" v="2209" actId="478"/>
          <ac:picMkLst>
            <pc:docMk/>
            <pc:sldMk cId="3340734945" sldId="2142533077"/>
            <ac:picMk id="10" creationId="{C59B1A39-B3E1-DE26-2A45-AD916044C103}"/>
          </ac:picMkLst>
        </pc:picChg>
      </pc:sldChg>
      <pc:sldChg chg="addSp delSp modSp add mod">
        <pc:chgData name="Pranay Gurumukhi" userId="8a075444-1b31-490a-9344-81a2765c5dcf" providerId="ADAL" clId="{C84E57F3-619D-46AA-A915-572FA8D03708}" dt="2026-08-20T17:03:29.721" v="2355" actId="21"/>
        <pc:sldMkLst>
          <pc:docMk/>
          <pc:sldMk cId="932181080" sldId="2142533078"/>
        </pc:sldMkLst>
        <pc:spChg chg="mod">
          <ac:chgData name="Pranay Gurumukhi" userId="8a075444-1b31-490a-9344-81a2765c5dcf" providerId="ADAL" clId="{C84E57F3-619D-46AA-A915-572FA8D03708}" dt="2026-08-20T17:03:19.154" v="2354" actId="20577"/>
          <ac:spMkLst>
            <pc:docMk/>
            <pc:sldMk cId="932181080" sldId="2142533078"/>
            <ac:spMk id="2" creationId="{BF617BF0-78B6-5A25-2720-EC6D76292CC3}"/>
          </ac:spMkLst>
        </pc:spChg>
        <pc:spChg chg="add del">
          <ac:chgData name="Pranay Gurumukhi" userId="8a075444-1b31-490a-9344-81a2765c5dcf" providerId="ADAL" clId="{C84E57F3-619D-46AA-A915-572FA8D03708}" dt="2026-08-20T17:03:29.721" v="2355" actId="21"/>
          <ac:spMkLst>
            <pc:docMk/>
            <pc:sldMk cId="932181080" sldId="2142533078"/>
            <ac:spMk id="7" creationId="{EC2CC56A-7BF6-2092-CBBC-BE89BC879134}"/>
          </ac:spMkLst>
        </pc:spChg>
        <pc:spChg chg="add del">
          <ac:chgData name="Pranay Gurumukhi" userId="8a075444-1b31-490a-9344-81a2765c5dcf" providerId="ADAL" clId="{C84E57F3-619D-46AA-A915-572FA8D03708}" dt="2026-08-20T17:03:29.721" v="2355" actId="21"/>
          <ac:spMkLst>
            <pc:docMk/>
            <pc:sldMk cId="932181080" sldId="2142533078"/>
            <ac:spMk id="10" creationId="{720050A4-CCC8-6DF4-AEAE-1CD89F723FC5}"/>
          </ac:spMkLst>
        </pc:spChg>
        <pc:spChg chg="add del">
          <ac:chgData name="Pranay Gurumukhi" userId="8a075444-1b31-490a-9344-81a2765c5dcf" providerId="ADAL" clId="{C84E57F3-619D-46AA-A915-572FA8D03708}" dt="2026-08-20T17:03:29.721" v="2355" actId="21"/>
          <ac:spMkLst>
            <pc:docMk/>
            <pc:sldMk cId="932181080" sldId="2142533078"/>
            <ac:spMk id="12" creationId="{7D0DAE09-5EBA-B3A9-D15F-A2B1661AD95A}"/>
          </ac:spMkLst>
        </pc:spChg>
        <pc:spChg chg="add del">
          <ac:chgData name="Pranay Gurumukhi" userId="8a075444-1b31-490a-9344-81a2765c5dcf" providerId="ADAL" clId="{C84E57F3-619D-46AA-A915-572FA8D03708}" dt="2026-08-20T17:03:29.721" v="2355" actId="21"/>
          <ac:spMkLst>
            <pc:docMk/>
            <pc:sldMk cId="932181080" sldId="2142533078"/>
            <ac:spMk id="14" creationId="{0215C8A8-9934-1BE8-A2E8-37A43B8A3CE8}"/>
          </ac:spMkLst>
        </pc:spChg>
        <pc:spChg chg="del mod ord">
          <ac:chgData name="Pranay Gurumukhi" userId="8a075444-1b31-490a-9344-81a2765c5dcf" providerId="ADAL" clId="{C84E57F3-619D-46AA-A915-572FA8D03708}" dt="2026-08-20T16:59:24.062" v="2258" actId="478"/>
          <ac:spMkLst>
            <pc:docMk/>
            <pc:sldMk cId="932181080" sldId="2142533078"/>
            <ac:spMk id="15" creationId="{9F1315FC-F7B1-E5A4-7C65-A024DAA6446E}"/>
          </ac:spMkLst>
        </pc:spChg>
        <pc:spChg chg="add del">
          <ac:chgData name="Pranay Gurumukhi" userId="8a075444-1b31-490a-9344-81a2765c5dcf" providerId="ADAL" clId="{C84E57F3-619D-46AA-A915-572FA8D03708}" dt="2026-08-20T17:03:29.721" v="2355" actId="21"/>
          <ac:spMkLst>
            <pc:docMk/>
            <pc:sldMk cId="932181080" sldId="2142533078"/>
            <ac:spMk id="17" creationId="{CFE073C4-71CD-B357-995B-CD9154CAC8FE}"/>
          </ac:spMkLst>
        </pc:spChg>
        <pc:spChg chg="add del">
          <ac:chgData name="Pranay Gurumukhi" userId="8a075444-1b31-490a-9344-81a2765c5dcf" providerId="ADAL" clId="{C84E57F3-619D-46AA-A915-572FA8D03708}" dt="2026-08-20T17:03:29.721" v="2355" actId="21"/>
          <ac:spMkLst>
            <pc:docMk/>
            <pc:sldMk cId="932181080" sldId="2142533078"/>
            <ac:spMk id="19" creationId="{B7A010B3-554A-555F-C1FF-C35684523BDD}"/>
          </ac:spMkLst>
        </pc:spChg>
        <pc:spChg chg="add del">
          <ac:chgData name="Pranay Gurumukhi" userId="8a075444-1b31-490a-9344-81a2765c5dcf" providerId="ADAL" clId="{C84E57F3-619D-46AA-A915-572FA8D03708}" dt="2026-08-20T17:03:29.721" v="2355" actId="21"/>
          <ac:spMkLst>
            <pc:docMk/>
            <pc:sldMk cId="932181080" sldId="2142533078"/>
            <ac:spMk id="21" creationId="{D7F49A5E-BDC5-E996-A1C3-2BA6479A2DEE}"/>
          </ac:spMkLst>
        </pc:spChg>
        <pc:spChg chg="add del">
          <ac:chgData name="Pranay Gurumukhi" userId="8a075444-1b31-490a-9344-81a2765c5dcf" providerId="ADAL" clId="{C84E57F3-619D-46AA-A915-572FA8D03708}" dt="2026-08-20T17:03:29.721" v="2355" actId="21"/>
          <ac:spMkLst>
            <pc:docMk/>
            <pc:sldMk cId="932181080" sldId="2142533078"/>
            <ac:spMk id="23" creationId="{556DE65B-C634-2266-9373-347042F99B51}"/>
          </ac:spMkLst>
        </pc:spChg>
        <pc:spChg chg="mod">
          <ac:chgData name="Pranay Gurumukhi" userId="8a075444-1b31-490a-9344-81a2765c5dcf" providerId="ADAL" clId="{C84E57F3-619D-46AA-A915-572FA8D03708}" dt="2026-08-14T05:01:18.465" v="451" actId="20577"/>
          <ac:spMkLst>
            <pc:docMk/>
            <pc:sldMk cId="932181080" sldId="2142533078"/>
            <ac:spMk id="24" creationId="{50C8EEAB-A8AA-7C3B-3071-933C2FA268B5}"/>
          </ac:spMkLst>
        </pc:spChg>
        <pc:spChg chg="add mod">
          <ac:chgData name="Pranay Gurumukhi" userId="8a075444-1b31-490a-9344-81a2765c5dcf" providerId="ADAL" clId="{C84E57F3-619D-46AA-A915-572FA8D03708}" dt="2026-08-20T16:59:16.477" v="2255" actId="1076"/>
          <ac:spMkLst>
            <pc:docMk/>
            <pc:sldMk cId="932181080" sldId="2142533078"/>
            <ac:spMk id="25" creationId="{B4BCDE50-9553-E153-3572-D1132480AD43}"/>
          </ac:spMkLst>
        </pc:spChg>
        <pc:spChg chg="add mod">
          <ac:chgData name="Pranay Gurumukhi" userId="8a075444-1b31-490a-9344-81a2765c5dcf" providerId="ADAL" clId="{C84E57F3-619D-46AA-A915-572FA8D03708}" dt="2026-08-20T16:59:20.859" v="2257" actId="1076"/>
          <ac:spMkLst>
            <pc:docMk/>
            <pc:sldMk cId="932181080" sldId="2142533078"/>
            <ac:spMk id="26" creationId="{4A203038-8359-6B0B-169D-8C1F521421F2}"/>
          </ac:spMkLst>
        </pc:spChg>
        <pc:spChg chg="add mod">
          <ac:chgData name="Pranay Gurumukhi" userId="8a075444-1b31-490a-9344-81a2765c5dcf" providerId="ADAL" clId="{C84E57F3-619D-46AA-A915-572FA8D03708}" dt="2026-08-20T17:00:43.723" v="2267" actId="1076"/>
          <ac:spMkLst>
            <pc:docMk/>
            <pc:sldMk cId="932181080" sldId="2142533078"/>
            <ac:spMk id="27" creationId="{EF4C6853-13B0-F0B5-F363-63E540597B55}"/>
          </ac:spMkLst>
        </pc:spChg>
        <pc:spChg chg="add mod">
          <ac:chgData name="Pranay Gurumukhi" userId="8a075444-1b31-490a-9344-81a2765c5dcf" providerId="ADAL" clId="{C84E57F3-619D-46AA-A915-572FA8D03708}" dt="2026-08-20T17:01:26.554" v="2282" actId="1076"/>
          <ac:spMkLst>
            <pc:docMk/>
            <pc:sldMk cId="932181080" sldId="2142533078"/>
            <ac:spMk id="28" creationId="{97DEEBD9-D570-0AA4-9AC5-220556645F65}"/>
          </ac:spMkLst>
        </pc:spChg>
        <pc:spChg chg="add mod">
          <ac:chgData name="Pranay Gurumukhi" userId="8a075444-1b31-490a-9344-81a2765c5dcf" providerId="ADAL" clId="{C84E57F3-619D-46AA-A915-572FA8D03708}" dt="2026-08-20T17:02:39.151" v="2343" actId="1076"/>
          <ac:spMkLst>
            <pc:docMk/>
            <pc:sldMk cId="932181080" sldId="2142533078"/>
            <ac:spMk id="29" creationId="{B507D5C7-E575-E58E-DE45-F3BAA94E04D8}"/>
          </ac:spMkLst>
        </pc:spChg>
        <pc:spChg chg="add mod">
          <ac:chgData name="Pranay Gurumukhi" userId="8a075444-1b31-490a-9344-81a2765c5dcf" providerId="ADAL" clId="{C84E57F3-619D-46AA-A915-572FA8D03708}" dt="2026-08-20T17:02:56.784" v="2346" actId="1076"/>
          <ac:spMkLst>
            <pc:docMk/>
            <pc:sldMk cId="932181080" sldId="2142533078"/>
            <ac:spMk id="30" creationId="{CCD2F52C-4ACF-D245-7F42-E55EC6E6C2D4}"/>
          </ac:spMkLst>
        </pc:spChg>
        <pc:spChg chg="add mod">
          <ac:chgData name="Pranay Gurumukhi" userId="8a075444-1b31-490a-9344-81a2765c5dcf" providerId="ADAL" clId="{C84E57F3-619D-46AA-A915-572FA8D03708}" dt="2026-08-20T17:03:01.366" v="2348" actId="1076"/>
          <ac:spMkLst>
            <pc:docMk/>
            <pc:sldMk cId="932181080" sldId="2142533078"/>
            <ac:spMk id="31" creationId="{42711D72-FF90-B4A7-52A2-3D69C03310B8}"/>
          </ac:spMkLst>
        </pc:spChg>
        <pc:picChg chg="add mod">
          <ac:chgData name="Pranay Gurumukhi" userId="8a075444-1b31-490a-9344-81a2765c5dcf" providerId="ADAL" clId="{C84E57F3-619D-46AA-A915-572FA8D03708}" dt="2026-08-14T04:58:49.060" v="423" actId="1076"/>
          <ac:picMkLst>
            <pc:docMk/>
            <pc:sldMk cId="932181080" sldId="2142533078"/>
            <ac:picMk id="6" creationId="{A1AEC0A0-B027-4100-0920-FB1B362A191D}"/>
          </ac:picMkLst>
        </pc:picChg>
        <pc:picChg chg="add mod">
          <ac:chgData name="Pranay Gurumukhi" userId="8a075444-1b31-490a-9344-81a2765c5dcf" providerId="ADAL" clId="{C84E57F3-619D-46AA-A915-572FA8D03708}" dt="2026-08-14T04:59:28.762" v="432" actId="14100"/>
          <ac:picMkLst>
            <pc:docMk/>
            <pc:sldMk cId="932181080" sldId="2142533078"/>
            <ac:picMk id="9" creationId="{53425C3C-77D3-C4EB-E97C-5D1709A82693}"/>
          </ac:picMkLst>
        </pc:picChg>
      </pc:sldChg>
      <pc:sldChg chg="addSp delSp modSp add mod ord">
        <pc:chgData name="Pranay Gurumukhi" userId="8a075444-1b31-490a-9344-81a2765c5dcf" providerId="ADAL" clId="{C84E57F3-619D-46AA-A915-572FA8D03708}" dt="2026-08-20T16:58:40.864" v="2250" actId="21"/>
        <pc:sldMkLst>
          <pc:docMk/>
          <pc:sldMk cId="4280322761" sldId="2142533079"/>
        </pc:sldMkLst>
        <pc:spChg chg="mod">
          <ac:chgData name="Pranay Gurumukhi" userId="8a075444-1b31-490a-9344-81a2765c5dcf" providerId="ADAL" clId="{C84E57F3-619D-46AA-A915-572FA8D03708}" dt="2026-08-20T16:57:00.610" v="2241" actId="20577"/>
          <ac:spMkLst>
            <pc:docMk/>
            <pc:sldMk cId="4280322761" sldId="2142533079"/>
            <ac:spMk id="2" creationId="{05E455E0-6D7A-3CCB-245E-A4DE36BF41C7}"/>
          </ac:spMkLst>
        </pc:spChg>
        <pc:spChg chg="add del">
          <ac:chgData name="Pranay Gurumukhi" userId="8a075444-1b31-490a-9344-81a2765c5dcf" providerId="ADAL" clId="{C84E57F3-619D-46AA-A915-572FA8D03708}" dt="2026-08-20T16:58:40.864" v="2250" actId="21"/>
          <ac:spMkLst>
            <pc:docMk/>
            <pc:sldMk cId="4280322761" sldId="2142533079"/>
            <ac:spMk id="7" creationId="{912B9AC1-49F5-3106-3D9B-CB8E9931AAE3}"/>
          </ac:spMkLst>
        </pc:spChg>
        <pc:spChg chg="add del">
          <ac:chgData name="Pranay Gurumukhi" userId="8a075444-1b31-490a-9344-81a2765c5dcf" providerId="ADAL" clId="{C84E57F3-619D-46AA-A915-572FA8D03708}" dt="2026-08-20T16:58:40.864" v="2250" actId="21"/>
          <ac:spMkLst>
            <pc:docMk/>
            <pc:sldMk cId="4280322761" sldId="2142533079"/>
            <ac:spMk id="10" creationId="{D8337DCD-7318-AA8E-85A8-40BAA289DA57}"/>
          </ac:spMkLst>
        </pc:spChg>
        <pc:spChg chg="add del">
          <ac:chgData name="Pranay Gurumukhi" userId="8a075444-1b31-490a-9344-81a2765c5dcf" providerId="ADAL" clId="{C84E57F3-619D-46AA-A915-572FA8D03708}" dt="2026-08-20T16:58:40.864" v="2250" actId="21"/>
          <ac:spMkLst>
            <pc:docMk/>
            <pc:sldMk cId="4280322761" sldId="2142533079"/>
            <ac:spMk id="12" creationId="{002A6F27-8678-3367-6FD1-DAF116F82C1B}"/>
          </ac:spMkLst>
        </pc:spChg>
        <pc:spChg chg="add del">
          <ac:chgData name="Pranay Gurumukhi" userId="8a075444-1b31-490a-9344-81a2765c5dcf" providerId="ADAL" clId="{C84E57F3-619D-46AA-A915-572FA8D03708}" dt="2026-08-20T16:58:40.864" v="2250" actId="21"/>
          <ac:spMkLst>
            <pc:docMk/>
            <pc:sldMk cId="4280322761" sldId="2142533079"/>
            <ac:spMk id="14" creationId="{21E4A976-32BF-7DDA-AC8C-6F73BE26596B}"/>
          </ac:spMkLst>
        </pc:spChg>
        <pc:spChg chg="del mod ord">
          <ac:chgData name="Pranay Gurumukhi" userId="8a075444-1b31-490a-9344-81a2765c5dcf" providerId="ADAL" clId="{C84E57F3-619D-46AA-A915-572FA8D03708}" dt="2026-08-20T16:56:11.164" v="2234" actId="478"/>
          <ac:spMkLst>
            <pc:docMk/>
            <pc:sldMk cId="4280322761" sldId="2142533079"/>
            <ac:spMk id="15" creationId="{9943B67C-C390-AC0C-6DE7-C4C570926283}"/>
          </ac:spMkLst>
        </pc:spChg>
        <pc:spChg chg="add del">
          <ac:chgData name="Pranay Gurumukhi" userId="8a075444-1b31-490a-9344-81a2765c5dcf" providerId="ADAL" clId="{C84E57F3-619D-46AA-A915-572FA8D03708}" dt="2026-08-20T16:58:40.864" v="2250" actId="21"/>
          <ac:spMkLst>
            <pc:docMk/>
            <pc:sldMk cId="4280322761" sldId="2142533079"/>
            <ac:spMk id="17" creationId="{C3A8A508-A1FC-D123-4567-055F375AC6BB}"/>
          </ac:spMkLst>
        </pc:spChg>
        <pc:spChg chg="add del">
          <ac:chgData name="Pranay Gurumukhi" userId="8a075444-1b31-490a-9344-81a2765c5dcf" providerId="ADAL" clId="{C84E57F3-619D-46AA-A915-572FA8D03708}" dt="2026-08-20T16:58:40.864" v="2250" actId="21"/>
          <ac:spMkLst>
            <pc:docMk/>
            <pc:sldMk cId="4280322761" sldId="2142533079"/>
            <ac:spMk id="19" creationId="{2F4E99FD-BA80-FF2D-1E79-D493A33CA11A}"/>
          </ac:spMkLst>
        </pc:spChg>
        <pc:spChg chg="add del">
          <ac:chgData name="Pranay Gurumukhi" userId="8a075444-1b31-490a-9344-81a2765c5dcf" providerId="ADAL" clId="{C84E57F3-619D-46AA-A915-572FA8D03708}" dt="2026-08-20T16:58:40.864" v="2250" actId="21"/>
          <ac:spMkLst>
            <pc:docMk/>
            <pc:sldMk cId="4280322761" sldId="2142533079"/>
            <ac:spMk id="21" creationId="{86E3C5A3-4838-81B3-A4FA-AA75EB8A6981}"/>
          </ac:spMkLst>
        </pc:spChg>
        <pc:spChg chg="add del">
          <ac:chgData name="Pranay Gurumukhi" userId="8a075444-1b31-490a-9344-81a2765c5dcf" providerId="ADAL" clId="{C84E57F3-619D-46AA-A915-572FA8D03708}" dt="2026-08-20T16:58:40.864" v="2250" actId="21"/>
          <ac:spMkLst>
            <pc:docMk/>
            <pc:sldMk cId="4280322761" sldId="2142533079"/>
            <ac:spMk id="23" creationId="{6DF73733-C21F-906B-2EA8-F61FB25209D5}"/>
          </ac:spMkLst>
        </pc:spChg>
        <pc:spChg chg="mod">
          <ac:chgData name="Pranay Gurumukhi" userId="8a075444-1b31-490a-9344-81a2765c5dcf" providerId="ADAL" clId="{C84E57F3-619D-46AA-A915-572FA8D03708}" dt="2026-08-14T04:55:11.476" v="395" actId="20577"/>
          <ac:spMkLst>
            <pc:docMk/>
            <pc:sldMk cId="4280322761" sldId="2142533079"/>
            <ac:spMk id="24" creationId="{5D600EFC-A1DD-20C1-32AC-53A2190799F7}"/>
          </ac:spMkLst>
        </pc:spChg>
        <pc:spChg chg="add mod">
          <ac:chgData name="Pranay Gurumukhi" userId="8a075444-1b31-490a-9344-81a2765c5dcf" providerId="ADAL" clId="{C84E57F3-619D-46AA-A915-572FA8D03708}" dt="2026-08-20T16:54:14.832" v="2220" actId="1076"/>
          <ac:spMkLst>
            <pc:docMk/>
            <pc:sldMk cId="4280322761" sldId="2142533079"/>
            <ac:spMk id="25" creationId="{B06E7957-E842-D008-6217-F40F684C4662}"/>
          </ac:spMkLst>
        </pc:spChg>
        <pc:spChg chg="add mod">
          <ac:chgData name="Pranay Gurumukhi" userId="8a075444-1b31-490a-9344-81a2765c5dcf" providerId="ADAL" clId="{C84E57F3-619D-46AA-A915-572FA8D03708}" dt="2026-08-20T16:56:09.216" v="2233" actId="1076"/>
          <ac:spMkLst>
            <pc:docMk/>
            <pc:sldMk cId="4280322761" sldId="2142533079"/>
            <ac:spMk id="26" creationId="{430B2861-0B94-729E-8F64-25ACA3629E7E}"/>
          </ac:spMkLst>
        </pc:spChg>
        <pc:spChg chg="add mod">
          <ac:chgData name="Pranay Gurumukhi" userId="8a075444-1b31-490a-9344-81a2765c5dcf" providerId="ADAL" clId="{C84E57F3-619D-46AA-A915-572FA8D03708}" dt="2026-08-20T16:56:18.143" v="2236" actId="1076"/>
          <ac:spMkLst>
            <pc:docMk/>
            <pc:sldMk cId="4280322761" sldId="2142533079"/>
            <ac:spMk id="27" creationId="{D48A2720-57DA-2899-8D69-14DDD2960012}"/>
          </ac:spMkLst>
        </pc:spChg>
        <pc:spChg chg="add mod">
          <ac:chgData name="Pranay Gurumukhi" userId="8a075444-1b31-490a-9344-81a2765c5dcf" providerId="ADAL" clId="{C84E57F3-619D-46AA-A915-572FA8D03708}" dt="2026-08-20T16:56:29.864" v="2238" actId="1076"/>
          <ac:spMkLst>
            <pc:docMk/>
            <pc:sldMk cId="4280322761" sldId="2142533079"/>
            <ac:spMk id="28" creationId="{B38B83E3-6EC0-D6E7-2202-33AED452BA8E}"/>
          </ac:spMkLst>
        </pc:spChg>
        <pc:spChg chg="add mod">
          <ac:chgData name="Pranay Gurumukhi" userId="8a075444-1b31-490a-9344-81a2765c5dcf" providerId="ADAL" clId="{C84E57F3-619D-46AA-A915-572FA8D03708}" dt="2026-08-20T16:56:45.454" v="2240" actId="1076"/>
          <ac:spMkLst>
            <pc:docMk/>
            <pc:sldMk cId="4280322761" sldId="2142533079"/>
            <ac:spMk id="29" creationId="{F9A08BE2-AA99-6821-CB9A-E3DF8CCBC381}"/>
          </ac:spMkLst>
        </pc:spChg>
        <pc:picChg chg="add mod">
          <ac:chgData name="Pranay Gurumukhi" userId="8a075444-1b31-490a-9344-81a2765c5dcf" providerId="ADAL" clId="{C84E57F3-619D-46AA-A915-572FA8D03708}" dt="2026-08-14T04:55:19.885" v="400" actId="1076"/>
          <ac:picMkLst>
            <pc:docMk/>
            <pc:sldMk cId="4280322761" sldId="2142533079"/>
            <ac:picMk id="6" creationId="{BC38ADBF-7E24-046F-F175-8EE96F95AF81}"/>
          </ac:picMkLst>
        </pc:picChg>
        <pc:picChg chg="add mod">
          <ac:chgData name="Pranay Gurumukhi" userId="8a075444-1b31-490a-9344-81a2765c5dcf" providerId="ADAL" clId="{C84E57F3-619D-46AA-A915-572FA8D03708}" dt="2026-08-14T04:56:17.795" v="410" actId="1076"/>
          <ac:picMkLst>
            <pc:docMk/>
            <pc:sldMk cId="4280322761" sldId="2142533079"/>
            <ac:picMk id="9" creationId="{8CCDBC9C-8297-EB96-D51D-85B596E2F003}"/>
          </ac:picMkLst>
        </pc:picChg>
      </pc:sldChg>
      <pc:sldChg chg="addSp delSp modSp add mod">
        <pc:chgData name="Pranay Gurumukhi" userId="8a075444-1b31-490a-9344-81a2765c5dcf" providerId="ADAL" clId="{C84E57F3-619D-46AA-A915-572FA8D03708}" dt="2026-08-20T18:26:15.628" v="2439" actId="21"/>
        <pc:sldMkLst>
          <pc:docMk/>
          <pc:sldMk cId="184704725" sldId="2142533080"/>
        </pc:sldMkLst>
        <pc:spChg chg="mod">
          <ac:chgData name="Pranay Gurumukhi" userId="8a075444-1b31-490a-9344-81a2765c5dcf" providerId="ADAL" clId="{C84E57F3-619D-46AA-A915-572FA8D03708}" dt="2026-08-20T18:19:39.899" v="2405" actId="20577"/>
          <ac:spMkLst>
            <pc:docMk/>
            <pc:sldMk cId="184704725" sldId="2142533080"/>
            <ac:spMk id="2" creationId="{370DB0D4-4998-AC62-840D-0F1076206E7D}"/>
          </ac:spMkLst>
        </pc:spChg>
        <pc:spChg chg="add del mod">
          <ac:chgData name="Pranay Gurumukhi" userId="8a075444-1b31-490a-9344-81a2765c5dcf" providerId="ADAL" clId="{C84E57F3-619D-46AA-A915-572FA8D03708}" dt="2026-08-20T18:26:15.628" v="2439" actId="21"/>
          <ac:spMkLst>
            <pc:docMk/>
            <pc:sldMk cId="184704725" sldId="2142533080"/>
            <ac:spMk id="7" creationId="{AC209428-1FED-5FBB-E988-B23C6EA0B4DC}"/>
          </ac:spMkLst>
        </pc:spChg>
        <pc:spChg chg="add del mod">
          <ac:chgData name="Pranay Gurumukhi" userId="8a075444-1b31-490a-9344-81a2765c5dcf" providerId="ADAL" clId="{C84E57F3-619D-46AA-A915-572FA8D03708}" dt="2026-08-20T18:26:15.628" v="2439" actId="21"/>
          <ac:spMkLst>
            <pc:docMk/>
            <pc:sldMk cId="184704725" sldId="2142533080"/>
            <ac:spMk id="10" creationId="{ECF41CCF-905F-FE1F-DDB5-68DD73FD041E}"/>
          </ac:spMkLst>
        </pc:spChg>
        <pc:spChg chg="add del">
          <ac:chgData name="Pranay Gurumukhi" userId="8a075444-1b31-490a-9344-81a2765c5dcf" providerId="ADAL" clId="{C84E57F3-619D-46AA-A915-572FA8D03708}" dt="2026-08-20T18:26:15.628" v="2439" actId="21"/>
          <ac:spMkLst>
            <pc:docMk/>
            <pc:sldMk cId="184704725" sldId="2142533080"/>
            <ac:spMk id="12" creationId="{689F516F-F66B-FE2C-9EC4-28351FB40BEC}"/>
          </ac:spMkLst>
        </pc:spChg>
        <pc:spChg chg="add del">
          <ac:chgData name="Pranay Gurumukhi" userId="8a075444-1b31-490a-9344-81a2765c5dcf" providerId="ADAL" clId="{C84E57F3-619D-46AA-A915-572FA8D03708}" dt="2026-08-20T18:26:15.628" v="2439" actId="21"/>
          <ac:spMkLst>
            <pc:docMk/>
            <pc:sldMk cId="184704725" sldId="2142533080"/>
            <ac:spMk id="14" creationId="{80542668-99B1-2D96-65B5-691EC76DA328}"/>
          </ac:spMkLst>
        </pc:spChg>
        <pc:spChg chg="add del mod ord">
          <ac:chgData name="Pranay Gurumukhi" userId="8a075444-1b31-490a-9344-81a2765c5dcf" providerId="ADAL" clId="{C84E57F3-619D-46AA-A915-572FA8D03708}" dt="2026-08-20T18:19:52.766" v="2406" actId="14100"/>
          <ac:spMkLst>
            <pc:docMk/>
            <pc:sldMk cId="184704725" sldId="2142533080"/>
            <ac:spMk id="15" creationId="{CCF518CD-DC42-F4FB-C306-D5DD8149A3F5}"/>
          </ac:spMkLst>
        </pc:spChg>
        <pc:spChg chg="add del">
          <ac:chgData name="Pranay Gurumukhi" userId="8a075444-1b31-490a-9344-81a2765c5dcf" providerId="ADAL" clId="{C84E57F3-619D-46AA-A915-572FA8D03708}" dt="2026-08-20T18:26:15.628" v="2439" actId="21"/>
          <ac:spMkLst>
            <pc:docMk/>
            <pc:sldMk cId="184704725" sldId="2142533080"/>
            <ac:spMk id="17" creationId="{C929FDCE-4D6A-BC64-8A62-469D824A15AC}"/>
          </ac:spMkLst>
        </pc:spChg>
        <pc:spChg chg="add del">
          <ac:chgData name="Pranay Gurumukhi" userId="8a075444-1b31-490a-9344-81a2765c5dcf" providerId="ADAL" clId="{C84E57F3-619D-46AA-A915-572FA8D03708}" dt="2026-08-20T18:26:15.628" v="2439" actId="21"/>
          <ac:spMkLst>
            <pc:docMk/>
            <pc:sldMk cId="184704725" sldId="2142533080"/>
            <ac:spMk id="19" creationId="{FFB815EE-639D-9E31-FDAF-3EF4D4EA3232}"/>
          </ac:spMkLst>
        </pc:spChg>
        <pc:spChg chg="add del">
          <ac:chgData name="Pranay Gurumukhi" userId="8a075444-1b31-490a-9344-81a2765c5dcf" providerId="ADAL" clId="{C84E57F3-619D-46AA-A915-572FA8D03708}" dt="2026-08-20T18:26:15.628" v="2439" actId="21"/>
          <ac:spMkLst>
            <pc:docMk/>
            <pc:sldMk cId="184704725" sldId="2142533080"/>
            <ac:spMk id="21" creationId="{36B0CF04-70B9-242C-8D1D-C10F4B5DB81A}"/>
          </ac:spMkLst>
        </pc:spChg>
        <pc:spChg chg="add del">
          <ac:chgData name="Pranay Gurumukhi" userId="8a075444-1b31-490a-9344-81a2765c5dcf" providerId="ADAL" clId="{C84E57F3-619D-46AA-A915-572FA8D03708}" dt="2026-08-20T18:26:15.628" v="2439" actId="21"/>
          <ac:spMkLst>
            <pc:docMk/>
            <pc:sldMk cId="184704725" sldId="2142533080"/>
            <ac:spMk id="23" creationId="{2EA6E041-83A7-EC55-762E-02C0E297FF26}"/>
          </ac:spMkLst>
        </pc:spChg>
        <pc:spChg chg="mod">
          <ac:chgData name="Pranay Gurumukhi" userId="8a075444-1b31-490a-9344-81a2765c5dcf" providerId="ADAL" clId="{C84E57F3-619D-46AA-A915-572FA8D03708}" dt="2026-08-17T04:52:19.499" v="489" actId="20577"/>
          <ac:spMkLst>
            <pc:docMk/>
            <pc:sldMk cId="184704725" sldId="2142533080"/>
            <ac:spMk id="24" creationId="{CD8C5FCE-BD1F-67F4-9311-74960F47B6AC}"/>
          </ac:spMkLst>
        </pc:spChg>
        <pc:spChg chg="add mod">
          <ac:chgData name="Pranay Gurumukhi" userId="8a075444-1b31-490a-9344-81a2765c5dcf" providerId="ADAL" clId="{C84E57F3-619D-46AA-A915-572FA8D03708}" dt="2026-08-20T18:18:49.127" v="2375" actId="1076"/>
          <ac:spMkLst>
            <pc:docMk/>
            <pc:sldMk cId="184704725" sldId="2142533080"/>
            <ac:spMk id="25" creationId="{1C0AF818-C27A-E46E-E4D3-FB4AA0EFD37F}"/>
          </ac:spMkLst>
        </pc:spChg>
        <pc:spChg chg="add mod">
          <ac:chgData name="Pranay Gurumukhi" userId="8a075444-1b31-490a-9344-81a2765c5dcf" providerId="ADAL" clId="{C84E57F3-619D-46AA-A915-572FA8D03708}" dt="2026-08-20T18:18:54.310" v="2377" actId="1076"/>
          <ac:spMkLst>
            <pc:docMk/>
            <pc:sldMk cId="184704725" sldId="2142533080"/>
            <ac:spMk id="26" creationId="{3FF52527-2D82-791C-E672-40CED8765AB2}"/>
          </ac:spMkLst>
        </pc:spChg>
        <pc:spChg chg="add mod">
          <ac:chgData name="Pranay Gurumukhi" userId="8a075444-1b31-490a-9344-81a2765c5dcf" providerId="ADAL" clId="{C84E57F3-619D-46AA-A915-572FA8D03708}" dt="2026-08-20T18:19:09.911" v="2379" actId="1076"/>
          <ac:spMkLst>
            <pc:docMk/>
            <pc:sldMk cId="184704725" sldId="2142533080"/>
            <ac:spMk id="27" creationId="{381675D7-7A13-0B44-CF93-93CE3A9EFFA2}"/>
          </ac:spMkLst>
        </pc:spChg>
        <pc:spChg chg="add mod">
          <ac:chgData name="Pranay Gurumukhi" userId="8a075444-1b31-490a-9344-81a2765c5dcf" providerId="ADAL" clId="{C84E57F3-619D-46AA-A915-572FA8D03708}" dt="2026-08-20T18:20:03.778" v="2409" actId="14100"/>
          <ac:spMkLst>
            <pc:docMk/>
            <pc:sldMk cId="184704725" sldId="2142533080"/>
            <ac:spMk id="28" creationId="{2817CD5C-DA8D-75C8-DFF4-A425C5F51375}"/>
          </ac:spMkLst>
        </pc:spChg>
        <pc:spChg chg="add mod">
          <ac:chgData name="Pranay Gurumukhi" userId="8a075444-1b31-490a-9344-81a2765c5dcf" providerId="ADAL" clId="{C84E57F3-619D-46AA-A915-572FA8D03708}" dt="2026-08-20T18:20:11.465" v="2411" actId="1076"/>
          <ac:spMkLst>
            <pc:docMk/>
            <pc:sldMk cId="184704725" sldId="2142533080"/>
            <ac:spMk id="29" creationId="{E87F774B-E8E3-840A-9AE8-A52ACFF100FD}"/>
          </ac:spMkLst>
        </pc:spChg>
        <pc:spChg chg="add mod">
          <ac:chgData name="Pranay Gurumukhi" userId="8a075444-1b31-490a-9344-81a2765c5dcf" providerId="ADAL" clId="{C84E57F3-619D-46AA-A915-572FA8D03708}" dt="2026-08-20T18:20:22.551" v="2413" actId="1076"/>
          <ac:spMkLst>
            <pc:docMk/>
            <pc:sldMk cId="184704725" sldId="2142533080"/>
            <ac:spMk id="30" creationId="{C7537435-17D0-F8B2-ADBD-AC85CF0DEF92}"/>
          </ac:spMkLst>
        </pc:spChg>
        <pc:spChg chg="add mod">
          <ac:chgData name="Pranay Gurumukhi" userId="8a075444-1b31-490a-9344-81a2765c5dcf" providerId="ADAL" clId="{C84E57F3-619D-46AA-A915-572FA8D03708}" dt="2026-08-20T18:26:09.842" v="2438" actId="767"/>
          <ac:spMkLst>
            <pc:docMk/>
            <pc:sldMk cId="184704725" sldId="2142533080"/>
            <ac:spMk id="31" creationId="{F89981CD-8C3A-3B5C-F4CA-DDB24CC1FF72}"/>
          </ac:spMkLst>
        </pc:spChg>
        <pc:picChg chg="add mod modCrop">
          <ac:chgData name="Pranay Gurumukhi" userId="8a075444-1b31-490a-9344-81a2765c5dcf" providerId="ADAL" clId="{C84E57F3-619D-46AA-A915-572FA8D03708}" dt="2026-08-17T04:50:37.326" v="465" actId="1076"/>
          <ac:picMkLst>
            <pc:docMk/>
            <pc:sldMk cId="184704725" sldId="2142533080"/>
            <ac:picMk id="6" creationId="{DA3B2D24-7BDE-5C23-1E2C-58377D5A5692}"/>
          </ac:picMkLst>
        </pc:picChg>
        <pc:picChg chg="add mod">
          <ac:chgData name="Pranay Gurumukhi" userId="8a075444-1b31-490a-9344-81a2765c5dcf" providerId="ADAL" clId="{C84E57F3-619D-46AA-A915-572FA8D03708}" dt="2026-08-17T04:50:33.251" v="464" actId="1076"/>
          <ac:picMkLst>
            <pc:docMk/>
            <pc:sldMk cId="184704725" sldId="2142533080"/>
            <ac:picMk id="9" creationId="{717C796F-A626-E110-7D74-9E2E3C84EDAA}"/>
          </ac:picMkLst>
        </pc:picChg>
      </pc:sldChg>
      <pc:sldChg chg="addSp delSp modSp add mod">
        <pc:chgData name="Pranay Gurumukhi" userId="8a075444-1b31-490a-9344-81a2765c5dcf" providerId="ADAL" clId="{C84E57F3-619D-46AA-A915-572FA8D03708}" dt="2026-08-20T18:33:10.317" v="2482" actId="21"/>
        <pc:sldMkLst>
          <pc:docMk/>
          <pc:sldMk cId="1318012194" sldId="2142533081"/>
        </pc:sldMkLst>
        <pc:spChg chg="del mod">
          <ac:chgData name="Pranay Gurumukhi" userId="8a075444-1b31-490a-9344-81a2765c5dcf" providerId="ADAL" clId="{C84E57F3-619D-46AA-A915-572FA8D03708}" dt="2026-08-20T18:25:14.590" v="2425" actId="478"/>
          <ac:spMkLst>
            <pc:docMk/>
            <pc:sldMk cId="1318012194" sldId="2142533081"/>
            <ac:spMk id="2" creationId="{63A59F9B-D106-5314-E3A1-ADF087568825}"/>
          </ac:spMkLst>
        </pc:spChg>
        <pc:spChg chg="del">
          <ac:chgData name="Pranay Gurumukhi" userId="8a075444-1b31-490a-9344-81a2765c5dcf" providerId="ADAL" clId="{C84E57F3-619D-46AA-A915-572FA8D03708}" dt="2026-08-20T18:25:16.703" v="2427" actId="478"/>
          <ac:spMkLst>
            <pc:docMk/>
            <pc:sldMk cId="1318012194" sldId="2142533081"/>
            <ac:spMk id="4" creationId="{18DB7616-9DD4-6D7E-EC25-1ADC0B99392C}"/>
          </ac:spMkLst>
        </pc:spChg>
        <pc:spChg chg="del">
          <ac:chgData name="Pranay Gurumukhi" userId="8a075444-1b31-490a-9344-81a2765c5dcf" providerId="ADAL" clId="{C84E57F3-619D-46AA-A915-572FA8D03708}" dt="2026-08-20T18:25:15.815" v="2426" actId="478"/>
          <ac:spMkLst>
            <pc:docMk/>
            <pc:sldMk cId="1318012194" sldId="2142533081"/>
            <ac:spMk id="5" creationId="{677917FB-DBCF-7557-173E-958069E64C6A}"/>
          </ac:spMkLst>
        </pc:spChg>
        <pc:spChg chg="add del">
          <ac:chgData name="Pranay Gurumukhi" userId="8a075444-1b31-490a-9344-81a2765c5dcf" providerId="ADAL" clId="{C84E57F3-619D-46AA-A915-572FA8D03708}" dt="2026-08-20T18:33:10.317" v="2482" actId="21"/>
          <ac:spMkLst>
            <pc:docMk/>
            <pc:sldMk cId="1318012194" sldId="2142533081"/>
            <ac:spMk id="7" creationId="{119A8F7B-E5AD-DE95-62B5-2A485F19DC92}"/>
          </ac:spMkLst>
        </pc:spChg>
        <pc:spChg chg="add mod">
          <ac:chgData name="Pranay Gurumukhi" userId="8a075444-1b31-490a-9344-81a2765c5dcf" providerId="ADAL" clId="{C84E57F3-619D-46AA-A915-572FA8D03708}" dt="2026-08-20T18:26:01.291" v="2436" actId="108"/>
          <ac:spMkLst>
            <pc:docMk/>
            <pc:sldMk cId="1318012194" sldId="2142533081"/>
            <ac:spMk id="10" creationId="{CF17EFD8-FADF-7DC0-23F1-62DE06764BC7}"/>
          </ac:spMkLst>
        </pc:spChg>
        <pc:spChg chg="add del mod">
          <ac:chgData name="Pranay Gurumukhi" userId="8a075444-1b31-490a-9344-81a2765c5dcf" providerId="ADAL" clId="{C84E57F3-619D-46AA-A915-572FA8D03708}" dt="2026-08-20T18:25:45.540" v="2432" actId="478"/>
          <ac:spMkLst>
            <pc:docMk/>
            <pc:sldMk cId="1318012194" sldId="2142533081"/>
            <ac:spMk id="11" creationId="{702061F4-B9D4-5C0A-C27C-31F915EA6BA3}"/>
          </ac:spMkLst>
        </pc:spChg>
        <pc:spChg chg="add del">
          <ac:chgData name="Pranay Gurumukhi" userId="8a075444-1b31-490a-9344-81a2765c5dcf" providerId="ADAL" clId="{C84E57F3-619D-46AA-A915-572FA8D03708}" dt="2026-08-20T18:33:10.317" v="2482" actId="21"/>
          <ac:spMkLst>
            <pc:docMk/>
            <pc:sldMk cId="1318012194" sldId="2142533081"/>
            <ac:spMk id="12" creationId="{64DA62A1-6494-A7F1-46BB-8C03D8EFD984}"/>
          </ac:spMkLst>
        </pc:spChg>
        <pc:spChg chg="add del">
          <ac:chgData name="Pranay Gurumukhi" userId="8a075444-1b31-490a-9344-81a2765c5dcf" providerId="ADAL" clId="{C84E57F3-619D-46AA-A915-572FA8D03708}" dt="2026-08-20T18:33:10.317" v="2482" actId="21"/>
          <ac:spMkLst>
            <pc:docMk/>
            <pc:sldMk cId="1318012194" sldId="2142533081"/>
            <ac:spMk id="14" creationId="{38CBC10A-B71D-9569-7BDF-5C7A016A380F}"/>
          </ac:spMkLst>
        </pc:spChg>
        <pc:spChg chg="del mod">
          <ac:chgData name="Pranay Gurumukhi" userId="8a075444-1b31-490a-9344-81a2765c5dcf" providerId="ADAL" clId="{C84E57F3-619D-46AA-A915-572FA8D03708}" dt="2026-08-20T18:25:53.029" v="2435" actId="478"/>
          <ac:spMkLst>
            <pc:docMk/>
            <pc:sldMk cId="1318012194" sldId="2142533081"/>
            <ac:spMk id="15" creationId="{99ECFB7A-3F79-186C-E4CF-CC6434D98B57}"/>
          </ac:spMkLst>
        </pc:spChg>
        <pc:spChg chg="add del">
          <ac:chgData name="Pranay Gurumukhi" userId="8a075444-1b31-490a-9344-81a2765c5dcf" providerId="ADAL" clId="{C84E57F3-619D-46AA-A915-572FA8D03708}" dt="2026-08-20T18:33:10.317" v="2482" actId="21"/>
          <ac:spMkLst>
            <pc:docMk/>
            <pc:sldMk cId="1318012194" sldId="2142533081"/>
            <ac:spMk id="17" creationId="{D0323F27-3A14-4384-9E66-38897AE52AB0}"/>
          </ac:spMkLst>
        </pc:spChg>
        <pc:spChg chg="add del">
          <ac:chgData name="Pranay Gurumukhi" userId="8a075444-1b31-490a-9344-81a2765c5dcf" providerId="ADAL" clId="{C84E57F3-619D-46AA-A915-572FA8D03708}" dt="2026-08-20T18:33:10.317" v="2482" actId="21"/>
          <ac:spMkLst>
            <pc:docMk/>
            <pc:sldMk cId="1318012194" sldId="2142533081"/>
            <ac:spMk id="19" creationId="{89CDB445-718C-2ADC-1B30-9B5A6BD429E0}"/>
          </ac:spMkLst>
        </pc:spChg>
        <pc:spChg chg="add del">
          <ac:chgData name="Pranay Gurumukhi" userId="8a075444-1b31-490a-9344-81a2765c5dcf" providerId="ADAL" clId="{C84E57F3-619D-46AA-A915-572FA8D03708}" dt="2026-08-20T18:33:10.317" v="2482" actId="21"/>
          <ac:spMkLst>
            <pc:docMk/>
            <pc:sldMk cId="1318012194" sldId="2142533081"/>
            <ac:spMk id="21" creationId="{1019A0DA-16E5-3F1A-7D55-576777314D3D}"/>
          </ac:spMkLst>
        </pc:spChg>
        <pc:spChg chg="add del">
          <ac:chgData name="Pranay Gurumukhi" userId="8a075444-1b31-490a-9344-81a2765c5dcf" providerId="ADAL" clId="{C84E57F3-619D-46AA-A915-572FA8D03708}" dt="2026-08-20T18:33:10.317" v="2482" actId="21"/>
          <ac:spMkLst>
            <pc:docMk/>
            <pc:sldMk cId="1318012194" sldId="2142533081"/>
            <ac:spMk id="23" creationId="{5B750950-4588-5A74-BED5-568C8553B840}"/>
          </ac:spMkLst>
        </pc:spChg>
        <pc:spChg chg="mod">
          <ac:chgData name="Pranay Gurumukhi" userId="8a075444-1b31-490a-9344-81a2765c5dcf" providerId="ADAL" clId="{C84E57F3-619D-46AA-A915-572FA8D03708}" dt="2026-08-17T04:57:29.779" v="535" actId="20577"/>
          <ac:spMkLst>
            <pc:docMk/>
            <pc:sldMk cId="1318012194" sldId="2142533081"/>
            <ac:spMk id="24" creationId="{432D08A4-BE37-4256-512C-48922D4A707A}"/>
          </ac:spMkLst>
        </pc:spChg>
        <pc:spChg chg="add del">
          <ac:chgData name="Pranay Gurumukhi" userId="8a075444-1b31-490a-9344-81a2765c5dcf" providerId="ADAL" clId="{C84E57F3-619D-46AA-A915-572FA8D03708}" dt="2026-08-20T18:33:10.317" v="2482" actId="21"/>
          <ac:spMkLst>
            <pc:docMk/>
            <pc:sldMk cId="1318012194" sldId="2142533081"/>
            <ac:spMk id="26" creationId="{B6E2DA1D-EB30-A818-1902-E3DE5B7DDCA9}"/>
          </ac:spMkLst>
        </pc:spChg>
        <pc:spChg chg="add mod">
          <ac:chgData name="Pranay Gurumukhi" userId="8a075444-1b31-490a-9344-81a2765c5dcf" providerId="ADAL" clId="{C84E57F3-619D-46AA-A915-572FA8D03708}" dt="2026-08-20T18:27:42.864" v="2442" actId="1076"/>
          <ac:spMkLst>
            <pc:docMk/>
            <pc:sldMk cId="1318012194" sldId="2142533081"/>
            <ac:spMk id="27" creationId="{49493B31-1540-F856-021E-AC433AC5A620}"/>
          </ac:spMkLst>
        </pc:spChg>
        <pc:spChg chg="add mod">
          <ac:chgData name="Pranay Gurumukhi" userId="8a075444-1b31-490a-9344-81a2765c5dcf" providerId="ADAL" clId="{C84E57F3-619D-46AA-A915-572FA8D03708}" dt="2026-08-20T18:27:53.257" v="2444" actId="1076"/>
          <ac:spMkLst>
            <pc:docMk/>
            <pc:sldMk cId="1318012194" sldId="2142533081"/>
            <ac:spMk id="28" creationId="{40D384C2-557E-4388-231B-04EC7295506C}"/>
          </ac:spMkLst>
        </pc:spChg>
        <pc:spChg chg="add mod">
          <ac:chgData name="Pranay Gurumukhi" userId="8a075444-1b31-490a-9344-81a2765c5dcf" providerId="ADAL" clId="{C84E57F3-619D-46AA-A915-572FA8D03708}" dt="2026-08-20T18:28:05.222" v="2447" actId="14100"/>
          <ac:spMkLst>
            <pc:docMk/>
            <pc:sldMk cId="1318012194" sldId="2142533081"/>
            <ac:spMk id="29" creationId="{091F0394-F7A8-F898-7990-9627583E2712}"/>
          </ac:spMkLst>
        </pc:spChg>
        <pc:spChg chg="add mod">
          <ac:chgData name="Pranay Gurumukhi" userId="8a075444-1b31-490a-9344-81a2765c5dcf" providerId="ADAL" clId="{C84E57F3-619D-46AA-A915-572FA8D03708}" dt="2026-08-20T18:28:08.962" v="2449" actId="1076"/>
          <ac:spMkLst>
            <pc:docMk/>
            <pc:sldMk cId="1318012194" sldId="2142533081"/>
            <ac:spMk id="30" creationId="{CBBBE2B8-0D7E-255E-AD84-654E2FEB69B3}"/>
          </ac:spMkLst>
        </pc:spChg>
        <pc:spChg chg="add mod">
          <ac:chgData name="Pranay Gurumukhi" userId="8a075444-1b31-490a-9344-81a2765c5dcf" providerId="ADAL" clId="{C84E57F3-619D-46AA-A915-572FA8D03708}" dt="2026-08-20T18:28:24.666" v="2451" actId="1076"/>
          <ac:spMkLst>
            <pc:docMk/>
            <pc:sldMk cId="1318012194" sldId="2142533081"/>
            <ac:spMk id="31" creationId="{830505A2-B44A-9414-6A0F-76F13E23F181}"/>
          </ac:spMkLst>
        </pc:spChg>
        <pc:spChg chg="add mod">
          <ac:chgData name="Pranay Gurumukhi" userId="8a075444-1b31-490a-9344-81a2765c5dcf" providerId="ADAL" clId="{C84E57F3-619D-46AA-A915-572FA8D03708}" dt="2026-08-20T18:29:46.477" v="2453" actId="1076"/>
          <ac:spMkLst>
            <pc:docMk/>
            <pc:sldMk cId="1318012194" sldId="2142533081"/>
            <ac:spMk id="32" creationId="{D0755C6D-2A41-6C38-0096-DA5BD998E7C5}"/>
          </ac:spMkLst>
        </pc:spChg>
        <pc:spChg chg="add mod">
          <ac:chgData name="Pranay Gurumukhi" userId="8a075444-1b31-490a-9344-81a2765c5dcf" providerId="ADAL" clId="{C84E57F3-619D-46AA-A915-572FA8D03708}" dt="2026-08-20T18:29:51.296" v="2455" actId="1076"/>
          <ac:spMkLst>
            <pc:docMk/>
            <pc:sldMk cId="1318012194" sldId="2142533081"/>
            <ac:spMk id="33" creationId="{64839CD8-7789-9622-9D4E-5EE74ED90801}"/>
          </ac:spMkLst>
        </pc:spChg>
        <pc:spChg chg="add mod">
          <ac:chgData name="Pranay Gurumukhi" userId="8a075444-1b31-490a-9344-81a2765c5dcf" providerId="ADAL" clId="{C84E57F3-619D-46AA-A915-572FA8D03708}" dt="2026-08-20T18:30:13.029" v="2457" actId="1076"/>
          <ac:spMkLst>
            <pc:docMk/>
            <pc:sldMk cId="1318012194" sldId="2142533081"/>
            <ac:spMk id="34" creationId="{4ED409BC-38A5-A68D-64DE-28344FB739C6}"/>
          </ac:spMkLst>
        </pc:spChg>
        <pc:spChg chg="add mod">
          <ac:chgData name="Pranay Gurumukhi" userId="8a075444-1b31-490a-9344-81a2765c5dcf" providerId="ADAL" clId="{C84E57F3-619D-46AA-A915-572FA8D03708}" dt="2026-08-20T18:30:33.197" v="2459" actId="1076"/>
          <ac:spMkLst>
            <pc:docMk/>
            <pc:sldMk cId="1318012194" sldId="2142533081"/>
            <ac:spMk id="35" creationId="{4E4D3251-47A5-7AC1-E685-1AE8DC5FB963}"/>
          </ac:spMkLst>
        </pc:spChg>
        <pc:spChg chg="add mod">
          <ac:chgData name="Pranay Gurumukhi" userId="8a075444-1b31-490a-9344-81a2765c5dcf" providerId="ADAL" clId="{C84E57F3-619D-46AA-A915-572FA8D03708}" dt="2026-08-20T18:30:40.128" v="2462" actId="1076"/>
          <ac:spMkLst>
            <pc:docMk/>
            <pc:sldMk cId="1318012194" sldId="2142533081"/>
            <ac:spMk id="36" creationId="{7D8D6198-03F1-D409-364A-B2F751563AD5}"/>
          </ac:spMkLst>
        </pc:spChg>
        <pc:spChg chg="add mod">
          <ac:chgData name="Pranay Gurumukhi" userId="8a075444-1b31-490a-9344-81a2765c5dcf" providerId="ADAL" clId="{C84E57F3-619D-46AA-A915-572FA8D03708}" dt="2026-08-20T18:31:09.055" v="2464" actId="1076"/>
          <ac:spMkLst>
            <pc:docMk/>
            <pc:sldMk cId="1318012194" sldId="2142533081"/>
            <ac:spMk id="37" creationId="{7B21C5BF-BD54-1940-BDD0-CED24E77F595}"/>
          </ac:spMkLst>
        </pc:spChg>
        <pc:picChg chg="add del mod">
          <ac:chgData name="Pranay Gurumukhi" userId="8a075444-1b31-490a-9344-81a2765c5dcf" providerId="ADAL" clId="{C84E57F3-619D-46AA-A915-572FA8D03708}" dt="2026-08-20T18:30:35.871" v="2460" actId="478"/>
          <ac:picMkLst>
            <pc:docMk/>
            <pc:sldMk cId="1318012194" sldId="2142533081"/>
            <ac:picMk id="6" creationId="{9BB56AAC-52E2-CA5F-3522-0CC5737D2627}"/>
          </ac:picMkLst>
        </pc:picChg>
        <pc:picChg chg="add del mod ord">
          <ac:chgData name="Pranay Gurumukhi" userId="8a075444-1b31-490a-9344-81a2765c5dcf" providerId="ADAL" clId="{C84E57F3-619D-46AA-A915-572FA8D03708}" dt="2026-08-20T18:25:49.107" v="2434" actId="478"/>
          <ac:picMkLst>
            <pc:docMk/>
            <pc:sldMk cId="1318012194" sldId="2142533081"/>
            <ac:picMk id="9" creationId="{4E77270E-42D6-7B1B-9EB7-B889500A49C3}"/>
          </ac:picMkLst>
        </pc:picChg>
      </pc:sldChg>
      <pc:sldChg chg="addSp delSp modSp add mod">
        <pc:chgData name="Pranay Gurumukhi" userId="8a075444-1b31-490a-9344-81a2765c5dcf" providerId="ADAL" clId="{C84E57F3-619D-46AA-A915-572FA8D03708}" dt="2026-08-20T19:05:48.173" v="2583" actId="21"/>
        <pc:sldMkLst>
          <pc:docMk/>
          <pc:sldMk cId="1559226804" sldId="2142533082"/>
        </pc:sldMkLst>
        <pc:spChg chg="mod">
          <ac:chgData name="Pranay Gurumukhi" userId="8a075444-1b31-490a-9344-81a2765c5dcf" providerId="ADAL" clId="{C84E57F3-619D-46AA-A915-572FA8D03708}" dt="2026-08-20T18:33:46.791" v="2524" actId="20577"/>
          <ac:spMkLst>
            <pc:docMk/>
            <pc:sldMk cId="1559226804" sldId="2142533082"/>
            <ac:spMk id="2" creationId="{2EA62954-67D5-1C34-EADF-E9CE447A0116}"/>
          </ac:spMkLst>
        </pc:spChg>
        <pc:spChg chg="add del">
          <ac:chgData name="Pranay Gurumukhi" userId="8a075444-1b31-490a-9344-81a2765c5dcf" providerId="ADAL" clId="{C84E57F3-619D-46AA-A915-572FA8D03708}" dt="2026-08-20T19:05:48.173" v="2583" actId="21"/>
          <ac:spMkLst>
            <pc:docMk/>
            <pc:sldMk cId="1559226804" sldId="2142533082"/>
            <ac:spMk id="7" creationId="{303C2851-1AEC-0534-8358-0419F6F6BA91}"/>
          </ac:spMkLst>
        </pc:spChg>
        <pc:spChg chg="add mod">
          <ac:chgData name="Pranay Gurumukhi" userId="8a075444-1b31-490a-9344-81a2765c5dcf" providerId="ADAL" clId="{C84E57F3-619D-46AA-A915-572FA8D03708}" dt="2026-08-20T18:32:58.626" v="2481" actId="108"/>
          <ac:spMkLst>
            <pc:docMk/>
            <pc:sldMk cId="1559226804" sldId="2142533082"/>
            <ac:spMk id="8" creationId="{7A47DBF7-9C27-86FE-5866-5E7318F19D34}"/>
          </ac:spMkLst>
        </pc:spChg>
        <pc:spChg chg="add del">
          <ac:chgData name="Pranay Gurumukhi" userId="8a075444-1b31-490a-9344-81a2765c5dcf" providerId="ADAL" clId="{C84E57F3-619D-46AA-A915-572FA8D03708}" dt="2026-08-20T19:05:48.173" v="2583" actId="21"/>
          <ac:spMkLst>
            <pc:docMk/>
            <pc:sldMk cId="1559226804" sldId="2142533082"/>
            <ac:spMk id="11" creationId="{25F83201-EE13-DD7B-1959-1D4D47503F93}"/>
          </ac:spMkLst>
        </pc:spChg>
        <pc:spChg chg="add del">
          <ac:chgData name="Pranay Gurumukhi" userId="8a075444-1b31-490a-9344-81a2765c5dcf" providerId="ADAL" clId="{C84E57F3-619D-46AA-A915-572FA8D03708}" dt="2026-08-20T19:05:48.173" v="2583" actId="21"/>
          <ac:spMkLst>
            <pc:docMk/>
            <pc:sldMk cId="1559226804" sldId="2142533082"/>
            <ac:spMk id="13" creationId="{0814DAA4-6EA5-A57E-2D4B-4EF01317808B}"/>
          </ac:spMkLst>
        </pc:spChg>
        <pc:spChg chg="mod ord">
          <ac:chgData name="Pranay Gurumukhi" userId="8a075444-1b31-490a-9344-81a2765c5dcf" providerId="ADAL" clId="{C84E57F3-619D-46AA-A915-572FA8D03708}" dt="2026-08-20T18:32:54.663" v="2480" actId="108"/>
          <ac:spMkLst>
            <pc:docMk/>
            <pc:sldMk cId="1559226804" sldId="2142533082"/>
            <ac:spMk id="15" creationId="{5C2C451C-62AA-F135-4409-F0C95D6BE5AA}"/>
          </ac:spMkLst>
        </pc:spChg>
        <pc:spChg chg="add del">
          <ac:chgData name="Pranay Gurumukhi" userId="8a075444-1b31-490a-9344-81a2765c5dcf" providerId="ADAL" clId="{C84E57F3-619D-46AA-A915-572FA8D03708}" dt="2026-08-20T19:05:48.173" v="2583" actId="21"/>
          <ac:spMkLst>
            <pc:docMk/>
            <pc:sldMk cId="1559226804" sldId="2142533082"/>
            <ac:spMk id="16" creationId="{A5173BD9-739A-EB34-4CB3-2B2A0F7F529E}"/>
          </ac:spMkLst>
        </pc:spChg>
        <pc:spChg chg="add del">
          <ac:chgData name="Pranay Gurumukhi" userId="8a075444-1b31-490a-9344-81a2765c5dcf" providerId="ADAL" clId="{C84E57F3-619D-46AA-A915-572FA8D03708}" dt="2026-08-20T19:05:48.173" v="2583" actId="21"/>
          <ac:spMkLst>
            <pc:docMk/>
            <pc:sldMk cId="1559226804" sldId="2142533082"/>
            <ac:spMk id="18" creationId="{72788369-D334-D3A3-895F-AC192376E3C5}"/>
          </ac:spMkLst>
        </pc:spChg>
        <pc:spChg chg="add del">
          <ac:chgData name="Pranay Gurumukhi" userId="8a075444-1b31-490a-9344-81a2765c5dcf" providerId="ADAL" clId="{C84E57F3-619D-46AA-A915-572FA8D03708}" dt="2026-08-20T19:05:48.173" v="2583" actId="21"/>
          <ac:spMkLst>
            <pc:docMk/>
            <pc:sldMk cId="1559226804" sldId="2142533082"/>
            <ac:spMk id="20" creationId="{DD422492-8F94-3E58-AA86-20B6CD2AB69A}"/>
          </ac:spMkLst>
        </pc:spChg>
        <pc:spChg chg="add del">
          <ac:chgData name="Pranay Gurumukhi" userId="8a075444-1b31-490a-9344-81a2765c5dcf" providerId="ADAL" clId="{C84E57F3-619D-46AA-A915-572FA8D03708}" dt="2026-08-20T19:05:48.173" v="2583" actId="21"/>
          <ac:spMkLst>
            <pc:docMk/>
            <pc:sldMk cId="1559226804" sldId="2142533082"/>
            <ac:spMk id="22" creationId="{36D9D557-9864-242F-BA5D-DA86941CBB61}"/>
          </ac:spMkLst>
        </pc:spChg>
        <pc:spChg chg="mod">
          <ac:chgData name="Pranay Gurumukhi" userId="8a075444-1b31-490a-9344-81a2765c5dcf" providerId="ADAL" clId="{C84E57F3-619D-46AA-A915-572FA8D03708}" dt="2026-08-17T05:03:08.679" v="596" actId="20577"/>
          <ac:spMkLst>
            <pc:docMk/>
            <pc:sldMk cId="1559226804" sldId="2142533082"/>
            <ac:spMk id="24" creationId="{0092CC1F-09A2-B5A4-D7A3-14FAFEC13C60}"/>
          </ac:spMkLst>
        </pc:spChg>
        <pc:spChg chg="add del">
          <ac:chgData name="Pranay Gurumukhi" userId="8a075444-1b31-490a-9344-81a2765c5dcf" providerId="ADAL" clId="{C84E57F3-619D-46AA-A915-572FA8D03708}" dt="2026-08-20T19:05:48.173" v="2583" actId="21"/>
          <ac:spMkLst>
            <pc:docMk/>
            <pc:sldMk cId="1559226804" sldId="2142533082"/>
            <ac:spMk id="25" creationId="{F40C0CA0-100F-0631-0878-2F673CF12D6C}"/>
          </ac:spMkLst>
        </pc:spChg>
        <pc:spChg chg="add mod">
          <ac:chgData name="Pranay Gurumukhi" userId="8a075444-1b31-490a-9344-81a2765c5dcf" providerId="ADAL" clId="{C84E57F3-619D-46AA-A915-572FA8D03708}" dt="2026-08-20T18:33:26.059" v="2485" actId="1076"/>
          <ac:spMkLst>
            <pc:docMk/>
            <pc:sldMk cId="1559226804" sldId="2142533082"/>
            <ac:spMk id="26" creationId="{4EE92A6C-509F-DBCA-0077-6341208158AF}"/>
          </ac:spMkLst>
        </pc:spChg>
        <pc:spChg chg="add mod">
          <ac:chgData name="Pranay Gurumukhi" userId="8a075444-1b31-490a-9344-81a2765c5dcf" providerId="ADAL" clId="{C84E57F3-619D-46AA-A915-572FA8D03708}" dt="2026-08-20T18:33:36.436" v="2487" actId="1076"/>
          <ac:spMkLst>
            <pc:docMk/>
            <pc:sldMk cId="1559226804" sldId="2142533082"/>
            <ac:spMk id="27" creationId="{B73B90D2-C82D-8C7B-341D-CE9B7F756563}"/>
          </ac:spMkLst>
        </pc:spChg>
        <pc:spChg chg="add mod">
          <ac:chgData name="Pranay Gurumukhi" userId="8a075444-1b31-490a-9344-81a2765c5dcf" providerId="ADAL" clId="{C84E57F3-619D-46AA-A915-572FA8D03708}" dt="2026-08-20T18:34:00.583" v="2526" actId="1076"/>
          <ac:spMkLst>
            <pc:docMk/>
            <pc:sldMk cId="1559226804" sldId="2142533082"/>
            <ac:spMk id="28" creationId="{4A519080-30EA-AFA2-1546-6C7021EED249}"/>
          </ac:spMkLst>
        </pc:spChg>
        <pc:spChg chg="add mod">
          <ac:chgData name="Pranay Gurumukhi" userId="8a075444-1b31-490a-9344-81a2765c5dcf" providerId="ADAL" clId="{C84E57F3-619D-46AA-A915-572FA8D03708}" dt="2026-08-20T18:34:13.674" v="2528" actId="1076"/>
          <ac:spMkLst>
            <pc:docMk/>
            <pc:sldMk cId="1559226804" sldId="2142533082"/>
            <ac:spMk id="29" creationId="{CA3A6478-2718-E09E-B5D8-C064F9E5BB88}"/>
          </ac:spMkLst>
        </pc:spChg>
        <pc:picChg chg="add mod">
          <ac:chgData name="Pranay Gurumukhi" userId="8a075444-1b31-490a-9344-81a2765c5dcf" providerId="ADAL" clId="{C84E57F3-619D-46AA-A915-572FA8D03708}" dt="2026-08-20T18:32:41.492" v="2479" actId="108"/>
          <ac:picMkLst>
            <pc:docMk/>
            <pc:sldMk cId="1559226804" sldId="2142533082"/>
            <ac:picMk id="6" creationId="{24BC5E7D-3C5D-80A6-545E-DE22276EF6A6}"/>
          </ac:picMkLst>
        </pc:picChg>
        <pc:picChg chg="add mod">
          <ac:chgData name="Pranay Gurumukhi" userId="8a075444-1b31-490a-9344-81a2765c5dcf" providerId="ADAL" clId="{C84E57F3-619D-46AA-A915-572FA8D03708}" dt="2026-08-17T05:00:28.170" v="553" actId="1076"/>
          <ac:picMkLst>
            <pc:docMk/>
            <pc:sldMk cId="1559226804" sldId="2142533082"/>
            <ac:picMk id="10" creationId="{D3F3D2D1-9946-6104-04F1-EE9144C7ED0A}"/>
          </ac:picMkLst>
        </pc:picChg>
      </pc:sldChg>
      <pc:sldChg chg="addSp delSp modSp add mod">
        <pc:chgData name="Pranay Gurumukhi" userId="8a075444-1b31-490a-9344-81a2765c5dcf" providerId="ADAL" clId="{C84E57F3-619D-46AA-A915-572FA8D03708}" dt="2026-08-20T19:12:37.312" v="2669" actId="21"/>
        <pc:sldMkLst>
          <pc:docMk/>
          <pc:sldMk cId="3474947725" sldId="2142533083"/>
        </pc:sldMkLst>
        <pc:spChg chg="del mod">
          <ac:chgData name="Pranay Gurumukhi" userId="8a075444-1b31-490a-9344-81a2765c5dcf" providerId="ADAL" clId="{C84E57F3-619D-46AA-A915-572FA8D03708}" dt="2026-08-20T19:06:54.979" v="2595" actId="478"/>
          <ac:spMkLst>
            <pc:docMk/>
            <pc:sldMk cId="3474947725" sldId="2142533083"/>
            <ac:spMk id="2" creationId="{A218405E-1F4B-9082-59BE-E9472D72892D}"/>
          </ac:spMkLst>
        </pc:spChg>
        <pc:spChg chg="del">
          <ac:chgData name="Pranay Gurumukhi" userId="8a075444-1b31-490a-9344-81a2765c5dcf" providerId="ADAL" clId="{C84E57F3-619D-46AA-A915-572FA8D03708}" dt="2026-08-20T19:07:03.082" v="2598" actId="478"/>
          <ac:spMkLst>
            <pc:docMk/>
            <pc:sldMk cId="3474947725" sldId="2142533083"/>
            <ac:spMk id="4" creationId="{1EE37B04-E321-9A32-C4FD-4D64C7146757}"/>
          </ac:spMkLst>
        </pc:spChg>
        <pc:spChg chg="del">
          <ac:chgData name="Pranay Gurumukhi" userId="8a075444-1b31-490a-9344-81a2765c5dcf" providerId="ADAL" clId="{C84E57F3-619D-46AA-A915-572FA8D03708}" dt="2026-08-20T19:07:01.240" v="2597" actId="478"/>
          <ac:spMkLst>
            <pc:docMk/>
            <pc:sldMk cId="3474947725" sldId="2142533083"/>
            <ac:spMk id="5" creationId="{CEC4EB7D-62AF-70C1-1735-18719100CAB9}"/>
          </ac:spMkLst>
        </pc:spChg>
        <pc:spChg chg="add del">
          <ac:chgData name="Pranay Gurumukhi" userId="8a075444-1b31-490a-9344-81a2765c5dcf" providerId="ADAL" clId="{C84E57F3-619D-46AA-A915-572FA8D03708}" dt="2026-08-20T19:12:37.312" v="2669" actId="21"/>
          <ac:spMkLst>
            <pc:docMk/>
            <pc:sldMk cId="3474947725" sldId="2142533083"/>
            <ac:spMk id="7" creationId="{C586412D-BBA6-2E72-FF11-6FF9F5B97E92}"/>
          </ac:spMkLst>
        </pc:spChg>
        <pc:spChg chg="add del mod">
          <ac:chgData name="Pranay Gurumukhi" userId="8a075444-1b31-490a-9344-81a2765c5dcf" providerId="ADAL" clId="{C84E57F3-619D-46AA-A915-572FA8D03708}" dt="2026-08-20T19:07:22.242" v="2605" actId="478"/>
          <ac:spMkLst>
            <pc:docMk/>
            <pc:sldMk cId="3474947725" sldId="2142533083"/>
            <ac:spMk id="10" creationId="{D10CF7AF-C581-D135-D721-81F9D7767A0A}"/>
          </ac:spMkLst>
        </pc:spChg>
        <pc:spChg chg="add del mod">
          <ac:chgData name="Pranay Gurumukhi" userId="8a075444-1b31-490a-9344-81a2765c5dcf" providerId="ADAL" clId="{C84E57F3-619D-46AA-A915-572FA8D03708}" dt="2026-08-20T19:07:18.692" v="2604" actId="478"/>
          <ac:spMkLst>
            <pc:docMk/>
            <pc:sldMk cId="3474947725" sldId="2142533083"/>
            <ac:spMk id="11" creationId="{AE7578F3-6CC1-A7C6-2FEB-2BD0F5354539}"/>
          </ac:spMkLst>
        </pc:spChg>
        <pc:spChg chg="add del">
          <ac:chgData name="Pranay Gurumukhi" userId="8a075444-1b31-490a-9344-81a2765c5dcf" providerId="ADAL" clId="{C84E57F3-619D-46AA-A915-572FA8D03708}" dt="2026-08-20T19:12:37.312" v="2669" actId="21"/>
          <ac:spMkLst>
            <pc:docMk/>
            <pc:sldMk cId="3474947725" sldId="2142533083"/>
            <ac:spMk id="12" creationId="{2007BC65-2EC4-6547-0AF0-4C9FAD88BD80}"/>
          </ac:spMkLst>
        </pc:spChg>
        <pc:spChg chg="add del mod">
          <ac:chgData name="Pranay Gurumukhi" userId="8a075444-1b31-490a-9344-81a2765c5dcf" providerId="ADAL" clId="{C84E57F3-619D-46AA-A915-572FA8D03708}" dt="2026-08-20T19:09:14.114" v="2628" actId="478"/>
          <ac:spMkLst>
            <pc:docMk/>
            <pc:sldMk cId="3474947725" sldId="2142533083"/>
            <ac:spMk id="13" creationId="{CA440982-09C6-5336-41FE-A781E893BF4B}"/>
          </ac:spMkLst>
        </pc:spChg>
        <pc:spChg chg="add mod">
          <ac:chgData name="Pranay Gurumukhi" userId="8a075444-1b31-490a-9344-81a2765c5dcf" providerId="ADAL" clId="{C84E57F3-619D-46AA-A915-572FA8D03708}" dt="2026-08-20T19:07:36.073" v="2608" actId="14100"/>
          <ac:spMkLst>
            <pc:docMk/>
            <pc:sldMk cId="3474947725" sldId="2142533083"/>
            <ac:spMk id="14" creationId="{EE9743B2-DF1E-E84A-CC52-64681A6EF670}"/>
          </ac:spMkLst>
        </pc:spChg>
        <pc:spChg chg="del mod">
          <ac:chgData name="Pranay Gurumukhi" userId="8a075444-1b31-490a-9344-81a2765c5dcf" providerId="ADAL" clId="{C84E57F3-619D-46AA-A915-572FA8D03708}" dt="2026-08-20T19:07:17.352" v="2603" actId="478"/>
          <ac:spMkLst>
            <pc:docMk/>
            <pc:sldMk cId="3474947725" sldId="2142533083"/>
            <ac:spMk id="15" creationId="{7C5E35CB-4D03-1A58-5F40-FB8B67B8E3C8}"/>
          </ac:spMkLst>
        </pc:spChg>
        <pc:spChg chg="add del">
          <ac:chgData name="Pranay Gurumukhi" userId="8a075444-1b31-490a-9344-81a2765c5dcf" providerId="ADAL" clId="{C84E57F3-619D-46AA-A915-572FA8D03708}" dt="2026-08-20T19:12:37.312" v="2669" actId="21"/>
          <ac:spMkLst>
            <pc:docMk/>
            <pc:sldMk cId="3474947725" sldId="2142533083"/>
            <ac:spMk id="17" creationId="{CEED9A32-9291-7AE6-EFE9-CE32ECA3F16C}"/>
          </ac:spMkLst>
        </pc:spChg>
        <pc:spChg chg="add del">
          <ac:chgData name="Pranay Gurumukhi" userId="8a075444-1b31-490a-9344-81a2765c5dcf" providerId="ADAL" clId="{C84E57F3-619D-46AA-A915-572FA8D03708}" dt="2026-08-20T19:12:37.312" v="2669" actId="21"/>
          <ac:spMkLst>
            <pc:docMk/>
            <pc:sldMk cId="3474947725" sldId="2142533083"/>
            <ac:spMk id="19" creationId="{6423C6B5-6B24-D5FB-B998-B67D0C8E4991}"/>
          </ac:spMkLst>
        </pc:spChg>
        <pc:spChg chg="add del">
          <ac:chgData name="Pranay Gurumukhi" userId="8a075444-1b31-490a-9344-81a2765c5dcf" providerId="ADAL" clId="{C84E57F3-619D-46AA-A915-572FA8D03708}" dt="2026-08-20T19:12:37.312" v="2669" actId="21"/>
          <ac:spMkLst>
            <pc:docMk/>
            <pc:sldMk cId="3474947725" sldId="2142533083"/>
            <ac:spMk id="21" creationId="{8FAF8140-2138-60AB-1CB9-F5D787579515}"/>
          </ac:spMkLst>
        </pc:spChg>
        <pc:spChg chg="add del">
          <ac:chgData name="Pranay Gurumukhi" userId="8a075444-1b31-490a-9344-81a2765c5dcf" providerId="ADAL" clId="{C84E57F3-619D-46AA-A915-572FA8D03708}" dt="2026-08-20T19:12:37.312" v="2669" actId="21"/>
          <ac:spMkLst>
            <pc:docMk/>
            <pc:sldMk cId="3474947725" sldId="2142533083"/>
            <ac:spMk id="23" creationId="{72C6EC97-123B-59ED-DB5F-87FF90EF4EA1}"/>
          </ac:spMkLst>
        </pc:spChg>
        <pc:spChg chg="mod">
          <ac:chgData name="Pranay Gurumukhi" userId="8a075444-1b31-490a-9344-81a2765c5dcf" providerId="ADAL" clId="{C84E57F3-619D-46AA-A915-572FA8D03708}" dt="2026-08-17T05:34:04.874" v="681" actId="20577"/>
          <ac:spMkLst>
            <pc:docMk/>
            <pc:sldMk cId="3474947725" sldId="2142533083"/>
            <ac:spMk id="24" creationId="{8E5F1FA5-7492-A228-DA02-50A248432B8E}"/>
          </ac:spMkLst>
        </pc:spChg>
        <pc:spChg chg="add del">
          <ac:chgData name="Pranay Gurumukhi" userId="8a075444-1b31-490a-9344-81a2765c5dcf" providerId="ADAL" clId="{C84E57F3-619D-46AA-A915-572FA8D03708}" dt="2026-08-20T19:12:37.312" v="2669" actId="21"/>
          <ac:spMkLst>
            <pc:docMk/>
            <pc:sldMk cId="3474947725" sldId="2142533083"/>
            <ac:spMk id="26" creationId="{7EB405A6-D136-A62C-9689-1EAFC8233AEA}"/>
          </ac:spMkLst>
        </pc:spChg>
        <pc:spChg chg="add del">
          <ac:chgData name="Pranay Gurumukhi" userId="8a075444-1b31-490a-9344-81a2765c5dcf" providerId="ADAL" clId="{C84E57F3-619D-46AA-A915-572FA8D03708}" dt="2026-08-20T19:12:37.312" v="2669" actId="21"/>
          <ac:spMkLst>
            <pc:docMk/>
            <pc:sldMk cId="3474947725" sldId="2142533083"/>
            <ac:spMk id="28" creationId="{BD8D93C4-E9E3-2B40-0541-FDC4E0AABAB7}"/>
          </ac:spMkLst>
        </pc:spChg>
        <pc:spChg chg="add mod">
          <ac:chgData name="Pranay Gurumukhi" userId="8a075444-1b31-490a-9344-81a2765c5dcf" providerId="ADAL" clId="{C84E57F3-619D-46AA-A915-572FA8D03708}" dt="2026-08-20T19:07:57.110" v="2610" actId="1076"/>
          <ac:spMkLst>
            <pc:docMk/>
            <pc:sldMk cId="3474947725" sldId="2142533083"/>
            <ac:spMk id="29" creationId="{10984B4D-9ED7-9FDD-C858-1C4DFEA5B635}"/>
          </ac:spMkLst>
        </pc:spChg>
        <pc:spChg chg="add mod">
          <ac:chgData name="Pranay Gurumukhi" userId="8a075444-1b31-490a-9344-81a2765c5dcf" providerId="ADAL" clId="{C84E57F3-619D-46AA-A915-572FA8D03708}" dt="2026-08-20T19:08:06.721" v="2612" actId="1076"/>
          <ac:spMkLst>
            <pc:docMk/>
            <pc:sldMk cId="3474947725" sldId="2142533083"/>
            <ac:spMk id="30" creationId="{AC3F5951-F5FB-8807-5F2A-1060F12BB264}"/>
          </ac:spMkLst>
        </pc:spChg>
        <pc:spChg chg="add mod">
          <ac:chgData name="Pranay Gurumukhi" userId="8a075444-1b31-490a-9344-81a2765c5dcf" providerId="ADAL" clId="{C84E57F3-619D-46AA-A915-572FA8D03708}" dt="2026-08-20T19:08:20.508" v="2615" actId="14100"/>
          <ac:spMkLst>
            <pc:docMk/>
            <pc:sldMk cId="3474947725" sldId="2142533083"/>
            <ac:spMk id="31" creationId="{D4DE3F44-8FC5-1BB0-D013-D666B6CDEE6F}"/>
          </ac:spMkLst>
        </pc:spChg>
        <pc:spChg chg="add mod">
          <ac:chgData name="Pranay Gurumukhi" userId="8a075444-1b31-490a-9344-81a2765c5dcf" providerId="ADAL" clId="{C84E57F3-619D-46AA-A915-572FA8D03708}" dt="2026-08-20T19:08:25.400" v="2617" actId="1076"/>
          <ac:spMkLst>
            <pc:docMk/>
            <pc:sldMk cId="3474947725" sldId="2142533083"/>
            <ac:spMk id="32" creationId="{72269F10-82AE-A226-0FCD-2BE128CE5F7B}"/>
          </ac:spMkLst>
        </pc:spChg>
        <pc:spChg chg="add mod">
          <ac:chgData name="Pranay Gurumukhi" userId="8a075444-1b31-490a-9344-81a2765c5dcf" providerId="ADAL" clId="{C84E57F3-619D-46AA-A915-572FA8D03708}" dt="2026-08-20T19:08:47.858" v="2623" actId="14100"/>
          <ac:spMkLst>
            <pc:docMk/>
            <pc:sldMk cId="3474947725" sldId="2142533083"/>
            <ac:spMk id="33" creationId="{2CEFA685-0752-79FB-7558-A4FF587F4070}"/>
          </ac:spMkLst>
        </pc:spChg>
        <pc:spChg chg="add mod">
          <ac:chgData name="Pranay Gurumukhi" userId="8a075444-1b31-490a-9344-81a2765c5dcf" providerId="ADAL" clId="{C84E57F3-619D-46AA-A915-572FA8D03708}" dt="2026-08-20T19:08:57.633" v="2625" actId="1076"/>
          <ac:spMkLst>
            <pc:docMk/>
            <pc:sldMk cId="3474947725" sldId="2142533083"/>
            <ac:spMk id="34" creationId="{7EB2BD06-C2AF-AF11-EF4E-D4659DDDE9BC}"/>
          </ac:spMkLst>
        </pc:spChg>
        <pc:spChg chg="add mod">
          <ac:chgData name="Pranay Gurumukhi" userId="8a075444-1b31-490a-9344-81a2765c5dcf" providerId="ADAL" clId="{C84E57F3-619D-46AA-A915-572FA8D03708}" dt="2026-08-20T19:09:12.159" v="2627" actId="1076"/>
          <ac:spMkLst>
            <pc:docMk/>
            <pc:sldMk cId="3474947725" sldId="2142533083"/>
            <ac:spMk id="35" creationId="{A25B084C-61AC-E967-54AB-787DEEA75AD7}"/>
          </ac:spMkLst>
        </pc:spChg>
        <pc:spChg chg="add mod">
          <ac:chgData name="Pranay Gurumukhi" userId="8a075444-1b31-490a-9344-81a2765c5dcf" providerId="ADAL" clId="{C84E57F3-619D-46AA-A915-572FA8D03708}" dt="2026-08-20T19:09:56.278" v="2636" actId="14100"/>
          <ac:spMkLst>
            <pc:docMk/>
            <pc:sldMk cId="3474947725" sldId="2142533083"/>
            <ac:spMk id="36" creationId="{DF0EC716-A6A6-6675-FA6B-D5CE13CBE222}"/>
          </ac:spMkLst>
        </pc:spChg>
        <pc:spChg chg="add mod">
          <ac:chgData name="Pranay Gurumukhi" userId="8a075444-1b31-490a-9344-81a2765c5dcf" providerId="ADAL" clId="{C84E57F3-619D-46AA-A915-572FA8D03708}" dt="2026-08-20T19:09:31.284" v="2633" actId="1076"/>
          <ac:spMkLst>
            <pc:docMk/>
            <pc:sldMk cId="3474947725" sldId="2142533083"/>
            <ac:spMk id="37" creationId="{71CAA223-EABE-7A61-02F9-379FA667E5D2}"/>
          </ac:spMkLst>
        </pc:spChg>
        <pc:spChg chg="add mod">
          <ac:chgData name="Pranay Gurumukhi" userId="8a075444-1b31-490a-9344-81a2765c5dcf" providerId="ADAL" clId="{C84E57F3-619D-46AA-A915-572FA8D03708}" dt="2026-08-20T19:09:50.741" v="2635" actId="1076"/>
          <ac:spMkLst>
            <pc:docMk/>
            <pc:sldMk cId="3474947725" sldId="2142533083"/>
            <ac:spMk id="38" creationId="{5B3FE507-B671-42EB-1D4C-90D039B7C548}"/>
          </ac:spMkLst>
        </pc:spChg>
        <pc:spChg chg="add mod">
          <ac:chgData name="Pranay Gurumukhi" userId="8a075444-1b31-490a-9344-81a2765c5dcf" providerId="ADAL" clId="{C84E57F3-619D-46AA-A915-572FA8D03708}" dt="2026-08-20T19:10:16.448" v="2638" actId="1076"/>
          <ac:spMkLst>
            <pc:docMk/>
            <pc:sldMk cId="3474947725" sldId="2142533083"/>
            <ac:spMk id="39" creationId="{14C7600E-3D88-5481-7ECB-5704E6F6C98C}"/>
          </ac:spMkLst>
        </pc:spChg>
        <pc:picChg chg="add del mod">
          <ac:chgData name="Pranay Gurumukhi" userId="8a075444-1b31-490a-9344-81a2765c5dcf" providerId="ADAL" clId="{C84E57F3-619D-46AA-A915-572FA8D03708}" dt="2026-08-20T19:10:17.981" v="2639" actId="478"/>
          <ac:picMkLst>
            <pc:docMk/>
            <pc:sldMk cId="3474947725" sldId="2142533083"/>
            <ac:picMk id="6" creationId="{F3702101-D71D-674A-AA92-3750EB1FD755}"/>
          </ac:picMkLst>
        </pc:picChg>
        <pc:picChg chg="add mod ord">
          <ac:chgData name="Pranay Gurumukhi" userId="8a075444-1b31-490a-9344-81a2765c5dcf" providerId="ADAL" clId="{C84E57F3-619D-46AA-A915-572FA8D03708}" dt="2026-08-20T19:08:40.061" v="2621" actId="1076"/>
          <ac:picMkLst>
            <pc:docMk/>
            <pc:sldMk cId="3474947725" sldId="2142533083"/>
            <ac:picMk id="9" creationId="{3F29D5D8-F1D2-B2D0-99FC-BFF1F0794C73}"/>
          </ac:picMkLst>
        </pc:picChg>
      </pc:sldChg>
      <pc:sldChg chg="addSp delSp modSp add mod">
        <pc:chgData name="Pranay Gurumukhi" userId="8a075444-1b31-490a-9344-81a2765c5dcf" providerId="ADAL" clId="{C84E57F3-619D-46AA-A915-572FA8D03708}" dt="2026-08-20T19:16:49.072" v="2714" actId="21"/>
        <pc:sldMkLst>
          <pc:docMk/>
          <pc:sldMk cId="1710127641" sldId="2142533084"/>
        </pc:sldMkLst>
        <pc:spChg chg="del mod">
          <ac:chgData name="Pranay Gurumukhi" userId="8a075444-1b31-490a-9344-81a2765c5dcf" providerId="ADAL" clId="{C84E57F3-619D-46AA-A915-572FA8D03708}" dt="2026-08-20T19:11:51.769" v="2656" actId="478"/>
          <ac:spMkLst>
            <pc:docMk/>
            <pc:sldMk cId="1710127641" sldId="2142533084"/>
            <ac:spMk id="2" creationId="{5F57FBD0-6063-7451-FB18-328EAFB1EF4A}"/>
          </ac:spMkLst>
        </pc:spChg>
        <pc:spChg chg="add mod">
          <ac:chgData name="Pranay Gurumukhi" userId="8a075444-1b31-490a-9344-81a2765c5dcf" providerId="ADAL" clId="{C84E57F3-619D-46AA-A915-572FA8D03708}" dt="2026-08-20T19:12:26.618" v="2668" actId="14100"/>
          <ac:spMkLst>
            <pc:docMk/>
            <pc:sldMk cId="1710127641" sldId="2142533084"/>
            <ac:spMk id="3" creationId="{5D62B6CA-B124-A316-5FA9-CA1F5BDA4C0B}"/>
          </ac:spMkLst>
        </pc:spChg>
        <pc:spChg chg="del">
          <ac:chgData name="Pranay Gurumukhi" userId="8a075444-1b31-490a-9344-81a2765c5dcf" providerId="ADAL" clId="{C84E57F3-619D-46AA-A915-572FA8D03708}" dt="2026-08-20T19:11:49.135" v="2655" actId="478"/>
          <ac:spMkLst>
            <pc:docMk/>
            <pc:sldMk cId="1710127641" sldId="2142533084"/>
            <ac:spMk id="4" creationId="{4F98E464-1C43-95D7-FAF9-6EF73732E29F}"/>
          </ac:spMkLst>
        </pc:spChg>
        <pc:spChg chg="del">
          <ac:chgData name="Pranay Gurumukhi" userId="8a075444-1b31-490a-9344-81a2765c5dcf" providerId="ADAL" clId="{C84E57F3-619D-46AA-A915-572FA8D03708}" dt="2026-08-20T19:11:47.111" v="2654" actId="478"/>
          <ac:spMkLst>
            <pc:docMk/>
            <pc:sldMk cId="1710127641" sldId="2142533084"/>
            <ac:spMk id="5" creationId="{76D99A65-DDBA-390C-DA9A-07F32E6A2A61}"/>
          </ac:spMkLst>
        </pc:spChg>
        <pc:spChg chg="add del mod">
          <ac:chgData name="Pranay Gurumukhi" userId="8a075444-1b31-490a-9344-81a2765c5dcf" providerId="ADAL" clId="{C84E57F3-619D-46AA-A915-572FA8D03708}" dt="2026-08-20T19:12:01.343" v="2659" actId="478"/>
          <ac:spMkLst>
            <pc:docMk/>
            <pc:sldMk cId="1710127641" sldId="2142533084"/>
            <ac:spMk id="8" creationId="{A6AC88EC-8806-735E-E6EE-0C4231BF925F}"/>
          </ac:spMkLst>
        </pc:spChg>
        <pc:spChg chg="add del">
          <ac:chgData name="Pranay Gurumukhi" userId="8a075444-1b31-490a-9344-81a2765c5dcf" providerId="ADAL" clId="{C84E57F3-619D-46AA-A915-572FA8D03708}" dt="2026-08-20T19:16:49.072" v="2714" actId="21"/>
          <ac:spMkLst>
            <pc:docMk/>
            <pc:sldMk cId="1710127641" sldId="2142533084"/>
            <ac:spMk id="9" creationId="{41D55C79-F267-9108-F93F-C18243E1874A}"/>
          </ac:spMkLst>
        </pc:spChg>
        <pc:spChg chg="add del">
          <ac:chgData name="Pranay Gurumukhi" userId="8a075444-1b31-490a-9344-81a2765c5dcf" providerId="ADAL" clId="{C84E57F3-619D-46AA-A915-572FA8D03708}" dt="2026-08-20T19:16:49.072" v="2714" actId="21"/>
          <ac:spMkLst>
            <pc:docMk/>
            <pc:sldMk cId="1710127641" sldId="2142533084"/>
            <ac:spMk id="12" creationId="{B78AE4E8-AD12-5DE1-C4A6-46C5E320DC46}"/>
          </ac:spMkLst>
        </pc:spChg>
        <pc:spChg chg="add del">
          <ac:chgData name="Pranay Gurumukhi" userId="8a075444-1b31-490a-9344-81a2765c5dcf" providerId="ADAL" clId="{C84E57F3-619D-46AA-A915-572FA8D03708}" dt="2026-08-20T19:16:49.072" v="2714" actId="21"/>
          <ac:spMkLst>
            <pc:docMk/>
            <pc:sldMk cId="1710127641" sldId="2142533084"/>
            <ac:spMk id="14" creationId="{BC189D9A-105E-17FD-FC1C-92D768ED6057}"/>
          </ac:spMkLst>
        </pc:spChg>
        <pc:spChg chg="mod">
          <ac:chgData name="Pranay Gurumukhi" userId="8a075444-1b31-490a-9344-81a2765c5dcf" providerId="ADAL" clId="{C84E57F3-619D-46AA-A915-572FA8D03708}" dt="2026-08-20T19:12:20.557" v="2665" actId="14100"/>
          <ac:spMkLst>
            <pc:docMk/>
            <pc:sldMk cId="1710127641" sldId="2142533084"/>
            <ac:spMk id="15" creationId="{3AE8B78B-24BF-2DD6-94A5-9AF7A5A871A7}"/>
          </ac:spMkLst>
        </pc:spChg>
        <pc:spChg chg="add del">
          <ac:chgData name="Pranay Gurumukhi" userId="8a075444-1b31-490a-9344-81a2765c5dcf" providerId="ADAL" clId="{C84E57F3-619D-46AA-A915-572FA8D03708}" dt="2026-08-20T19:16:49.072" v="2714" actId="21"/>
          <ac:spMkLst>
            <pc:docMk/>
            <pc:sldMk cId="1710127641" sldId="2142533084"/>
            <ac:spMk id="17" creationId="{9C15BCD9-3F4A-370C-CC24-9A734D7856A5}"/>
          </ac:spMkLst>
        </pc:spChg>
        <pc:spChg chg="add del">
          <ac:chgData name="Pranay Gurumukhi" userId="8a075444-1b31-490a-9344-81a2765c5dcf" providerId="ADAL" clId="{C84E57F3-619D-46AA-A915-572FA8D03708}" dt="2026-08-20T19:16:49.072" v="2714" actId="21"/>
          <ac:spMkLst>
            <pc:docMk/>
            <pc:sldMk cId="1710127641" sldId="2142533084"/>
            <ac:spMk id="19" creationId="{DCFA4DB8-97A1-7C6E-21F1-1D4A82D82BA4}"/>
          </ac:spMkLst>
        </pc:spChg>
        <pc:spChg chg="add del">
          <ac:chgData name="Pranay Gurumukhi" userId="8a075444-1b31-490a-9344-81a2765c5dcf" providerId="ADAL" clId="{C84E57F3-619D-46AA-A915-572FA8D03708}" dt="2026-08-20T19:16:49.072" v="2714" actId="21"/>
          <ac:spMkLst>
            <pc:docMk/>
            <pc:sldMk cId="1710127641" sldId="2142533084"/>
            <ac:spMk id="21" creationId="{78985C33-F51C-1BF0-66E7-55FDE1859D9E}"/>
          </ac:spMkLst>
        </pc:spChg>
        <pc:spChg chg="add del">
          <ac:chgData name="Pranay Gurumukhi" userId="8a075444-1b31-490a-9344-81a2765c5dcf" providerId="ADAL" clId="{C84E57F3-619D-46AA-A915-572FA8D03708}" dt="2026-08-20T19:16:49.072" v="2714" actId="21"/>
          <ac:spMkLst>
            <pc:docMk/>
            <pc:sldMk cId="1710127641" sldId="2142533084"/>
            <ac:spMk id="23" creationId="{66C50609-9852-76F5-00C3-1AD32B580A5D}"/>
          </ac:spMkLst>
        </pc:spChg>
        <pc:spChg chg="mod">
          <ac:chgData name="Pranay Gurumukhi" userId="8a075444-1b31-490a-9344-81a2765c5dcf" providerId="ADAL" clId="{C84E57F3-619D-46AA-A915-572FA8D03708}" dt="2026-08-17T05:38:42.581" v="756" actId="20577"/>
          <ac:spMkLst>
            <pc:docMk/>
            <pc:sldMk cId="1710127641" sldId="2142533084"/>
            <ac:spMk id="24" creationId="{E9614A28-6685-D83C-E33D-8EA8724EF377}"/>
          </ac:spMkLst>
        </pc:spChg>
        <pc:spChg chg="add del">
          <ac:chgData name="Pranay Gurumukhi" userId="8a075444-1b31-490a-9344-81a2765c5dcf" providerId="ADAL" clId="{C84E57F3-619D-46AA-A915-572FA8D03708}" dt="2026-08-20T19:16:49.072" v="2714" actId="21"/>
          <ac:spMkLst>
            <pc:docMk/>
            <pc:sldMk cId="1710127641" sldId="2142533084"/>
            <ac:spMk id="26" creationId="{7C4B4A24-26C5-C6B2-55B4-9F69BFED638A}"/>
          </ac:spMkLst>
        </pc:spChg>
        <pc:spChg chg="add mod">
          <ac:chgData name="Pranay Gurumukhi" userId="8a075444-1b31-490a-9344-81a2765c5dcf" providerId="ADAL" clId="{C84E57F3-619D-46AA-A915-572FA8D03708}" dt="2026-08-20T19:12:50.408" v="2672" actId="1076"/>
          <ac:spMkLst>
            <pc:docMk/>
            <pc:sldMk cId="1710127641" sldId="2142533084"/>
            <ac:spMk id="27" creationId="{A3EEC97C-0154-7753-1EA8-3CA2607C225E}"/>
          </ac:spMkLst>
        </pc:spChg>
        <pc:spChg chg="add mod">
          <ac:chgData name="Pranay Gurumukhi" userId="8a075444-1b31-490a-9344-81a2765c5dcf" providerId="ADAL" clId="{C84E57F3-619D-46AA-A915-572FA8D03708}" dt="2026-08-20T19:12:57.629" v="2674" actId="1076"/>
          <ac:spMkLst>
            <pc:docMk/>
            <pc:sldMk cId="1710127641" sldId="2142533084"/>
            <ac:spMk id="28" creationId="{C80FF0F5-A347-00BB-AEEE-0D182151F347}"/>
          </ac:spMkLst>
        </pc:spChg>
        <pc:spChg chg="add mod">
          <ac:chgData name="Pranay Gurumukhi" userId="8a075444-1b31-490a-9344-81a2765c5dcf" providerId="ADAL" clId="{C84E57F3-619D-46AA-A915-572FA8D03708}" dt="2026-08-20T19:13:07.241" v="2676" actId="1076"/>
          <ac:spMkLst>
            <pc:docMk/>
            <pc:sldMk cId="1710127641" sldId="2142533084"/>
            <ac:spMk id="29" creationId="{1131DC6F-D968-816F-1301-6162D261D85E}"/>
          </ac:spMkLst>
        </pc:spChg>
        <pc:spChg chg="add mod">
          <ac:chgData name="Pranay Gurumukhi" userId="8a075444-1b31-490a-9344-81a2765c5dcf" providerId="ADAL" clId="{C84E57F3-619D-46AA-A915-572FA8D03708}" dt="2026-08-20T19:13:18.064" v="2678" actId="1076"/>
          <ac:spMkLst>
            <pc:docMk/>
            <pc:sldMk cId="1710127641" sldId="2142533084"/>
            <ac:spMk id="30" creationId="{845167B9-3EBE-B244-EFE9-CA4E93B50B77}"/>
          </ac:spMkLst>
        </pc:spChg>
        <pc:spChg chg="add mod">
          <ac:chgData name="Pranay Gurumukhi" userId="8a075444-1b31-490a-9344-81a2765c5dcf" providerId="ADAL" clId="{C84E57F3-619D-46AA-A915-572FA8D03708}" dt="2026-08-20T19:15:16.399" v="2696" actId="1076"/>
          <ac:spMkLst>
            <pc:docMk/>
            <pc:sldMk cId="1710127641" sldId="2142533084"/>
            <ac:spMk id="31" creationId="{F2B01447-54BE-0662-8D8D-06B63CE930B9}"/>
          </ac:spMkLst>
        </pc:spChg>
        <pc:spChg chg="add mod ord">
          <ac:chgData name="Pranay Gurumukhi" userId="8a075444-1b31-490a-9344-81a2765c5dcf" providerId="ADAL" clId="{C84E57F3-619D-46AA-A915-572FA8D03708}" dt="2026-08-20T19:13:57.590" v="2688" actId="1076"/>
          <ac:spMkLst>
            <pc:docMk/>
            <pc:sldMk cId="1710127641" sldId="2142533084"/>
            <ac:spMk id="32" creationId="{BC1BB8D1-CBFD-C4BC-7FF1-5DFDB800706B}"/>
          </ac:spMkLst>
        </pc:spChg>
        <pc:spChg chg="add mod">
          <ac:chgData name="Pranay Gurumukhi" userId="8a075444-1b31-490a-9344-81a2765c5dcf" providerId="ADAL" clId="{C84E57F3-619D-46AA-A915-572FA8D03708}" dt="2026-08-20T19:13:50.799" v="2686" actId="14100"/>
          <ac:spMkLst>
            <pc:docMk/>
            <pc:sldMk cId="1710127641" sldId="2142533084"/>
            <ac:spMk id="33" creationId="{C586A8CD-CF29-0990-696C-1214304AA535}"/>
          </ac:spMkLst>
        </pc:spChg>
        <pc:spChg chg="add mod">
          <ac:chgData name="Pranay Gurumukhi" userId="8a075444-1b31-490a-9344-81a2765c5dcf" providerId="ADAL" clId="{C84E57F3-619D-46AA-A915-572FA8D03708}" dt="2026-08-20T19:14:30.644" v="2691" actId="14100"/>
          <ac:spMkLst>
            <pc:docMk/>
            <pc:sldMk cId="1710127641" sldId="2142533084"/>
            <ac:spMk id="34" creationId="{F60A08D4-9F90-36AD-79D2-DCA6F679F927}"/>
          </ac:spMkLst>
        </pc:spChg>
        <pc:spChg chg="add mod">
          <ac:chgData name="Pranay Gurumukhi" userId="8a075444-1b31-490a-9344-81a2765c5dcf" providerId="ADAL" clId="{C84E57F3-619D-46AA-A915-572FA8D03708}" dt="2026-08-20T19:14:42.528" v="2693" actId="1076"/>
          <ac:spMkLst>
            <pc:docMk/>
            <pc:sldMk cId="1710127641" sldId="2142533084"/>
            <ac:spMk id="35" creationId="{DB64ED2A-5FCD-F1B1-11BC-F2C8971F8354}"/>
          </ac:spMkLst>
        </pc:spChg>
        <pc:spChg chg="add mod ord">
          <ac:chgData name="Pranay Gurumukhi" userId="8a075444-1b31-490a-9344-81a2765c5dcf" providerId="ADAL" clId="{C84E57F3-619D-46AA-A915-572FA8D03708}" dt="2026-08-20T19:15:40.352" v="2702" actId="1076"/>
          <ac:spMkLst>
            <pc:docMk/>
            <pc:sldMk cId="1710127641" sldId="2142533084"/>
            <ac:spMk id="36" creationId="{B44F0D7D-DA30-B005-F3E1-13B1416959D3}"/>
          </ac:spMkLst>
        </pc:spChg>
        <pc:spChg chg="add mod">
          <ac:chgData name="Pranay Gurumukhi" userId="8a075444-1b31-490a-9344-81a2765c5dcf" providerId="ADAL" clId="{C84E57F3-619D-46AA-A915-572FA8D03708}" dt="2026-08-20T19:15:36.324" v="2700" actId="14100"/>
          <ac:spMkLst>
            <pc:docMk/>
            <pc:sldMk cId="1710127641" sldId="2142533084"/>
            <ac:spMk id="37" creationId="{CFD4BE6C-F247-7D00-556B-9C414989EA1B}"/>
          </ac:spMkLst>
        </pc:spChg>
        <pc:picChg chg="add mod ord">
          <ac:chgData name="Pranay Gurumukhi" userId="8a075444-1b31-490a-9344-81a2765c5dcf" providerId="ADAL" clId="{C84E57F3-619D-46AA-A915-572FA8D03708}" dt="2026-08-20T19:12:11.134" v="2662" actId="1076"/>
          <ac:picMkLst>
            <pc:docMk/>
            <pc:sldMk cId="1710127641" sldId="2142533084"/>
            <ac:picMk id="6" creationId="{40C87395-9C48-5718-9B70-EF4DEDA3E074}"/>
          </ac:picMkLst>
        </pc:picChg>
        <pc:picChg chg="add del mod">
          <ac:chgData name="Pranay Gurumukhi" userId="8a075444-1b31-490a-9344-81a2765c5dcf" providerId="ADAL" clId="{C84E57F3-619D-46AA-A915-572FA8D03708}" dt="2026-08-20T19:11:44.908" v="2653" actId="478"/>
          <ac:picMkLst>
            <pc:docMk/>
            <pc:sldMk cId="1710127641" sldId="2142533084"/>
            <ac:picMk id="10" creationId="{C43F0CAD-6F03-545D-0B52-2AE0D3EE2628}"/>
          </ac:picMkLst>
        </pc:picChg>
      </pc:sldChg>
      <pc:sldChg chg="addSp delSp modSp add mod">
        <pc:chgData name="Pranay Gurumukhi" userId="8a075444-1b31-490a-9344-81a2765c5dcf" providerId="ADAL" clId="{C84E57F3-619D-46AA-A915-572FA8D03708}" dt="2026-08-20T19:22:42.002" v="2762" actId="21"/>
        <pc:sldMkLst>
          <pc:docMk/>
          <pc:sldMk cId="2053197988" sldId="2142533085"/>
        </pc:sldMkLst>
        <pc:spChg chg="del mod">
          <ac:chgData name="Pranay Gurumukhi" userId="8a075444-1b31-490a-9344-81a2765c5dcf" providerId="ADAL" clId="{C84E57F3-619D-46AA-A915-572FA8D03708}" dt="2026-08-20T19:16:40.154" v="2711" actId="478"/>
          <ac:spMkLst>
            <pc:docMk/>
            <pc:sldMk cId="2053197988" sldId="2142533085"/>
            <ac:spMk id="2" creationId="{B75ECF8A-6942-6C05-2B14-D3D4E329F6A4}"/>
          </ac:spMkLst>
        </pc:spChg>
        <pc:spChg chg="del">
          <ac:chgData name="Pranay Gurumukhi" userId="8a075444-1b31-490a-9344-81a2765c5dcf" providerId="ADAL" clId="{C84E57F3-619D-46AA-A915-572FA8D03708}" dt="2026-08-20T19:16:38.178" v="2710" actId="478"/>
          <ac:spMkLst>
            <pc:docMk/>
            <pc:sldMk cId="2053197988" sldId="2142533085"/>
            <ac:spMk id="4" creationId="{96434531-9B4C-1099-1D23-57EDD1F4B5E8}"/>
          </ac:spMkLst>
        </pc:spChg>
        <pc:spChg chg="del">
          <ac:chgData name="Pranay Gurumukhi" userId="8a075444-1b31-490a-9344-81a2765c5dcf" providerId="ADAL" clId="{C84E57F3-619D-46AA-A915-572FA8D03708}" dt="2026-08-20T19:16:36.614" v="2709" actId="478"/>
          <ac:spMkLst>
            <pc:docMk/>
            <pc:sldMk cId="2053197988" sldId="2142533085"/>
            <ac:spMk id="5" creationId="{7FA4B857-9D39-D48B-983F-0B21A3AA0D86}"/>
          </ac:spMkLst>
        </pc:spChg>
        <pc:spChg chg="add del">
          <ac:chgData name="Pranay Gurumukhi" userId="8a075444-1b31-490a-9344-81a2765c5dcf" providerId="ADAL" clId="{C84E57F3-619D-46AA-A915-572FA8D03708}" dt="2026-08-20T19:22:42.002" v="2762" actId="21"/>
          <ac:spMkLst>
            <pc:docMk/>
            <pc:sldMk cId="2053197988" sldId="2142533085"/>
            <ac:spMk id="7" creationId="{190BD4BE-2C76-7662-4F65-5DB7123C4F01}"/>
          </ac:spMkLst>
        </pc:spChg>
        <pc:spChg chg="add del mod">
          <ac:chgData name="Pranay Gurumukhi" userId="8a075444-1b31-490a-9344-81a2765c5dcf" providerId="ADAL" clId="{C84E57F3-619D-46AA-A915-572FA8D03708}" dt="2026-08-20T19:16:27.385" v="2706" actId="478"/>
          <ac:spMkLst>
            <pc:docMk/>
            <pc:sldMk cId="2053197988" sldId="2142533085"/>
            <ac:spMk id="10" creationId="{4F269ADB-F272-1733-DC4A-3B2DCE9902BF}"/>
          </ac:spMkLst>
        </pc:spChg>
        <pc:spChg chg="add mod">
          <ac:chgData name="Pranay Gurumukhi" userId="8a075444-1b31-490a-9344-81a2765c5dcf" providerId="ADAL" clId="{C84E57F3-619D-46AA-A915-572FA8D03708}" dt="2026-08-20T19:18:23.805" v="2722" actId="1076"/>
          <ac:spMkLst>
            <pc:docMk/>
            <pc:sldMk cId="2053197988" sldId="2142533085"/>
            <ac:spMk id="11" creationId="{6D56FE65-1B44-D93F-49F1-2789FDFB16AC}"/>
          </ac:spMkLst>
        </pc:spChg>
        <pc:spChg chg="add del">
          <ac:chgData name="Pranay Gurumukhi" userId="8a075444-1b31-490a-9344-81a2765c5dcf" providerId="ADAL" clId="{C84E57F3-619D-46AA-A915-572FA8D03708}" dt="2026-08-20T19:22:42.002" v="2762" actId="21"/>
          <ac:spMkLst>
            <pc:docMk/>
            <pc:sldMk cId="2053197988" sldId="2142533085"/>
            <ac:spMk id="13" creationId="{71FDA242-5F27-2024-372B-D913EC8C619B}"/>
          </ac:spMkLst>
        </pc:spChg>
        <pc:spChg chg="del mod">
          <ac:chgData name="Pranay Gurumukhi" userId="8a075444-1b31-490a-9344-81a2765c5dcf" providerId="ADAL" clId="{C84E57F3-619D-46AA-A915-572FA8D03708}" dt="2026-08-20T19:16:29.801" v="2707" actId="478"/>
          <ac:spMkLst>
            <pc:docMk/>
            <pc:sldMk cId="2053197988" sldId="2142533085"/>
            <ac:spMk id="15" creationId="{1702419A-9FA7-C62E-BDB8-56A13523503D}"/>
          </ac:spMkLst>
        </pc:spChg>
        <pc:spChg chg="add del">
          <ac:chgData name="Pranay Gurumukhi" userId="8a075444-1b31-490a-9344-81a2765c5dcf" providerId="ADAL" clId="{C84E57F3-619D-46AA-A915-572FA8D03708}" dt="2026-08-20T19:22:42.002" v="2762" actId="21"/>
          <ac:spMkLst>
            <pc:docMk/>
            <pc:sldMk cId="2053197988" sldId="2142533085"/>
            <ac:spMk id="16" creationId="{40C39356-256D-0692-A920-159A0DB281EF}"/>
          </ac:spMkLst>
        </pc:spChg>
        <pc:spChg chg="add del">
          <ac:chgData name="Pranay Gurumukhi" userId="8a075444-1b31-490a-9344-81a2765c5dcf" providerId="ADAL" clId="{C84E57F3-619D-46AA-A915-572FA8D03708}" dt="2026-08-20T19:22:42.002" v="2762" actId="21"/>
          <ac:spMkLst>
            <pc:docMk/>
            <pc:sldMk cId="2053197988" sldId="2142533085"/>
            <ac:spMk id="18" creationId="{505B45E6-4492-667F-D43D-FF5D2289165D}"/>
          </ac:spMkLst>
        </pc:spChg>
        <pc:spChg chg="add del">
          <ac:chgData name="Pranay Gurumukhi" userId="8a075444-1b31-490a-9344-81a2765c5dcf" providerId="ADAL" clId="{C84E57F3-619D-46AA-A915-572FA8D03708}" dt="2026-08-20T19:22:42.002" v="2762" actId="21"/>
          <ac:spMkLst>
            <pc:docMk/>
            <pc:sldMk cId="2053197988" sldId="2142533085"/>
            <ac:spMk id="20" creationId="{441E76BC-3EDE-078B-DAF8-B7115B43E4B8}"/>
          </ac:spMkLst>
        </pc:spChg>
        <pc:spChg chg="add del">
          <ac:chgData name="Pranay Gurumukhi" userId="8a075444-1b31-490a-9344-81a2765c5dcf" providerId="ADAL" clId="{C84E57F3-619D-46AA-A915-572FA8D03708}" dt="2026-08-20T19:22:42.002" v="2762" actId="21"/>
          <ac:spMkLst>
            <pc:docMk/>
            <pc:sldMk cId="2053197988" sldId="2142533085"/>
            <ac:spMk id="22" creationId="{F44D896F-D091-960E-B5F2-A156DF980CFC}"/>
          </ac:spMkLst>
        </pc:spChg>
        <pc:spChg chg="mod">
          <ac:chgData name="Pranay Gurumukhi" userId="8a075444-1b31-490a-9344-81a2765c5dcf" providerId="ADAL" clId="{C84E57F3-619D-46AA-A915-572FA8D03708}" dt="2026-08-17T05:40:37.172" v="788" actId="20577"/>
          <ac:spMkLst>
            <pc:docMk/>
            <pc:sldMk cId="2053197988" sldId="2142533085"/>
            <ac:spMk id="24" creationId="{885CAE7F-4968-D12B-7A08-2A89D84D64E9}"/>
          </ac:spMkLst>
        </pc:spChg>
        <pc:spChg chg="add del">
          <ac:chgData name="Pranay Gurumukhi" userId="8a075444-1b31-490a-9344-81a2765c5dcf" providerId="ADAL" clId="{C84E57F3-619D-46AA-A915-572FA8D03708}" dt="2026-08-20T19:22:42.002" v="2762" actId="21"/>
          <ac:spMkLst>
            <pc:docMk/>
            <pc:sldMk cId="2053197988" sldId="2142533085"/>
            <ac:spMk id="25" creationId="{5B89C9FF-BA34-7113-88D2-B103435810C0}"/>
          </ac:spMkLst>
        </pc:spChg>
        <pc:spChg chg="add mod">
          <ac:chgData name="Pranay Gurumukhi" userId="8a075444-1b31-490a-9344-81a2765c5dcf" providerId="ADAL" clId="{C84E57F3-619D-46AA-A915-572FA8D03708}" dt="2026-08-20T19:18:44.340" v="2726" actId="14100"/>
          <ac:spMkLst>
            <pc:docMk/>
            <pc:sldMk cId="2053197988" sldId="2142533085"/>
            <ac:spMk id="27" creationId="{49D41877-4D4F-0C6D-8EA2-0D5B10980B10}"/>
          </ac:spMkLst>
        </pc:spChg>
        <pc:spChg chg="add del mod">
          <ac:chgData name="Pranay Gurumukhi" userId="8a075444-1b31-490a-9344-81a2765c5dcf" providerId="ADAL" clId="{C84E57F3-619D-46AA-A915-572FA8D03708}" dt="2026-08-20T19:22:42.002" v="2762" actId="21"/>
          <ac:spMkLst>
            <pc:docMk/>
            <pc:sldMk cId="2053197988" sldId="2142533085"/>
            <ac:spMk id="28" creationId="{0C876942-995B-29C8-00D5-11E7E8AA1FE8}"/>
          </ac:spMkLst>
        </pc:spChg>
        <pc:spChg chg="add mod">
          <ac:chgData name="Pranay Gurumukhi" userId="8a075444-1b31-490a-9344-81a2765c5dcf" providerId="ADAL" clId="{C84E57F3-619D-46AA-A915-572FA8D03708}" dt="2026-08-20T19:19:00.810" v="2730" actId="1076"/>
          <ac:spMkLst>
            <pc:docMk/>
            <pc:sldMk cId="2053197988" sldId="2142533085"/>
            <ac:spMk id="29" creationId="{6DB7E343-B92C-CDD7-D13A-D318AAEDA8CF}"/>
          </ac:spMkLst>
        </pc:spChg>
        <pc:spChg chg="add mod">
          <ac:chgData name="Pranay Gurumukhi" userId="8a075444-1b31-490a-9344-81a2765c5dcf" providerId="ADAL" clId="{C84E57F3-619D-46AA-A915-572FA8D03708}" dt="2026-08-20T19:19:13.144" v="2732" actId="1076"/>
          <ac:spMkLst>
            <pc:docMk/>
            <pc:sldMk cId="2053197988" sldId="2142533085"/>
            <ac:spMk id="30" creationId="{FB322CEC-EEE3-2445-34E3-AC5E57F5BAA2}"/>
          </ac:spMkLst>
        </pc:spChg>
        <pc:spChg chg="add mod">
          <ac:chgData name="Pranay Gurumukhi" userId="8a075444-1b31-490a-9344-81a2765c5dcf" providerId="ADAL" clId="{C84E57F3-619D-46AA-A915-572FA8D03708}" dt="2026-08-20T19:19:22.040" v="2734" actId="1076"/>
          <ac:spMkLst>
            <pc:docMk/>
            <pc:sldMk cId="2053197988" sldId="2142533085"/>
            <ac:spMk id="31" creationId="{51EC292D-4755-9D15-6C3C-67BDB08C20BE}"/>
          </ac:spMkLst>
        </pc:spChg>
        <pc:spChg chg="add mod">
          <ac:chgData name="Pranay Gurumukhi" userId="8a075444-1b31-490a-9344-81a2765c5dcf" providerId="ADAL" clId="{C84E57F3-619D-46AA-A915-572FA8D03708}" dt="2026-08-20T19:19:25.230" v="2736" actId="1076"/>
          <ac:spMkLst>
            <pc:docMk/>
            <pc:sldMk cId="2053197988" sldId="2142533085"/>
            <ac:spMk id="32" creationId="{0089EF8F-4C28-17C3-7B35-FE06FCB29760}"/>
          </ac:spMkLst>
        </pc:spChg>
        <pc:spChg chg="add mod">
          <ac:chgData name="Pranay Gurumukhi" userId="8a075444-1b31-490a-9344-81a2765c5dcf" providerId="ADAL" clId="{C84E57F3-619D-46AA-A915-572FA8D03708}" dt="2026-08-20T19:19:48.330" v="2738" actId="1076"/>
          <ac:spMkLst>
            <pc:docMk/>
            <pc:sldMk cId="2053197988" sldId="2142533085"/>
            <ac:spMk id="33" creationId="{1969060F-78E5-B57D-BFA9-4D6E0C92013F}"/>
          </ac:spMkLst>
        </pc:spChg>
        <pc:spChg chg="add mod">
          <ac:chgData name="Pranay Gurumukhi" userId="8a075444-1b31-490a-9344-81a2765c5dcf" providerId="ADAL" clId="{C84E57F3-619D-46AA-A915-572FA8D03708}" dt="2026-08-20T19:19:59.609" v="2741" actId="14100"/>
          <ac:spMkLst>
            <pc:docMk/>
            <pc:sldMk cId="2053197988" sldId="2142533085"/>
            <ac:spMk id="34" creationId="{3102BE77-F689-9721-974A-0B95A8CF0F07}"/>
          </ac:spMkLst>
        </pc:spChg>
        <pc:spChg chg="add mod">
          <ac:chgData name="Pranay Gurumukhi" userId="8a075444-1b31-490a-9344-81a2765c5dcf" providerId="ADAL" clId="{C84E57F3-619D-46AA-A915-572FA8D03708}" dt="2026-08-20T19:20:06.742" v="2743" actId="1076"/>
          <ac:spMkLst>
            <pc:docMk/>
            <pc:sldMk cId="2053197988" sldId="2142533085"/>
            <ac:spMk id="35" creationId="{B7884807-B092-17AA-3E0E-14AF3390634B}"/>
          </ac:spMkLst>
        </pc:spChg>
        <pc:spChg chg="add mod">
          <ac:chgData name="Pranay Gurumukhi" userId="8a075444-1b31-490a-9344-81a2765c5dcf" providerId="ADAL" clId="{C84E57F3-619D-46AA-A915-572FA8D03708}" dt="2026-08-20T19:20:19.049" v="2745" actId="1076"/>
          <ac:spMkLst>
            <pc:docMk/>
            <pc:sldMk cId="2053197988" sldId="2142533085"/>
            <ac:spMk id="36" creationId="{06CBB8E4-E515-A7AD-460A-300802655677}"/>
          </ac:spMkLst>
        </pc:spChg>
        <pc:spChg chg="add mod">
          <ac:chgData name="Pranay Gurumukhi" userId="8a075444-1b31-490a-9344-81a2765c5dcf" providerId="ADAL" clId="{C84E57F3-619D-46AA-A915-572FA8D03708}" dt="2026-08-20T19:20:39.738" v="2747" actId="1076"/>
          <ac:spMkLst>
            <pc:docMk/>
            <pc:sldMk cId="2053197988" sldId="2142533085"/>
            <ac:spMk id="37" creationId="{0E8BB8EB-1826-8E58-2260-C64D8A0D9825}"/>
          </ac:spMkLst>
        </pc:spChg>
        <pc:picChg chg="add mod ord">
          <ac:chgData name="Pranay Gurumukhi" userId="8a075444-1b31-490a-9344-81a2765c5dcf" providerId="ADAL" clId="{C84E57F3-619D-46AA-A915-572FA8D03708}" dt="2026-08-20T19:18:36.198" v="2724" actId="1076"/>
          <ac:picMkLst>
            <pc:docMk/>
            <pc:sldMk cId="2053197988" sldId="2142533085"/>
            <ac:picMk id="6" creationId="{C7E6B2D4-D1FB-23D2-546F-5A29DE5BBBB5}"/>
          </ac:picMkLst>
        </pc:picChg>
        <pc:picChg chg="add del mod">
          <ac:chgData name="Pranay Gurumukhi" userId="8a075444-1b31-490a-9344-81a2765c5dcf" providerId="ADAL" clId="{C84E57F3-619D-46AA-A915-572FA8D03708}" dt="2026-08-20T19:16:34.699" v="2708" actId="478"/>
          <ac:picMkLst>
            <pc:docMk/>
            <pc:sldMk cId="2053197988" sldId="2142533085"/>
            <ac:picMk id="9" creationId="{32BF1C42-BAA3-C8C4-ED1C-2405E20940C4}"/>
          </ac:picMkLst>
        </pc:picChg>
      </pc:sldChg>
      <pc:sldChg chg="addSp delSp modSp add mod">
        <pc:chgData name="Pranay Gurumukhi" userId="8a075444-1b31-490a-9344-81a2765c5dcf" providerId="ADAL" clId="{C84E57F3-619D-46AA-A915-572FA8D03708}" dt="2026-08-20T19:31:43.791" v="2796" actId="21"/>
        <pc:sldMkLst>
          <pc:docMk/>
          <pc:sldMk cId="3562872019" sldId="2142533086"/>
        </pc:sldMkLst>
        <pc:spChg chg="mod">
          <ac:chgData name="Pranay Gurumukhi" userId="8a075444-1b31-490a-9344-81a2765c5dcf" providerId="ADAL" clId="{C84E57F3-619D-46AA-A915-572FA8D03708}" dt="2026-08-20T19:29:51.299" v="2784" actId="20577"/>
          <ac:spMkLst>
            <pc:docMk/>
            <pc:sldMk cId="3562872019" sldId="2142533086"/>
            <ac:spMk id="2" creationId="{6353DCEC-89A7-F41E-1B9D-350AD3B040D3}"/>
          </ac:spMkLst>
        </pc:spChg>
        <pc:spChg chg="add del">
          <ac:chgData name="Pranay Gurumukhi" userId="8a075444-1b31-490a-9344-81a2765c5dcf" providerId="ADAL" clId="{C84E57F3-619D-46AA-A915-572FA8D03708}" dt="2026-08-20T19:31:43.791" v="2796" actId="21"/>
          <ac:spMkLst>
            <pc:docMk/>
            <pc:sldMk cId="3562872019" sldId="2142533086"/>
            <ac:spMk id="7" creationId="{A936AF5A-F196-58FB-09BC-D3896DB94E81}"/>
          </ac:spMkLst>
        </pc:spChg>
        <pc:spChg chg="add del">
          <ac:chgData name="Pranay Gurumukhi" userId="8a075444-1b31-490a-9344-81a2765c5dcf" providerId="ADAL" clId="{C84E57F3-619D-46AA-A915-572FA8D03708}" dt="2026-08-20T19:31:43.791" v="2796" actId="21"/>
          <ac:spMkLst>
            <pc:docMk/>
            <pc:sldMk cId="3562872019" sldId="2142533086"/>
            <ac:spMk id="10" creationId="{A1944050-7BBA-8CD0-C8FA-687078AA9C5B}"/>
          </ac:spMkLst>
        </pc:spChg>
        <pc:spChg chg="add del">
          <ac:chgData name="Pranay Gurumukhi" userId="8a075444-1b31-490a-9344-81a2765c5dcf" providerId="ADAL" clId="{C84E57F3-619D-46AA-A915-572FA8D03708}" dt="2026-08-20T19:31:43.791" v="2796" actId="21"/>
          <ac:spMkLst>
            <pc:docMk/>
            <pc:sldMk cId="3562872019" sldId="2142533086"/>
            <ac:spMk id="12" creationId="{CDB5ADB1-700E-BACC-71D6-46EBC3C481BD}"/>
          </ac:spMkLst>
        </pc:spChg>
        <pc:spChg chg="add del">
          <ac:chgData name="Pranay Gurumukhi" userId="8a075444-1b31-490a-9344-81a2765c5dcf" providerId="ADAL" clId="{C84E57F3-619D-46AA-A915-572FA8D03708}" dt="2026-08-20T19:31:43.791" v="2796" actId="21"/>
          <ac:spMkLst>
            <pc:docMk/>
            <pc:sldMk cId="3562872019" sldId="2142533086"/>
            <ac:spMk id="14" creationId="{50135F9F-D822-72D8-13FA-7ACAE8BB08E4}"/>
          </ac:spMkLst>
        </pc:spChg>
        <pc:spChg chg="mod ord">
          <ac:chgData name="Pranay Gurumukhi" userId="8a075444-1b31-490a-9344-81a2765c5dcf" providerId="ADAL" clId="{C84E57F3-619D-46AA-A915-572FA8D03708}" dt="2026-08-20T19:29:17.017" v="2768" actId="14100"/>
          <ac:spMkLst>
            <pc:docMk/>
            <pc:sldMk cId="3562872019" sldId="2142533086"/>
            <ac:spMk id="15" creationId="{71088F5A-D043-F85F-E4E8-69694B8AFAA5}"/>
          </ac:spMkLst>
        </pc:spChg>
        <pc:spChg chg="add del">
          <ac:chgData name="Pranay Gurumukhi" userId="8a075444-1b31-490a-9344-81a2765c5dcf" providerId="ADAL" clId="{C84E57F3-619D-46AA-A915-572FA8D03708}" dt="2026-08-20T19:31:43.791" v="2796" actId="21"/>
          <ac:spMkLst>
            <pc:docMk/>
            <pc:sldMk cId="3562872019" sldId="2142533086"/>
            <ac:spMk id="17" creationId="{5BE0B8C7-7878-E661-3511-877B44085505}"/>
          </ac:spMkLst>
        </pc:spChg>
        <pc:spChg chg="add del">
          <ac:chgData name="Pranay Gurumukhi" userId="8a075444-1b31-490a-9344-81a2765c5dcf" providerId="ADAL" clId="{C84E57F3-619D-46AA-A915-572FA8D03708}" dt="2026-08-20T19:31:43.791" v="2796" actId="21"/>
          <ac:spMkLst>
            <pc:docMk/>
            <pc:sldMk cId="3562872019" sldId="2142533086"/>
            <ac:spMk id="19" creationId="{0940E4BA-E883-290D-747F-406ADDEBB73E}"/>
          </ac:spMkLst>
        </pc:spChg>
        <pc:spChg chg="add del">
          <ac:chgData name="Pranay Gurumukhi" userId="8a075444-1b31-490a-9344-81a2765c5dcf" providerId="ADAL" clId="{C84E57F3-619D-46AA-A915-572FA8D03708}" dt="2026-08-20T19:31:43.791" v="2796" actId="21"/>
          <ac:spMkLst>
            <pc:docMk/>
            <pc:sldMk cId="3562872019" sldId="2142533086"/>
            <ac:spMk id="21" creationId="{75381A19-2DC0-0CB9-E804-610B0AEBC85C}"/>
          </ac:spMkLst>
        </pc:spChg>
        <pc:spChg chg="add del">
          <ac:chgData name="Pranay Gurumukhi" userId="8a075444-1b31-490a-9344-81a2765c5dcf" providerId="ADAL" clId="{C84E57F3-619D-46AA-A915-572FA8D03708}" dt="2026-08-20T19:31:43.791" v="2796" actId="21"/>
          <ac:spMkLst>
            <pc:docMk/>
            <pc:sldMk cId="3562872019" sldId="2142533086"/>
            <ac:spMk id="23" creationId="{D963C7C3-94D7-7D9F-FB5E-E189DBD4C3EB}"/>
          </ac:spMkLst>
        </pc:spChg>
        <pc:spChg chg="mod">
          <ac:chgData name="Pranay Gurumukhi" userId="8a075444-1b31-490a-9344-81a2765c5dcf" providerId="ADAL" clId="{C84E57F3-619D-46AA-A915-572FA8D03708}" dt="2026-08-17T05:47:23.258" v="840" actId="20577"/>
          <ac:spMkLst>
            <pc:docMk/>
            <pc:sldMk cId="3562872019" sldId="2142533086"/>
            <ac:spMk id="24" creationId="{016D8607-9039-3F03-91FF-37BF929065C9}"/>
          </ac:spMkLst>
        </pc:spChg>
        <pc:spChg chg="add mod">
          <ac:chgData name="Pranay Gurumukhi" userId="8a075444-1b31-490a-9344-81a2765c5dcf" providerId="ADAL" clId="{C84E57F3-619D-46AA-A915-572FA8D03708}" dt="2026-08-20T19:29:01.204" v="2767" actId="1076"/>
          <ac:spMkLst>
            <pc:docMk/>
            <pc:sldMk cId="3562872019" sldId="2142533086"/>
            <ac:spMk id="25" creationId="{CEB073C0-8EB5-2E6E-B232-35E4A51054EA}"/>
          </ac:spMkLst>
        </pc:spChg>
        <pc:spChg chg="add mod">
          <ac:chgData name="Pranay Gurumukhi" userId="8a075444-1b31-490a-9344-81a2765c5dcf" providerId="ADAL" clId="{C84E57F3-619D-46AA-A915-572FA8D03708}" dt="2026-08-20T19:29:22.065" v="2770" actId="1076"/>
          <ac:spMkLst>
            <pc:docMk/>
            <pc:sldMk cId="3562872019" sldId="2142533086"/>
            <ac:spMk id="26" creationId="{58E32286-90C9-E14D-4694-032E5E51F14D}"/>
          </ac:spMkLst>
        </pc:spChg>
        <pc:spChg chg="add mod">
          <ac:chgData name="Pranay Gurumukhi" userId="8a075444-1b31-490a-9344-81a2765c5dcf" providerId="ADAL" clId="{C84E57F3-619D-46AA-A915-572FA8D03708}" dt="2026-08-20T19:29:34.256" v="2772" actId="1076"/>
          <ac:spMkLst>
            <pc:docMk/>
            <pc:sldMk cId="3562872019" sldId="2142533086"/>
            <ac:spMk id="27" creationId="{0FBAE3F4-C114-5AE1-E7D4-821509956939}"/>
          </ac:spMkLst>
        </pc:spChg>
        <pc:spChg chg="add mod">
          <ac:chgData name="Pranay Gurumukhi" userId="8a075444-1b31-490a-9344-81a2765c5dcf" providerId="ADAL" clId="{C84E57F3-619D-46AA-A915-572FA8D03708}" dt="2026-08-20T19:30:10.961" v="2786" actId="1076"/>
          <ac:spMkLst>
            <pc:docMk/>
            <pc:sldMk cId="3562872019" sldId="2142533086"/>
            <ac:spMk id="28" creationId="{395F74C4-EF3F-9562-0414-C8D4170B93C1}"/>
          </ac:spMkLst>
        </pc:spChg>
        <pc:spChg chg="add mod">
          <ac:chgData name="Pranay Gurumukhi" userId="8a075444-1b31-490a-9344-81a2765c5dcf" providerId="ADAL" clId="{C84E57F3-619D-46AA-A915-572FA8D03708}" dt="2026-08-20T19:30:21.159" v="2788" actId="1076"/>
          <ac:spMkLst>
            <pc:docMk/>
            <pc:sldMk cId="3562872019" sldId="2142533086"/>
            <ac:spMk id="29" creationId="{E7085292-6846-A666-0D28-1EAA038E9BEC}"/>
          </ac:spMkLst>
        </pc:spChg>
        <pc:picChg chg="add mod">
          <ac:chgData name="Pranay Gurumukhi" userId="8a075444-1b31-490a-9344-81a2765c5dcf" providerId="ADAL" clId="{C84E57F3-619D-46AA-A915-572FA8D03708}" dt="2026-08-17T05:44:25.438" v="810" actId="1076"/>
          <ac:picMkLst>
            <pc:docMk/>
            <pc:sldMk cId="3562872019" sldId="2142533086"/>
            <ac:picMk id="6" creationId="{21B97FD1-1A04-658E-58AE-152ED01A9ACF}"/>
          </ac:picMkLst>
        </pc:picChg>
        <pc:picChg chg="add mod">
          <ac:chgData name="Pranay Gurumukhi" userId="8a075444-1b31-490a-9344-81a2765c5dcf" providerId="ADAL" clId="{C84E57F3-619D-46AA-A915-572FA8D03708}" dt="2026-08-20T19:28:35.929" v="2764" actId="108"/>
          <ac:picMkLst>
            <pc:docMk/>
            <pc:sldMk cId="3562872019" sldId="2142533086"/>
            <ac:picMk id="9" creationId="{8D2CF13C-3360-B005-C818-47F33A4A938B}"/>
          </ac:picMkLst>
        </pc:picChg>
      </pc:sldChg>
      <pc:sldChg chg="addSp delSp modSp add mod">
        <pc:chgData name="Pranay Gurumukhi" userId="8a075444-1b31-490a-9344-81a2765c5dcf" providerId="ADAL" clId="{C84E57F3-619D-46AA-A915-572FA8D03708}" dt="2026-08-20T19:33:15.859" v="2813" actId="21"/>
        <pc:sldMkLst>
          <pc:docMk/>
          <pc:sldMk cId="2008060115" sldId="2142533087"/>
        </pc:sldMkLst>
        <pc:spChg chg="mod">
          <ac:chgData name="Pranay Gurumukhi" userId="8a075444-1b31-490a-9344-81a2765c5dcf" providerId="ADAL" clId="{C84E57F3-619D-46AA-A915-572FA8D03708}" dt="2026-08-20T19:31:26.908" v="2794" actId="404"/>
          <ac:spMkLst>
            <pc:docMk/>
            <pc:sldMk cId="2008060115" sldId="2142533087"/>
            <ac:spMk id="2" creationId="{BDDA0E6D-C016-D515-E214-D70AA3F639CD}"/>
          </ac:spMkLst>
        </pc:spChg>
        <pc:spChg chg="add del">
          <ac:chgData name="Pranay Gurumukhi" userId="8a075444-1b31-490a-9344-81a2765c5dcf" providerId="ADAL" clId="{C84E57F3-619D-46AA-A915-572FA8D03708}" dt="2026-08-20T19:32:12.208" v="2800" actId="22"/>
          <ac:spMkLst>
            <pc:docMk/>
            <pc:sldMk cId="2008060115" sldId="2142533087"/>
            <ac:spMk id="7" creationId="{EA9B4AF9-CFC7-F2F3-BD5B-78BF738CD359}"/>
          </ac:spMkLst>
        </pc:spChg>
        <pc:spChg chg="add del">
          <ac:chgData name="Pranay Gurumukhi" userId="8a075444-1b31-490a-9344-81a2765c5dcf" providerId="ADAL" clId="{C84E57F3-619D-46AA-A915-572FA8D03708}" dt="2026-08-20T19:32:12.208" v="2800" actId="22"/>
          <ac:spMkLst>
            <pc:docMk/>
            <pc:sldMk cId="2008060115" sldId="2142533087"/>
            <ac:spMk id="10" creationId="{6E1776D4-9558-ADA7-683F-62BC09E3A9A9}"/>
          </ac:spMkLst>
        </pc:spChg>
        <pc:spChg chg="add del">
          <ac:chgData name="Pranay Gurumukhi" userId="8a075444-1b31-490a-9344-81a2765c5dcf" providerId="ADAL" clId="{C84E57F3-619D-46AA-A915-572FA8D03708}" dt="2026-08-20T19:32:12.208" v="2800" actId="22"/>
          <ac:spMkLst>
            <pc:docMk/>
            <pc:sldMk cId="2008060115" sldId="2142533087"/>
            <ac:spMk id="12" creationId="{5A786968-F5F0-6750-1981-63FFE6259D12}"/>
          </ac:spMkLst>
        </pc:spChg>
        <pc:spChg chg="add del">
          <ac:chgData name="Pranay Gurumukhi" userId="8a075444-1b31-490a-9344-81a2765c5dcf" providerId="ADAL" clId="{C84E57F3-619D-46AA-A915-572FA8D03708}" dt="2026-08-20T19:32:12.208" v="2800" actId="22"/>
          <ac:spMkLst>
            <pc:docMk/>
            <pc:sldMk cId="2008060115" sldId="2142533087"/>
            <ac:spMk id="14" creationId="{A63DB260-6E7B-6096-15EB-1EB34841A6D2}"/>
          </ac:spMkLst>
        </pc:spChg>
        <pc:spChg chg="mod">
          <ac:chgData name="Pranay Gurumukhi" userId="8a075444-1b31-490a-9344-81a2765c5dcf" providerId="ADAL" clId="{C84E57F3-619D-46AA-A915-572FA8D03708}" dt="2026-08-20T19:31:36.636" v="2795" actId="108"/>
          <ac:spMkLst>
            <pc:docMk/>
            <pc:sldMk cId="2008060115" sldId="2142533087"/>
            <ac:spMk id="15" creationId="{9024DC71-BF3C-C636-16F9-874A8E1F2287}"/>
          </ac:spMkLst>
        </pc:spChg>
        <pc:spChg chg="add del">
          <ac:chgData name="Pranay Gurumukhi" userId="8a075444-1b31-490a-9344-81a2765c5dcf" providerId="ADAL" clId="{C84E57F3-619D-46AA-A915-572FA8D03708}" dt="2026-08-20T19:32:12.208" v="2800" actId="22"/>
          <ac:spMkLst>
            <pc:docMk/>
            <pc:sldMk cId="2008060115" sldId="2142533087"/>
            <ac:spMk id="17" creationId="{C9C7D75B-97A9-B7F4-3CFE-47A391CF30D8}"/>
          </ac:spMkLst>
        </pc:spChg>
        <pc:spChg chg="add del">
          <ac:chgData name="Pranay Gurumukhi" userId="8a075444-1b31-490a-9344-81a2765c5dcf" providerId="ADAL" clId="{C84E57F3-619D-46AA-A915-572FA8D03708}" dt="2026-08-20T19:32:12.208" v="2800" actId="22"/>
          <ac:spMkLst>
            <pc:docMk/>
            <pc:sldMk cId="2008060115" sldId="2142533087"/>
            <ac:spMk id="19" creationId="{F6BE996D-27BA-9DCE-CAB7-D10F66E0A6E4}"/>
          </ac:spMkLst>
        </pc:spChg>
        <pc:spChg chg="add del">
          <ac:chgData name="Pranay Gurumukhi" userId="8a075444-1b31-490a-9344-81a2765c5dcf" providerId="ADAL" clId="{C84E57F3-619D-46AA-A915-572FA8D03708}" dt="2026-08-20T19:32:12.208" v="2800" actId="22"/>
          <ac:spMkLst>
            <pc:docMk/>
            <pc:sldMk cId="2008060115" sldId="2142533087"/>
            <ac:spMk id="21" creationId="{55D6DB10-AACB-376C-5EDB-ACF08C305A3F}"/>
          </ac:spMkLst>
        </pc:spChg>
        <pc:spChg chg="add del mod">
          <ac:chgData name="Pranay Gurumukhi" userId="8a075444-1b31-490a-9344-81a2765c5dcf" providerId="ADAL" clId="{C84E57F3-619D-46AA-A915-572FA8D03708}" dt="2026-08-20T19:32:12.208" v="2800" actId="22"/>
          <ac:spMkLst>
            <pc:docMk/>
            <pc:sldMk cId="2008060115" sldId="2142533087"/>
            <ac:spMk id="23" creationId="{81EB65CE-50FE-EC4C-A34F-A927E770F642}"/>
          </ac:spMkLst>
        </pc:spChg>
        <pc:spChg chg="mod">
          <ac:chgData name="Pranay Gurumukhi" userId="8a075444-1b31-490a-9344-81a2765c5dcf" providerId="ADAL" clId="{C84E57F3-619D-46AA-A915-572FA8D03708}" dt="2026-08-17T05:57:01.865" v="896" actId="20577"/>
          <ac:spMkLst>
            <pc:docMk/>
            <pc:sldMk cId="2008060115" sldId="2142533087"/>
            <ac:spMk id="24" creationId="{3EE6A9D5-A268-200F-CAC1-1748B71188FC}"/>
          </ac:spMkLst>
        </pc:spChg>
        <pc:spChg chg="add del">
          <ac:chgData name="Pranay Gurumukhi" userId="8a075444-1b31-490a-9344-81a2765c5dcf" providerId="ADAL" clId="{C84E57F3-619D-46AA-A915-572FA8D03708}" dt="2026-08-20T19:33:15.859" v="2813" actId="21"/>
          <ac:spMkLst>
            <pc:docMk/>
            <pc:sldMk cId="2008060115" sldId="2142533087"/>
            <ac:spMk id="26" creationId="{2AD0B654-A7E2-CEE3-F725-D5CE24B5C707}"/>
          </ac:spMkLst>
        </pc:spChg>
        <pc:spChg chg="add del">
          <ac:chgData name="Pranay Gurumukhi" userId="8a075444-1b31-490a-9344-81a2765c5dcf" providerId="ADAL" clId="{C84E57F3-619D-46AA-A915-572FA8D03708}" dt="2026-08-20T19:33:15.859" v="2813" actId="21"/>
          <ac:spMkLst>
            <pc:docMk/>
            <pc:sldMk cId="2008060115" sldId="2142533087"/>
            <ac:spMk id="28" creationId="{018ECC3C-EC39-91EF-1DAF-3A107E775937}"/>
          </ac:spMkLst>
        </pc:spChg>
        <pc:spChg chg="add del">
          <ac:chgData name="Pranay Gurumukhi" userId="8a075444-1b31-490a-9344-81a2765c5dcf" providerId="ADAL" clId="{C84E57F3-619D-46AA-A915-572FA8D03708}" dt="2026-08-20T19:33:15.859" v="2813" actId="21"/>
          <ac:spMkLst>
            <pc:docMk/>
            <pc:sldMk cId="2008060115" sldId="2142533087"/>
            <ac:spMk id="30" creationId="{B03455AD-AA68-2C2F-91F7-3E925D1DDFFE}"/>
          </ac:spMkLst>
        </pc:spChg>
        <pc:spChg chg="add del">
          <ac:chgData name="Pranay Gurumukhi" userId="8a075444-1b31-490a-9344-81a2765c5dcf" providerId="ADAL" clId="{C84E57F3-619D-46AA-A915-572FA8D03708}" dt="2026-08-20T19:33:15.859" v="2813" actId="21"/>
          <ac:spMkLst>
            <pc:docMk/>
            <pc:sldMk cId="2008060115" sldId="2142533087"/>
            <ac:spMk id="32" creationId="{E9D9FDC4-BEA4-690E-659B-F563B2E94D21}"/>
          </ac:spMkLst>
        </pc:spChg>
        <pc:spChg chg="add del">
          <ac:chgData name="Pranay Gurumukhi" userId="8a075444-1b31-490a-9344-81a2765c5dcf" providerId="ADAL" clId="{C84E57F3-619D-46AA-A915-572FA8D03708}" dt="2026-08-20T19:33:15.859" v="2813" actId="21"/>
          <ac:spMkLst>
            <pc:docMk/>
            <pc:sldMk cId="2008060115" sldId="2142533087"/>
            <ac:spMk id="34" creationId="{662BF08A-CE39-EB17-B804-53751D57582B}"/>
          </ac:spMkLst>
        </pc:spChg>
        <pc:spChg chg="add del">
          <ac:chgData name="Pranay Gurumukhi" userId="8a075444-1b31-490a-9344-81a2765c5dcf" providerId="ADAL" clId="{C84E57F3-619D-46AA-A915-572FA8D03708}" dt="2026-08-20T19:33:15.859" v="2813" actId="21"/>
          <ac:spMkLst>
            <pc:docMk/>
            <pc:sldMk cId="2008060115" sldId="2142533087"/>
            <ac:spMk id="36" creationId="{AD70A472-48B6-00D8-7BFE-55DFC0E30509}"/>
          </ac:spMkLst>
        </pc:spChg>
        <pc:spChg chg="add del">
          <ac:chgData name="Pranay Gurumukhi" userId="8a075444-1b31-490a-9344-81a2765c5dcf" providerId="ADAL" clId="{C84E57F3-619D-46AA-A915-572FA8D03708}" dt="2026-08-20T19:33:15.859" v="2813" actId="21"/>
          <ac:spMkLst>
            <pc:docMk/>
            <pc:sldMk cId="2008060115" sldId="2142533087"/>
            <ac:spMk id="38" creationId="{01398D01-CE9E-1BD9-7ADB-7F82AB7C21AE}"/>
          </ac:spMkLst>
        </pc:spChg>
        <pc:spChg chg="add del">
          <ac:chgData name="Pranay Gurumukhi" userId="8a075444-1b31-490a-9344-81a2765c5dcf" providerId="ADAL" clId="{C84E57F3-619D-46AA-A915-572FA8D03708}" dt="2026-08-20T19:33:15.859" v="2813" actId="21"/>
          <ac:spMkLst>
            <pc:docMk/>
            <pc:sldMk cId="2008060115" sldId="2142533087"/>
            <ac:spMk id="40" creationId="{BD380D7C-5749-A485-6B11-E24025EE80F0}"/>
          </ac:spMkLst>
        </pc:spChg>
        <pc:spChg chg="add mod">
          <ac:chgData name="Pranay Gurumukhi" userId="8a075444-1b31-490a-9344-81a2765c5dcf" providerId="ADAL" clId="{C84E57F3-619D-46AA-A915-572FA8D03708}" dt="2026-08-20T19:32:29.883" v="2803" actId="1076"/>
          <ac:spMkLst>
            <pc:docMk/>
            <pc:sldMk cId="2008060115" sldId="2142533087"/>
            <ac:spMk id="41" creationId="{7D99705A-B81B-AA0E-46EE-A53F637D7F48}"/>
          </ac:spMkLst>
        </pc:spChg>
        <pc:spChg chg="add mod">
          <ac:chgData name="Pranay Gurumukhi" userId="8a075444-1b31-490a-9344-81a2765c5dcf" providerId="ADAL" clId="{C84E57F3-619D-46AA-A915-572FA8D03708}" dt="2026-08-20T19:32:36.103" v="2805" actId="1076"/>
          <ac:spMkLst>
            <pc:docMk/>
            <pc:sldMk cId="2008060115" sldId="2142533087"/>
            <ac:spMk id="42" creationId="{7F2925D7-0C95-64D0-2FA1-53ABF9AC6272}"/>
          </ac:spMkLst>
        </pc:spChg>
        <pc:spChg chg="add mod">
          <ac:chgData name="Pranay Gurumukhi" userId="8a075444-1b31-490a-9344-81a2765c5dcf" providerId="ADAL" clId="{C84E57F3-619D-46AA-A915-572FA8D03708}" dt="2026-08-20T19:32:45.373" v="2807" actId="1076"/>
          <ac:spMkLst>
            <pc:docMk/>
            <pc:sldMk cId="2008060115" sldId="2142533087"/>
            <ac:spMk id="43" creationId="{4E11A9AA-3ED5-5375-C94D-6D10B4887A37}"/>
          </ac:spMkLst>
        </pc:spChg>
        <pc:spChg chg="add mod">
          <ac:chgData name="Pranay Gurumukhi" userId="8a075444-1b31-490a-9344-81a2765c5dcf" providerId="ADAL" clId="{C84E57F3-619D-46AA-A915-572FA8D03708}" dt="2026-08-20T19:32:54.453" v="2809" actId="1076"/>
          <ac:spMkLst>
            <pc:docMk/>
            <pc:sldMk cId="2008060115" sldId="2142533087"/>
            <ac:spMk id="44" creationId="{8CC251B0-F7AB-4E4C-F522-939ECA67BD18}"/>
          </ac:spMkLst>
        </pc:spChg>
        <pc:spChg chg="add mod">
          <ac:chgData name="Pranay Gurumukhi" userId="8a075444-1b31-490a-9344-81a2765c5dcf" providerId="ADAL" clId="{C84E57F3-619D-46AA-A915-572FA8D03708}" dt="2026-08-20T19:33:01.098" v="2811" actId="1076"/>
          <ac:spMkLst>
            <pc:docMk/>
            <pc:sldMk cId="2008060115" sldId="2142533087"/>
            <ac:spMk id="45" creationId="{F57FBFCE-27EF-EE9B-F7B0-334C38B40F6E}"/>
          </ac:spMkLst>
        </pc:spChg>
        <pc:spChg chg="add mod">
          <ac:chgData name="Pranay Gurumukhi" userId="8a075444-1b31-490a-9344-81a2765c5dcf" providerId="ADAL" clId="{C84E57F3-619D-46AA-A915-572FA8D03708}" dt="2026-08-20T19:33:08.044" v="2812" actId="767"/>
          <ac:spMkLst>
            <pc:docMk/>
            <pc:sldMk cId="2008060115" sldId="2142533087"/>
            <ac:spMk id="46" creationId="{3A5EB9B1-78AD-11CD-E9D4-34216E091963}"/>
          </ac:spMkLst>
        </pc:spChg>
        <pc:picChg chg="add mod ord">
          <ac:chgData name="Pranay Gurumukhi" userId="8a075444-1b31-490a-9344-81a2765c5dcf" providerId="ADAL" clId="{C84E57F3-619D-46AA-A915-572FA8D03708}" dt="2026-08-17T05:58:33.241" v="909" actId="167"/>
          <ac:picMkLst>
            <pc:docMk/>
            <pc:sldMk cId="2008060115" sldId="2142533087"/>
            <ac:picMk id="6" creationId="{02D83311-932E-A152-0E36-6D2439780882}"/>
          </ac:picMkLst>
        </pc:picChg>
        <pc:picChg chg="add mod">
          <ac:chgData name="Pranay Gurumukhi" userId="8a075444-1b31-490a-9344-81a2765c5dcf" providerId="ADAL" clId="{C84E57F3-619D-46AA-A915-572FA8D03708}" dt="2026-08-17T05:58:30.459" v="908" actId="1076"/>
          <ac:picMkLst>
            <pc:docMk/>
            <pc:sldMk cId="2008060115" sldId="2142533087"/>
            <ac:picMk id="9" creationId="{4A578C32-4C8B-73F2-2CC5-B165366555C4}"/>
          </ac:picMkLst>
        </pc:picChg>
      </pc:sldChg>
      <pc:sldChg chg="addSp delSp modSp add mod">
        <pc:chgData name="Pranay Gurumukhi" userId="8a075444-1b31-490a-9344-81a2765c5dcf" providerId="ADAL" clId="{C84E57F3-619D-46AA-A915-572FA8D03708}" dt="2026-08-20T19:39:03.041" v="2866" actId="1076"/>
        <pc:sldMkLst>
          <pc:docMk/>
          <pc:sldMk cId="640331218" sldId="2142533088"/>
        </pc:sldMkLst>
        <pc:spChg chg="mod">
          <ac:chgData name="Pranay Gurumukhi" userId="8a075444-1b31-490a-9344-81a2765c5dcf" providerId="ADAL" clId="{C84E57F3-619D-46AA-A915-572FA8D03708}" dt="2026-08-20T19:37:41.006" v="2857" actId="12"/>
          <ac:spMkLst>
            <pc:docMk/>
            <pc:sldMk cId="640331218" sldId="2142533088"/>
            <ac:spMk id="2" creationId="{43F4AF6C-B380-8672-296C-4D41FB335F4C}"/>
          </ac:spMkLst>
        </pc:spChg>
        <pc:spChg chg="add mod">
          <ac:chgData name="Pranay Gurumukhi" userId="8a075444-1b31-490a-9344-81a2765c5dcf" providerId="ADAL" clId="{C84E57F3-619D-46AA-A915-572FA8D03708}" dt="2026-08-20T19:38:37.598" v="2862" actId="1076"/>
          <ac:spMkLst>
            <pc:docMk/>
            <pc:sldMk cId="640331218" sldId="2142533088"/>
            <ac:spMk id="7" creationId="{63F59A1D-9F5D-1655-0576-93B1C5B1BAF0}"/>
          </ac:spMkLst>
        </pc:spChg>
        <pc:spChg chg="add mod">
          <ac:chgData name="Pranay Gurumukhi" userId="8a075444-1b31-490a-9344-81a2765c5dcf" providerId="ADAL" clId="{C84E57F3-619D-46AA-A915-572FA8D03708}" dt="2026-08-20T19:38:46.857" v="2863" actId="1076"/>
          <ac:spMkLst>
            <pc:docMk/>
            <pc:sldMk cId="640331218" sldId="2142533088"/>
            <ac:spMk id="10" creationId="{75F8488C-5091-0983-AC45-D40C88FF1006}"/>
          </ac:spMkLst>
        </pc:spChg>
        <pc:spChg chg="add mod">
          <ac:chgData name="Pranay Gurumukhi" userId="8a075444-1b31-490a-9344-81a2765c5dcf" providerId="ADAL" clId="{C84E57F3-619D-46AA-A915-572FA8D03708}" dt="2026-08-20T19:38:51.451" v="2864" actId="1076"/>
          <ac:spMkLst>
            <pc:docMk/>
            <pc:sldMk cId="640331218" sldId="2142533088"/>
            <ac:spMk id="12" creationId="{2F40256A-7DAB-2398-6170-B8F869CFA9A1}"/>
          </ac:spMkLst>
        </pc:spChg>
        <pc:spChg chg="add mod">
          <ac:chgData name="Pranay Gurumukhi" userId="8a075444-1b31-490a-9344-81a2765c5dcf" providerId="ADAL" clId="{C84E57F3-619D-46AA-A915-572FA8D03708}" dt="2026-08-20T19:39:03.041" v="2866" actId="1076"/>
          <ac:spMkLst>
            <pc:docMk/>
            <pc:sldMk cId="640331218" sldId="2142533088"/>
            <ac:spMk id="14" creationId="{EBE97C89-B68C-DEE6-4C95-9DE6E5206389}"/>
          </ac:spMkLst>
        </pc:spChg>
        <pc:spChg chg="mod">
          <ac:chgData name="Pranay Gurumukhi" userId="8a075444-1b31-490a-9344-81a2765c5dcf" providerId="ADAL" clId="{C84E57F3-619D-46AA-A915-572FA8D03708}" dt="2026-08-20T19:38:00.486" v="2859" actId="108"/>
          <ac:spMkLst>
            <pc:docMk/>
            <pc:sldMk cId="640331218" sldId="2142533088"/>
            <ac:spMk id="15" creationId="{1B4C8405-305C-9DDB-1125-9232EA0FB97A}"/>
          </ac:spMkLst>
        </pc:spChg>
        <pc:spChg chg="add mod">
          <ac:chgData name="Pranay Gurumukhi" userId="8a075444-1b31-490a-9344-81a2765c5dcf" providerId="ADAL" clId="{C84E57F3-619D-46AA-A915-572FA8D03708}" dt="2026-08-20T19:38:28.387" v="2861" actId="1076"/>
          <ac:spMkLst>
            <pc:docMk/>
            <pc:sldMk cId="640331218" sldId="2142533088"/>
            <ac:spMk id="17" creationId="{AE8750B0-363C-C778-880A-6885A608BEC1}"/>
          </ac:spMkLst>
        </pc:spChg>
        <pc:spChg chg="mod">
          <ac:chgData name="Pranay Gurumukhi" userId="8a075444-1b31-490a-9344-81a2765c5dcf" providerId="ADAL" clId="{C84E57F3-619D-46AA-A915-572FA8D03708}" dt="2026-08-17T06:17:29.350" v="997" actId="20577"/>
          <ac:spMkLst>
            <pc:docMk/>
            <pc:sldMk cId="640331218" sldId="2142533088"/>
            <ac:spMk id="24" creationId="{A3F35829-E155-D696-E3A1-460AA65D21C8}"/>
          </ac:spMkLst>
        </pc:spChg>
        <pc:picChg chg="add mod">
          <ac:chgData name="Pranay Gurumukhi" userId="8a075444-1b31-490a-9344-81a2765c5dcf" providerId="ADAL" clId="{C84E57F3-619D-46AA-A915-572FA8D03708}" dt="2026-08-17T06:16:37.310" v="968" actId="1076"/>
          <ac:picMkLst>
            <pc:docMk/>
            <pc:sldMk cId="640331218" sldId="2142533088"/>
            <ac:picMk id="6" creationId="{A7CE5C36-3E94-517C-B406-4C74F1E239C6}"/>
          </ac:picMkLst>
        </pc:picChg>
        <pc:picChg chg="add mod ord">
          <ac:chgData name="Pranay Gurumukhi" userId="8a075444-1b31-490a-9344-81a2765c5dcf" providerId="ADAL" clId="{C84E57F3-619D-46AA-A915-572FA8D03708}" dt="2026-08-20T19:37:53.484" v="2858" actId="108"/>
          <ac:picMkLst>
            <pc:docMk/>
            <pc:sldMk cId="640331218" sldId="2142533088"/>
            <ac:picMk id="9" creationId="{0E5B6367-8477-6DEF-E930-14DC39D0B159}"/>
          </ac:picMkLst>
        </pc:picChg>
      </pc:sldChg>
      <pc:sldChg chg="addSp delSp modSp add mod">
        <pc:chgData name="Pranay Gurumukhi" userId="8a075444-1b31-490a-9344-81a2765c5dcf" providerId="ADAL" clId="{C84E57F3-619D-46AA-A915-572FA8D03708}" dt="2026-08-20T19:05:16.105" v="2579" actId="478"/>
        <pc:sldMkLst>
          <pc:docMk/>
          <pc:sldMk cId="2627617723" sldId="2142533089"/>
        </pc:sldMkLst>
        <pc:spChg chg="del mod">
          <ac:chgData name="Pranay Gurumukhi" userId="8a075444-1b31-490a-9344-81a2765c5dcf" providerId="ADAL" clId="{C84E57F3-619D-46AA-A915-572FA8D03708}" dt="2026-08-20T18:36:35.868" v="2537" actId="478"/>
          <ac:spMkLst>
            <pc:docMk/>
            <pc:sldMk cId="2627617723" sldId="2142533089"/>
            <ac:spMk id="2" creationId="{B3B0B165-BD9B-7A34-25E4-875A794E7392}"/>
          </ac:spMkLst>
        </pc:spChg>
        <pc:spChg chg="del mod">
          <ac:chgData name="Pranay Gurumukhi" userId="8a075444-1b31-490a-9344-81a2765c5dcf" providerId="ADAL" clId="{C84E57F3-619D-46AA-A915-572FA8D03708}" dt="2026-08-20T18:36:41.014" v="2541" actId="478"/>
          <ac:spMkLst>
            <pc:docMk/>
            <pc:sldMk cId="2627617723" sldId="2142533089"/>
            <ac:spMk id="4" creationId="{CF7258F4-57CC-F7CE-C32B-94E1D52BF733}"/>
          </ac:spMkLst>
        </pc:spChg>
        <pc:spChg chg="del mod">
          <ac:chgData name="Pranay Gurumukhi" userId="8a075444-1b31-490a-9344-81a2765c5dcf" providerId="ADAL" clId="{C84E57F3-619D-46AA-A915-572FA8D03708}" dt="2026-08-20T18:36:42.259" v="2542" actId="478"/>
          <ac:spMkLst>
            <pc:docMk/>
            <pc:sldMk cId="2627617723" sldId="2142533089"/>
            <ac:spMk id="5" creationId="{4597B4F9-3D0A-FDD5-7F8B-387740EF2225}"/>
          </ac:spMkLst>
        </pc:spChg>
        <pc:spChg chg="add mod">
          <ac:chgData name="Pranay Gurumukhi" userId="8a075444-1b31-490a-9344-81a2765c5dcf" providerId="ADAL" clId="{C84E57F3-619D-46AA-A915-572FA8D03708}" dt="2026-08-20T18:41:23.257" v="2572" actId="1076"/>
          <ac:spMkLst>
            <pc:docMk/>
            <pc:sldMk cId="2627617723" sldId="2142533089"/>
            <ac:spMk id="6" creationId="{C2A16264-2AC3-09AB-7172-A3CDE7D6EE44}"/>
          </ac:spMkLst>
        </pc:spChg>
        <pc:spChg chg="mod">
          <ac:chgData name="Pranay Gurumukhi" userId="8a075444-1b31-490a-9344-81a2765c5dcf" providerId="ADAL" clId="{C84E57F3-619D-46AA-A915-572FA8D03708}" dt="2026-08-20T18:40:52.945" v="2569" actId="108"/>
          <ac:spMkLst>
            <pc:docMk/>
            <pc:sldMk cId="2627617723" sldId="2142533089"/>
            <ac:spMk id="8" creationId="{C322F6DD-EC92-6371-89AD-8ED8927974C5}"/>
          </ac:spMkLst>
        </pc:spChg>
        <pc:spChg chg="add mod">
          <ac:chgData name="Pranay Gurumukhi" userId="8a075444-1b31-490a-9344-81a2765c5dcf" providerId="ADAL" clId="{C84E57F3-619D-46AA-A915-572FA8D03708}" dt="2026-08-20T18:41:20.426" v="2571" actId="1076"/>
          <ac:spMkLst>
            <pc:docMk/>
            <pc:sldMk cId="2627617723" sldId="2142533089"/>
            <ac:spMk id="10" creationId="{89B17E65-148A-5153-B7E4-9F5008995FEC}"/>
          </ac:spMkLst>
        </pc:spChg>
        <pc:spChg chg="add mod">
          <ac:chgData name="Pranay Gurumukhi" userId="8a075444-1b31-490a-9344-81a2765c5dcf" providerId="ADAL" clId="{C84E57F3-619D-46AA-A915-572FA8D03708}" dt="2026-08-20T18:41:32.981" v="2573" actId="1076"/>
          <ac:spMkLst>
            <pc:docMk/>
            <pc:sldMk cId="2627617723" sldId="2142533089"/>
            <ac:spMk id="13" creationId="{8A7E2E68-1678-C964-D5E5-BA410D449A2E}"/>
          </ac:spMkLst>
        </pc:spChg>
        <pc:spChg chg="mod">
          <ac:chgData name="Pranay Gurumukhi" userId="8a075444-1b31-490a-9344-81a2765c5dcf" providerId="ADAL" clId="{C84E57F3-619D-46AA-A915-572FA8D03708}" dt="2026-08-20T18:38:05.998" v="2559" actId="108"/>
          <ac:spMkLst>
            <pc:docMk/>
            <pc:sldMk cId="2627617723" sldId="2142533089"/>
            <ac:spMk id="15" creationId="{9DFB0E72-5912-4EDC-72F4-3F004EABF339}"/>
          </ac:spMkLst>
        </pc:spChg>
        <pc:spChg chg="add mod">
          <ac:chgData name="Pranay Gurumukhi" userId="8a075444-1b31-490a-9344-81a2765c5dcf" providerId="ADAL" clId="{C84E57F3-619D-46AA-A915-572FA8D03708}" dt="2026-08-20T18:41:40.663" v="2574" actId="1076"/>
          <ac:spMkLst>
            <pc:docMk/>
            <pc:sldMk cId="2627617723" sldId="2142533089"/>
            <ac:spMk id="16" creationId="{6102BA1C-5D75-2085-7A53-DCD79775F9B0}"/>
          </ac:spMkLst>
        </pc:spChg>
        <pc:spChg chg="add mod">
          <ac:chgData name="Pranay Gurumukhi" userId="8a075444-1b31-490a-9344-81a2765c5dcf" providerId="ADAL" clId="{C84E57F3-619D-46AA-A915-572FA8D03708}" dt="2026-08-20T19:04:20.093" v="2575" actId="1076"/>
          <ac:spMkLst>
            <pc:docMk/>
            <pc:sldMk cId="2627617723" sldId="2142533089"/>
            <ac:spMk id="18" creationId="{E38BE18B-FB41-36B7-634A-A1901217947A}"/>
          </ac:spMkLst>
        </pc:spChg>
        <pc:spChg chg="add mod">
          <ac:chgData name="Pranay Gurumukhi" userId="8a075444-1b31-490a-9344-81a2765c5dcf" providerId="ADAL" clId="{C84E57F3-619D-46AA-A915-572FA8D03708}" dt="2026-08-20T19:05:01.543" v="2576" actId="1076"/>
          <ac:spMkLst>
            <pc:docMk/>
            <pc:sldMk cId="2627617723" sldId="2142533089"/>
            <ac:spMk id="20" creationId="{AC485850-AD6F-8DA1-F17E-2925F32F4A97}"/>
          </ac:spMkLst>
        </pc:spChg>
        <pc:spChg chg="add mod">
          <ac:chgData name="Pranay Gurumukhi" userId="8a075444-1b31-490a-9344-81a2765c5dcf" providerId="ADAL" clId="{C84E57F3-619D-46AA-A915-572FA8D03708}" dt="2026-08-20T19:05:12.514" v="2577" actId="1076"/>
          <ac:spMkLst>
            <pc:docMk/>
            <pc:sldMk cId="2627617723" sldId="2142533089"/>
            <ac:spMk id="22" creationId="{CC54EEDD-8881-EA93-F411-37C336FD97FE}"/>
          </ac:spMkLst>
        </pc:spChg>
        <pc:spChg chg="add del">
          <ac:chgData name="Pranay Gurumukhi" userId="8a075444-1b31-490a-9344-81a2765c5dcf" providerId="ADAL" clId="{C84E57F3-619D-46AA-A915-572FA8D03708}" dt="2026-08-20T19:05:14.375" v="2578" actId="478"/>
          <ac:spMkLst>
            <pc:docMk/>
            <pc:sldMk cId="2627617723" sldId="2142533089"/>
            <ac:spMk id="25" creationId="{1FFB689F-9024-C010-C0DD-898D0AEFC775}"/>
          </ac:spMkLst>
        </pc:spChg>
        <pc:picChg chg="add mod ord">
          <ac:chgData name="Pranay Gurumukhi" userId="8a075444-1b31-490a-9344-81a2765c5dcf" providerId="ADAL" clId="{C84E57F3-619D-46AA-A915-572FA8D03708}" dt="2026-08-20T18:37:55.930" v="2558" actId="108"/>
          <ac:picMkLst>
            <pc:docMk/>
            <pc:sldMk cId="2627617723" sldId="2142533089"/>
            <ac:picMk id="7" creationId="{9B59C3D6-8B86-5B33-B6EC-001EE067550E}"/>
          </ac:picMkLst>
        </pc:picChg>
        <pc:picChg chg="add del mod">
          <ac:chgData name="Pranay Gurumukhi" userId="8a075444-1b31-490a-9344-81a2765c5dcf" providerId="ADAL" clId="{C84E57F3-619D-46AA-A915-572FA8D03708}" dt="2026-08-20T19:05:16.105" v="2579" actId="478"/>
          <ac:picMkLst>
            <pc:docMk/>
            <pc:sldMk cId="2627617723" sldId="2142533089"/>
            <ac:picMk id="11" creationId="{C89357BE-7818-BAD8-EF5E-94378468900A}"/>
          </ac:picMkLst>
        </pc:picChg>
      </pc:sldChg>
      <pc:sldChg chg="addSp delSp modSp add mod ord">
        <pc:chgData name="Pranay Gurumukhi" userId="8a075444-1b31-490a-9344-81a2765c5dcf" providerId="ADAL" clId="{C84E57F3-619D-46AA-A915-572FA8D03708}" dt="2026-08-20T19:40:40.191" v="2874" actId="21"/>
        <pc:sldMkLst>
          <pc:docMk/>
          <pc:sldMk cId="3232186122" sldId="2142533090"/>
        </pc:sldMkLst>
        <pc:spChg chg="mod">
          <ac:chgData name="Pranay Gurumukhi" userId="8a075444-1b31-490a-9344-81a2765c5dcf" providerId="ADAL" clId="{C84E57F3-619D-46AA-A915-572FA8D03708}" dt="2026-08-20T19:35:22.013" v="2839" actId="12"/>
          <ac:spMkLst>
            <pc:docMk/>
            <pc:sldMk cId="3232186122" sldId="2142533090"/>
            <ac:spMk id="2" creationId="{2CBB870E-46B8-5433-32AE-A5BF4BB27385}"/>
          </ac:spMkLst>
        </pc:spChg>
        <pc:spChg chg="del">
          <ac:chgData name="Pranay Gurumukhi" userId="8a075444-1b31-490a-9344-81a2765c5dcf" providerId="ADAL" clId="{C84E57F3-619D-46AA-A915-572FA8D03708}" dt="2026-08-20T19:34:00.334" v="2821" actId="478"/>
          <ac:spMkLst>
            <pc:docMk/>
            <pc:sldMk cId="3232186122" sldId="2142533090"/>
            <ac:spMk id="4" creationId="{0C0576E4-0E79-2542-59F0-7F8898781ADC}"/>
          </ac:spMkLst>
        </pc:spChg>
        <pc:spChg chg="del">
          <ac:chgData name="Pranay Gurumukhi" userId="8a075444-1b31-490a-9344-81a2765c5dcf" providerId="ADAL" clId="{C84E57F3-619D-46AA-A915-572FA8D03708}" dt="2026-08-20T19:33:52.324" v="2817" actId="478"/>
          <ac:spMkLst>
            <pc:docMk/>
            <pc:sldMk cId="3232186122" sldId="2142533090"/>
            <ac:spMk id="5" creationId="{255EDF07-D493-A1CD-AECA-B436D882BDB1}"/>
          </ac:spMkLst>
        </pc:spChg>
        <pc:spChg chg="add del">
          <ac:chgData name="Pranay Gurumukhi" userId="8a075444-1b31-490a-9344-81a2765c5dcf" providerId="ADAL" clId="{C84E57F3-619D-46AA-A915-572FA8D03708}" dt="2026-08-20T19:40:40.191" v="2874" actId="21"/>
          <ac:spMkLst>
            <pc:docMk/>
            <pc:sldMk cId="3232186122" sldId="2142533090"/>
            <ac:spMk id="7" creationId="{23AFED7A-A44D-7D23-8D81-656AA0687AEA}"/>
          </ac:spMkLst>
        </pc:spChg>
        <pc:spChg chg="add mod">
          <ac:chgData name="Pranay Gurumukhi" userId="8a075444-1b31-490a-9344-81a2765c5dcf" providerId="ADAL" clId="{C84E57F3-619D-46AA-A915-572FA8D03708}" dt="2026-08-20T19:34:12.700" v="2825" actId="14100"/>
          <ac:spMkLst>
            <pc:docMk/>
            <pc:sldMk cId="3232186122" sldId="2142533090"/>
            <ac:spMk id="8" creationId="{596E2A53-8AD6-9CD7-BA87-605F59D7F1F4}"/>
          </ac:spMkLst>
        </pc:spChg>
        <pc:spChg chg="add del">
          <ac:chgData name="Pranay Gurumukhi" userId="8a075444-1b31-490a-9344-81a2765c5dcf" providerId="ADAL" clId="{C84E57F3-619D-46AA-A915-572FA8D03708}" dt="2026-08-20T19:40:40.191" v="2874" actId="21"/>
          <ac:spMkLst>
            <pc:docMk/>
            <pc:sldMk cId="3232186122" sldId="2142533090"/>
            <ac:spMk id="10" creationId="{A5C9A51F-CFBC-6B87-CE60-3387A6B7A315}"/>
          </ac:spMkLst>
        </pc:spChg>
        <pc:spChg chg="add del">
          <ac:chgData name="Pranay Gurumukhi" userId="8a075444-1b31-490a-9344-81a2765c5dcf" providerId="ADAL" clId="{C84E57F3-619D-46AA-A915-572FA8D03708}" dt="2026-08-20T19:40:40.191" v="2874" actId="21"/>
          <ac:spMkLst>
            <pc:docMk/>
            <pc:sldMk cId="3232186122" sldId="2142533090"/>
            <ac:spMk id="13" creationId="{0CA5D64E-61E1-CFA7-D086-95352402DDDB}"/>
          </ac:spMkLst>
        </pc:spChg>
        <pc:spChg chg="mod">
          <ac:chgData name="Pranay Gurumukhi" userId="8a075444-1b31-490a-9344-81a2765c5dcf" providerId="ADAL" clId="{C84E57F3-619D-46AA-A915-572FA8D03708}" dt="2026-08-20T19:34:06.665" v="2823" actId="14100"/>
          <ac:spMkLst>
            <pc:docMk/>
            <pc:sldMk cId="3232186122" sldId="2142533090"/>
            <ac:spMk id="15" creationId="{BAC6016D-7033-921B-AD55-7EDB0E71BB5E}"/>
          </ac:spMkLst>
        </pc:spChg>
        <pc:spChg chg="add del">
          <ac:chgData name="Pranay Gurumukhi" userId="8a075444-1b31-490a-9344-81a2765c5dcf" providerId="ADAL" clId="{C84E57F3-619D-46AA-A915-572FA8D03708}" dt="2026-08-20T19:40:40.191" v="2874" actId="21"/>
          <ac:spMkLst>
            <pc:docMk/>
            <pc:sldMk cId="3232186122" sldId="2142533090"/>
            <ac:spMk id="16" creationId="{49474101-9D6B-349B-1C84-1ABFF301F26D}"/>
          </ac:spMkLst>
        </pc:spChg>
        <pc:spChg chg="add del">
          <ac:chgData name="Pranay Gurumukhi" userId="8a075444-1b31-490a-9344-81a2765c5dcf" providerId="ADAL" clId="{C84E57F3-619D-46AA-A915-572FA8D03708}" dt="2026-08-20T19:40:40.191" v="2874" actId="21"/>
          <ac:spMkLst>
            <pc:docMk/>
            <pc:sldMk cId="3232186122" sldId="2142533090"/>
            <ac:spMk id="18" creationId="{C4D6FAA9-42FD-36BD-2093-A969AAEE2172}"/>
          </ac:spMkLst>
        </pc:spChg>
        <pc:spChg chg="add del">
          <ac:chgData name="Pranay Gurumukhi" userId="8a075444-1b31-490a-9344-81a2765c5dcf" providerId="ADAL" clId="{C84E57F3-619D-46AA-A915-572FA8D03708}" dt="2026-08-20T19:40:40.191" v="2874" actId="21"/>
          <ac:spMkLst>
            <pc:docMk/>
            <pc:sldMk cId="3232186122" sldId="2142533090"/>
            <ac:spMk id="20" creationId="{19FBCA26-F05C-B581-189A-D094F0CA8EA7}"/>
          </ac:spMkLst>
        </pc:spChg>
        <pc:spChg chg="add del">
          <ac:chgData name="Pranay Gurumukhi" userId="8a075444-1b31-490a-9344-81a2765c5dcf" providerId="ADAL" clId="{C84E57F3-619D-46AA-A915-572FA8D03708}" dt="2026-08-20T19:40:40.191" v="2874" actId="21"/>
          <ac:spMkLst>
            <pc:docMk/>
            <pc:sldMk cId="3232186122" sldId="2142533090"/>
            <ac:spMk id="22" creationId="{6075F1DD-4112-21C0-1FA1-9F97299960A9}"/>
          </ac:spMkLst>
        </pc:spChg>
        <pc:spChg chg="mod">
          <ac:chgData name="Pranay Gurumukhi" userId="8a075444-1b31-490a-9344-81a2765c5dcf" providerId="ADAL" clId="{C84E57F3-619D-46AA-A915-572FA8D03708}" dt="2026-08-17T06:15:28.636" v="963" actId="20577"/>
          <ac:spMkLst>
            <pc:docMk/>
            <pc:sldMk cId="3232186122" sldId="2142533090"/>
            <ac:spMk id="24" creationId="{E3A048DD-C64C-F4F9-4EA2-4E96570DF57A}"/>
          </ac:spMkLst>
        </pc:spChg>
        <pc:spChg chg="add del">
          <ac:chgData name="Pranay Gurumukhi" userId="8a075444-1b31-490a-9344-81a2765c5dcf" providerId="ADAL" clId="{C84E57F3-619D-46AA-A915-572FA8D03708}" dt="2026-08-20T19:40:40.191" v="2874" actId="21"/>
          <ac:spMkLst>
            <pc:docMk/>
            <pc:sldMk cId="3232186122" sldId="2142533090"/>
            <ac:spMk id="25" creationId="{C7499676-5179-FBA3-C03B-402C052B6EDA}"/>
          </ac:spMkLst>
        </pc:spChg>
        <pc:spChg chg="add mod">
          <ac:chgData name="Pranay Gurumukhi" userId="8a075444-1b31-490a-9344-81a2765c5dcf" providerId="ADAL" clId="{C84E57F3-619D-46AA-A915-572FA8D03708}" dt="2026-08-20T19:35:28.485" v="2841" actId="1076"/>
          <ac:spMkLst>
            <pc:docMk/>
            <pc:sldMk cId="3232186122" sldId="2142533090"/>
            <ac:spMk id="26" creationId="{B8691576-CBA3-84ED-173C-E85B57A0B725}"/>
          </ac:spMkLst>
        </pc:spChg>
        <pc:spChg chg="add mod">
          <ac:chgData name="Pranay Gurumukhi" userId="8a075444-1b31-490a-9344-81a2765c5dcf" providerId="ADAL" clId="{C84E57F3-619D-46AA-A915-572FA8D03708}" dt="2026-08-20T19:35:57.243" v="2844" actId="1076"/>
          <ac:spMkLst>
            <pc:docMk/>
            <pc:sldMk cId="3232186122" sldId="2142533090"/>
            <ac:spMk id="27" creationId="{D1D61F56-3796-A630-705F-8115AF1FD45D}"/>
          </ac:spMkLst>
        </pc:spChg>
        <pc:spChg chg="add mod">
          <ac:chgData name="Pranay Gurumukhi" userId="8a075444-1b31-490a-9344-81a2765c5dcf" providerId="ADAL" clId="{C84E57F3-619D-46AA-A915-572FA8D03708}" dt="2026-08-20T19:36:01.657" v="2846" actId="1076"/>
          <ac:spMkLst>
            <pc:docMk/>
            <pc:sldMk cId="3232186122" sldId="2142533090"/>
            <ac:spMk id="28" creationId="{C2DA1C17-DD52-3EDC-F6AD-81B4B5958AD1}"/>
          </ac:spMkLst>
        </pc:spChg>
        <pc:spChg chg="add mod">
          <ac:chgData name="Pranay Gurumukhi" userId="8a075444-1b31-490a-9344-81a2765c5dcf" providerId="ADAL" clId="{C84E57F3-619D-46AA-A915-572FA8D03708}" dt="2026-08-20T19:36:37.291" v="2852" actId="20577"/>
          <ac:spMkLst>
            <pc:docMk/>
            <pc:sldMk cId="3232186122" sldId="2142533090"/>
            <ac:spMk id="29" creationId="{624565CA-DBA2-9E0C-7AB1-BC95E1B13F6A}"/>
          </ac:spMkLst>
        </pc:spChg>
        <pc:spChg chg="add mod">
          <ac:chgData name="Pranay Gurumukhi" userId="8a075444-1b31-490a-9344-81a2765c5dcf" providerId="ADAL" clId="{C84E57F3-619D-46AA-A915-572FA8D03708}" dt="2026-08-20T19:36:23.199" v="2850" actId="1076"/>
          <ac:spMkLst>
            <pc:docMk/>
            <pc:sldMk cId="3232186122" sldId="2142533090"/>
            <ac:spMk id="30" creationId="{D82B247A-A1C5-A445-61A1-39A1ED815901}"/>
          </ac:spMkLst>
        </pc:spChg>
        <pc:picChg chg="add mod ord">
          <ac:chgData name="Pranay Gurumukhi" userId="8a075444-1b31-490a-9344-81a2765c5dcf" providerId="ADAL" clId="{C84E57F3-619D-46AA-A915-572FA8D03708}" dt="2026-08-20T19:33:58.350" v="2820" actId="1076"/>
          <ac:picMkLst>
            <pc:docMk/>
            <pc:sldMk cId="3232186122" sldId="2142533090"/>
            <ac:picMk id="6" creationId="{86FF73DB-A2A9-CA54-82C2-7071D2A1C605}"/>
          </ac:picMkLst>
        </pc:picChg>
        <pc:picChg chg="del">
          <ac:chgData name="Pranay Gurumukhi" userId="8a075444-1b31-490a-9344-81a2765c5dcf" providerId="ADAL" clId="{C84E57F3-619D-46AA-A915-572FA8D03708}" dt="2026-08-20T19:33:52.817" v="2818" actId="478"/>
          <ac:picMkLst>
            <pc:docMk/>
            <pc:sldMk cId="3232186122" sldId="2142533090"/>
            <ac:picMk id="12" creationId="{CA7DA08F-B991-10DF-102C-E6D1C3193C29}"/>
          </ac:picMkLst>
        </pc:picChg>
      </pc:sldChg>
      <pc:sldChg chg="addSp delSp modSp add mod ord">
        <pc:chgData name="Pranay Gurumukhi" userId="8a075444-1b31-490a-9344-81a2765c5dcf" providerId="ADAL" clId="{C84E57F3-619D-46AA-A915-572FA8D03708}" dt="2026-08-21T08:34:10.437" v="8607" actId="478"/>
        <pc:sldMkLst>
          <pc:docMk/>
          <pc:sldMk cId="2770256658" sldId="2142533091"/>
        </pc:sldMkLst>
        <pc:spChg chg="mod">
          <ac:chgData name="Pranay Gurumukhi" userId="8a075444-1b31-490a-9344-81a2765c5dcf" providerId="ADAL" clId="{C84E57F3-619D-46AA-A915-572FA8D03708}" dt="2026-08-21T08:33:17.582" v="8591" actId="1076"/>
          <ac:spMkLst>
            <pc:docMk/>
            <pc:sldMk cId="2770256658" sldId="2142533091"/>
            <ac:spMk id="2" creationId="{64E2DE44-AF7D-198A-075F-B3D83F68516A}"/>
          </ac:spMkLst>
        </pc:spChg>
        <pc:spChg chg="del">
          <ac:chgData name="Pranay Gurumukhi" userId="8a075444-1b31-490a-9344-81a2765c5dcf" providerId="ADAL" clId="{C84E57F3-619D-46AA-A915-572FA8D03708}" dt="2026-08-21T08:34:10.437" v="8607" actId="478"/>
          <ac:spMkLst>
            <pc:docMk/>
            <pc:sldMk cId="2770256658" sldId="2142533091"/>
            <ac:spMk id="15" creationId="{45D3055F-2422-868A-50C4-2EE797EC5FD2}"/>
          </ac:spMkLst>
        </pc:spChg>
        <pc:spChg chg="mod">
          <ac:chgData name="Pranay Gurumukhi" userId="8a075444-1b31-490a-9344-81a2765c5dcf" providerId="ADAL" clId="{C84E57F3-619D-46AA-A915-572FA8D03708}" dt="2026-08-17T09:51:51.482" v="1049" actId="20577"/>
          <ac:spMkLst>
            <pc:docMk/>
            <pc:sldMk cId="2770256658" sldId="2142533091"/>
            <ac:spMk id="24" creationId="{CD75B3CC-57A2-7CE7-7AAD-E48EFE1201B5}"/>
          </ac:spMkLst>
        </pc:spChg>
        <pc:picChg chg="add mod">
          <ac:chgData name="Pranay Gurumukhi" userId="8a075444-1b31-490a-9344-81a2765c5dcf" providerId="ADAL" clId="{C84E57F3-619D-46AA-A915-572FA8D03708}" dt="2026-08-21T08:33:24.131" v="8593" actId="1076"/>
          <ac:picMkLst>
            <pc:docMk/>
            <pc:sldMk cId="2770256658" sldId="2142533091"/>
            <ac:picMk id="6" creationId="{5AFCE792-A54E-EB7D-E907-E65DEE6BAADE}"/>
          </ac:picMkLst>
        </pc:picChg>
      </pc:sldChg>
      <pc:sldChg chg="addSp delSp modSp add mod">
        <pc:chgData name="Pranay Gurumukhi" userId="8a075444-1b31-490a-9344-81a2765c5dcf" providerId="ADAL" clId="{C84E57F3-619D-46AA-A915-572FA8D03708}" dt="2026-08-20T19:44:17.464" v="2925" actId="21"/>
        <pc:sldMkLst>
          <pc:docMk/>
          <pc:sldMk cId="4274008195" sldId="2142533092"/>
        </pc:sldMkLst>
        <pc:spChg chg="mod">
          <ac:chgData name="Pranay Gurumukhi" userId="8a075444-1b31-490a-9344-81a2765c5dcf" providerId="ADAL" clId="{C84E57F3-619D-46AA-A915-572FA8D03708}" dt="2026-08-20T19:41:27.681" v="2889" actId="20577"/>
          <ac:spMkLst>
            <pc:docMk/>
            <pc:sldMk cId="4274008195" sldId="2142533092"/>
            <ac:spMk id="2" creationId="{9FF57CA7-1D50-DCA2-1483-EC2758D5FE21}"/>
          </ac:spMkLst>
        </pc:spChg>
        <pc:spChg chg="add del">
          <ac:chgData name="Pranay Gurumukhi" userId="8a075444-1b31-490a-9344-81a2765c5dcf" providerId="ADAL" clId="{C84E57F3-619D-46AA-A915-572FA8D03708}" dt="2026-08-20T19:44:17.464" v="2925" actId="21"/>
          <ac:spMkLst>
            <pc:docMk/>
            <pc:sldMk cId="4274008195" sldId="2142533092"/>
            <ac:spMk id="7" creationId="{3EA2F415-A1A4-E79A-300C-D6D401DBD1E5}"/>
          </ac:spMkLst>
        </pc:spChg>
        <pc:spChg chg="add del">
          <ac:chgData name="Pranay Gurumukhi" userId="8a075444-1b31-490a-9344-81a2765c5dcf" providerId="ADAL" clId="{C84E57F3-619D-46AA-A915-572FA8D03708}" dt="2026-08-20T19:44:17.464" v="2925" actId="21"/>
          <ac:spMkLst>
            <pc:docMk/>
            <pc:sldMk cId="4274008195" sldId="2142533092"/>
            <ac:spMk id="10" creationId="{2284C557-98A8-68C4-B1ED-5D596EF68839}"/>
          </ac:spMkLst>
        </pc:spChg>
        <pc:spChg chg="add del">
          <ac:chgData name="Pranay Gurumukhi" userId="8a075444-1b31-490a-9344-81a2765c5dcf" providerId="ADAL" clId="{C84E57F3-619D-46AA-A915-572FA8D03708}" dt="2026-08-20T19:44:17.464" v="2925" actId="21"/>
          <ac:spMkLst>
            <pc:docMk/>
            <pc:sldMk cId="4274008195" sldId="2142533092"/>
            <ac:spMk id="12" creationId="{30DE0229-B670-3A61-DCD7-DE41E96772B8}"/>
          </ac:spMkLst>
        </pc:spChg>
        <pc:spChg chg="add del">
          <ac:chgData name="Pranay Gurumukhi" userId="8a075444-1b31-490a-9344-81a2765c5dcf" providerId="ADAL" clId="{C84E57F3-619D-46AA-A915-572FA8D03708}" dt="2026-08-20T19:44:17.464" v="2925" actId="21"/>
          <ac:spMkLst>
            <pc:docMk/>
            <pc:sldMk cId="4274008195" sldId="2142533092"/>
            <ac:spMk id="14" creationId="{AEF2C8BF-82E7-AB63-C4F3-4D299F910453}"/>
          </ac:spMkLst>
        </pc:spChg>
        <pc:spChg chg="mod ord">
          <ac:chgData name="Pranay Gurumukhi" userId="8a075444-1b31-490a-9344-81a2765c5dcf" providerId="ADAL" clId="{C84E57F3-619D-46AA-A915-572FA8D03708}" dt="2026-08-20T19:42:02.949" v="2899" actId="14100"/>
          <ac:spMkLst>
            <pc:docMk/>
            <pc:sldMk cId="4274008195" sldId="2142533092"/>
            <ac:spMk id="15" creationId="{203DB1BC-BBEC-5095-CC62-E8728746B092}"/>
          </ac:spMkLst>
        </pc:spChg>
        <pc:spChg chg="add del">
          <ac:chgData name="Pranay Gurumukhi" userId="8a075444-1b31-490a-9344-81a2765c5dcf" providerId="ADAL" clId="{C84E57F3-619D-46AA-A915-572FA8D03708}" dt="2026-08-20T19:44:17.464" v="2925" actId="21"/>
          <ac:spMkLst>
            <pc:docMk/>
            <pc:sldMk cId="4274008195" sldId="2142533092"/>
            <ac:spMk id="17" creationId="{33D7D23A-FFC4-F7F2-9FEB-0CC35832607F}"/>
          </ac:spMkLst>
        </pc:spChg>
        <pc:spChg chg="add del">
          <ac:chgData name="Pranay Gurumukhi" userId="8a075444-1b31-490a-9344-81a2765c5dcf" providerId="ADAL" clId="{C84E57F3-619D-46AA-A915-572FA8D03708}" dt="2026-08-20T19:44:17.464" v="2925" actId="21"/>
          <ac:spMkLst>
            <pc:docMk/>
            <pc:sldMk cId="4274008195" sldId="2142533092"/>
            <ac:spMk id="19" creationId="{EE5887AF-48FB-F9D0-B136-9FAE5BC23FC1}"/>
          </ac:spMkLst>
        </pc:spChg>
        <pc:spChg chg="add del">
          <ac:chgData name="Pranay Gurumukhi" userId="8a075444-1b31-490a-9344-81a2765c5dcf" providerId="ADAL" clId="{C84E57F3-619D-46AA-A915-572FA8D03708}" dt="2026-08-20T19:44:17.464" v="2925" actId="21"/>
          <ac:spMkLst>
            <pc:docMk/>
            <pc:sldMk cId="4274008195" sldId="2142533092"/>
            <ac:spMk id="21" creationId="{35495403-7232-BE01-7F44-9538BEE71DA3}"/>
          </ac:spMkLst>
        </pc:spChg>
        <pc:spChg chg="add del">
          <ac:chgData name="Pranay Gurumukhi" userId="8a075444-1b31-490a-9344-81a2765c5dcf" providerId="ADAL" clId="{C84E57F3-619D-46AA-A915-572FA8D03708}" dt="2026-08-20T19:44:17.464" v="2925" actId="21"/>
          <ac:spMkLst>
            <pc:docMk/>
            <pc:sldMk cId="4274008195" sldId="2142533092"/>
            <ac:spMk id="23" creationId="{CF25DD59-C349-5EA3-FDDA-D9F1322B47D0}"/>
          </ac:spMkLst>
        </pc:spChg>
        <pc:spChg chg="mod">
          <ac:chgData name="Pranay Gurumukhi" userId="8a075444-1b31-490a-9344-81a2765c5dcf" providerId="ADAL" clId="{C84E57F3-619D-46AA-A915-572FA8D03708}" dt="2026-08-17T10:20:15.573" v="1285" actId="20577"/>
          <ac:spMkLst>
            <pc:docMk/>
            <pc:sldMk cId="4274008195" sldId="2142533092"/>
            <ac:spMk id="24" creationId="{8CC0E4CB-43D9-851A-A087-E28476C33613}"/>
          </ac:spMkLst>
        </pc:spChg>
        <pc:spChg chg="add mod">
          <ac:chgData name="Pranay Gurumukhi" userId="8a075444-1b31-490a-9344-81a2765c5dcf" providerId="ADAL" clId="{C84E57F3-619D-46AA-A915-572FA8D03708}" dt="2026-08-20T19:42:05.913" v="2900" actId="1076"/>
          <ac:spMkLst>
            <pc:docMk/>
            <pc:sldMk cId="4274008195" sldId="2142533092"/>
            <ac:spMk id="25" creationId="{41933EBF-E81A-727A-5B49-155DAE833A52}"/>
          </ac:spMkLst>
        </pc:spChg>
        <pc:spChg chg="add mod">
          <ac:chgData name="Pranay Gurumukhi" userId="8a075444-1b31-490a-9344-81a2765c5dcf" providerId="ADAL" clId="{C84E57F3-619D-46AA-A915-572FA8D03708}" dt="2026-08-20T19:42:14.484" v="2902" actId="1076"/>
          <ac:spMkLst>
            <pc:docMk/>
            <pc:sldMk cId="4274008195" sldId="2142533092"/>
            <ac:spMk id="26" creationId="{7423E9D6-1C61-5507-9FD8-38F17D2C4B3E}"/>
          </ac:spMkLst>
        </pc:spChg>
        <pc:spChg chg="add mod">
          <ac:chgData name="Pranay Gurumukhi" userId="8a075444-1b31-490a-9344-81a2765c5dcf" providerId="ADAL" clId="{C84E57F3-619D-46AA-A915-572FA8D03708}" dt="2026-08-20T19:42:09.667" v="2901" actId="1076"/>
          <ac:spMkLst>
            <pc:docMk/>
            <pc:sldMk cId="4274008195" sldId="2142533092"/>
            <ac:spMk id="27" creationId="{41711792-3FE9-E006-25F0-6A6C12F70747}"/>
          </ac:spMkLst>
        </pc:spChg>
        <pc:spChg chg="add mod">
          <ac:chgData name="Pranay Gurumukhi" userId="8a075444-1b31-490a-9344-81a2765c5dcf" providerId="ADAL" clId="{C84E57F3-619D-46AA-A915-572FA8D03708}" dt="2026-08-20T19:42:37.240" v="2904" actId="1076"/>
          <ac:spMkLst>
            <pc:docMk/>
            <pc:sldMk cId="4274008195" sldId="2142533092"/>
            <ac:spMk id="28" creationId="{8CB3ED2E-62C4-8AEB-8727-A209FC35A6F6}"/>
          </ac:spMkLst>
        </pc:spChg>
        <pc:spChg chg="add mod">
          <ac:chgData name="Pranay Gurumukhi" userId="8a075444-1b31-490a-9344-81a2765c5dcf" providerId="ADAL" clId="{C84E57F3-619D-46AA-A915-572FA8D03708}" dt="2026-08-20T19:42:52.163" v="2906" actId="1076"/>
          <ac:spMkLst>
            <pc:docMk/>
            <pc:sldMk cId="4274008195" sldId="2142533092"/>
            <ac:spMk id="29" creationId="{EFFA04B4-A5F3-B616-D487-5329FE17BBB2}"/>
          </ac:spMkLst>
        </pc:spChg>
        <pc:spChg chg="add mod">
          <ac:chgData name="Pranay Gurumukhi" userId="8a075444-1b31-490a-9344-81a2765c5dcf" providerId="ADAL" clId="{C84E57F3-619D-46AA-A915-572FA8D03708}" dt="2026-08-20T19:43:03.433" v="2908" actId="1076"/>
          <ac:spMkLst>
            <pc:docMk/>
            <pc:sldMk cId="4274008195" sldId="2142533092"/>
            <ac:spMk id="30" creationId="{4136B734-DCAF-A795-C284-6888016B32D3}"/>
          </ac:spMkLst>
        </pc:spChg>
        <pc:picChg chg="add mod">
          <ac:chgData name="Pranay Gurumukhi" userId="8a075444-1b31-490a-9344-81a2765c5dcf" providerId="ADAL" clId="{C84E57F3-619D-46AA-A915-572FA8D03708}" dt="2026-08-17T10:09:53.434" v="1239" actId="1076"/>
          <ac:picMkLst>
            <pc:docMk/>
            <pc:sldMk cId="4274008195" sldId="2142533092"/>
            <ac:picMk id="6" creationId="{B20EE631-30AD-61B0-BD94-7796A799208F}"/>
          </ac:picMkLst>
        </pc:picChg>
        <pc:picChg chg="add mod">
          <ac:chgData name="Pranay Gurumukhi" userId="8a075444-1b31-490a-9344-81a2765c5dcf" providerId="ADAL" clId="{C84E57F3-619D-46AA-A915-572FA8D03708}" dt="2026-08-17T10:17:04.127" v="1244" actId="1076"/>
          <ac:picMkLst>
            <pc:docMk/>
            <pc:sldMk cId="4274008195" sldId="2142533092"/>
            <ac:picMk id="9" creationId="{6386A344-C206-8B08-846D-6C1A8D954C43}"/>
          </ac:picMkLst>
        </pc:picChg>
      </pc:sldChg>
      <pc:sldChg chg="addSp delSp modSp add mod">
        <pc:chgData name="Pranay Gurumukhi" userId="8a075444-1b31-490a-9344-81a2765c5dcf" providerId="ADAL" clId="{C84E57F3-619D-46AA-A915-572FA8D03708}" dt="2026-08-21T08:34:02.163" v="8605" actId="1076"/>
        <pc:sldMkLst>
          <pc:docMk/>
          <pc:sldMk cId="355585343" sldId="2142533093"/>
        </pc:sldMkLst>
        <pc:spChg chg="mod">
          <ac:chgData name="Pranay Gurumukhi" userId="8a075444-1b31-490a-9344-81a2765c5dcf" providerId="ADAL" clId="{C84E57F3-619D-46AA-A915-572FA8D03708}" dt="2026-08-21T08:33:57.446" v="8603" actId="1076"/>
          <ac:spMkLst>
            <pc:docMk/>
            <pc:sldMk cId="355585343" sldId="2142533093"/>
            <ac:spMk id="2" creationId="{2C4640F1-CC7A-BAE6-FAB7-F3129E179808}"/>
          </ac:spMkLst>
        </pc:spChg>
        <pc:spChg chg="mod">
          <ac:chgData name="Pranay Gurumukhi" userId="8a075444-1b31-490a-9344-81a2765c5dcf" providerId="ADAL" clId="{C84E57F3-619D-46AA-A915-572FA8D03708}" dt="2026-08-17T10:36:08.941" v="1324" actId="20577"/>
          <ac:spMkLst>
            <pc:docMk/>
            <pc:sldMk cId="355585343" sldId="2142533093"/>
            <ac:spMk id="24" creationId="{D41C27E6-BE38-6B32-FD51-3D82950D6DD4}"/>
          </ac:spMkLst>
        </pc:spChg>
        <pc:picChg chg="add mod">
          <ac:chgData name="Pranay Gurumukhi" userId="8a075444-1b31-490a-9344-81a2765c5dcf" providerId="ADAL" clId="{C84E57F3-619D-46AA-A915-572FA8D03708}" dt="2026-08-21T08:34:02.163" v="8605" actId="1076"/>
          <ac:picMkLst>
            <pc:docMk/>
            <pc:sldMk cId="355585343" sldId="2142533093"/>
            <ac:picMk id="6" creationId="{C7B15575-1D81-60C3-1C4A-B74236CA344B}"/>
          </ac:picMkLst>
        </pc:picChg>
      </pc:sldChg>
      <pc:sldChg chg="addSp delSp modSp add mod ord">
        <pc:chgData name="Pranay Gurumukhi" userId="8a075444-1b31-490a-9344-81a2765c5dcf" providerId="ADAL" clId="{C84E57F3-619D-46AA-A915-572FA8D03708}" dt="2026-08-21T08:34:08.153" v="8606" actId="478"/>
        <pc:sldMkLst>
          <pc:docMk/>
          <pc:sldMk cId="250390173" sldId="2142533095"/>
        </pc:sldMkLst>
        <pc:spChg chg="add mod">
          <ac:chgData name="Pranay Gurumukhi" userId="8a075444-1b31-490a-9344-81a2765c5dcf" providerId="ADAL" clId="{C84E57F3-619D-46AA-A915-572FA8D03708}" dt="2026-08-21T08:33:31.010" v="8595" actId="1076"/>
          <ac:spMkLst>
            <pc:docMk/>
            <pc:sldMk cId="250390173" sldId="2142533095"/>
            <ac:spMk id="8" creationId="{170DC253-498A-3BFD-2E52-942F36803F8A}"/>
          </ac:spMkLst>
        </pc:spChg>
        <pc:spChg chg="del">
          <ac:chgData name="Pranay Gurumukhi" userId="8a075444-1b31-490a-9344-81a2765c5dcf" providerId="ADAL" clId="{C84E57F3-619D-46AA-A915-572FA8D03708}" dt="2026-08-21T08:34:08.153" v="8606" actId="478"/>
          <ac:spMkLst>
            <pc:docMk/>
            <pc:sldMk cId="250390173" sldId="2142533095"/>
            <ac:spMk id="15" creationId="{E02FE2BE-3C17-1DB2-D84F-15EF9C1128B4}"/>
          </ac:spMkLst>
        </pc:spChg>
        <pc:spChg chg="mod">
          <ac:chgData name="Pranay Gurumukhi" userId="8a075444-1b31-490a-9344-81a2765c5dcf" providerId="ADAL" clId="{C84E57F3-619D-46AA-A915-572FA8D03708}" dt="2026-08-17T09:52:04.600" v="1071" actId="20577"/>
          <ac:spMkLst>
            <pc:docMk/>
            <pc:sldMk cId="250390173" sldId="2142533095"/>
            <ac:spMk id="24" creationId="{7B23323C-6F75-66FE-0867-52638D7E211E}"/>
          </ac:spMkLst>
        </pc:spChg>
        <pc:picChg chg="add mod">
          <ac:chgData name="Pranay Gurumukhi" userId="8a075444-1b31-490a-9344-81a2765c5dcf" providerId="ADAL" clId="{C84E57F3-619D-46AA-A915-572FA8D03708}" dt="2026-08-21T08:33:38.258" v="8597" actId="1076"/>
          <ac:picMkLst>
            <pc:docMk/>
            <pc:sldMk cId="250390173" sldId="2142533095"/>
            <ac:picMk id="5" creationId="{7FDAE0C7-F627-3C21-4CCF-DFAB13D819A4}"/>
          </ac:picMkLst>
        </pc:picChg>
      </pc:sldChg>
      <pc:sldChg chg="addSp delSp modSp add mod ord">
        <pc:chgData name="Pranay Gurumukhi" userId="8a075444-1b31-490a-9344-81a2765c5dcf" providerId="ADAL" clId="{C84E57F3-619D-46AA-A915-572FA8D03708}" dt="2026-08-21T08:34:12.693" v="8608" actId="478"/>
        <pc:sldMkLst>
          <pc:docMk/>
          <pc:sldMk cId="3740513866" sldId="2142533096"/>
        </pc:sldMkLst>
        <pc:spChg chg="add mod">
          <ac:chgData name="Pranay Gurumukhi" userId="8a075444-1b31-490a-9344-81a2765c5dcf" providerId="ADAL" clId="{C84E57F3-619D-46AA-A915-572FA8D03708}" dt="2026-08-21T08:33:44.289" v="8599" actId="1076"/>
          <ac:spMkLst>
            <pc:docMk/>
            <pc:sldMk cId="3740513866" sldId="2142533096"/>
            <ac:spMk id="8" creationId="{A01B2BAA-69C9-1AA4-8C47-6D6ED606F756}"/>
          </ac:spMkLst>
        </pc:spChg>
        <pc:spChg chg="del">
          <ac:chgData name="Pranay Gurumukhi" userId="8a075444-1b31-490a-9344-81a2765c5dcf" providerId="ADAL" clId="{C84E57F3-619D-46AA-A915-572FA8D03708}" dt="2026-08-21T08:34:12.693" v="8608" actId="478"/>
          <ac:spMkLst>
            <pc:docMk/>
            <pc:sldMk cId="3740513866" sldId="2142533096"/>
            <ac:spMk id="15" creationId="{B59AED04-F60E-8D26-3316-BFBC446699C6}"/>
          </ac:spMkLst>
        </pc:spChg>
        <pc:spChg chg="mod">
          <ac:chgData name="Pranay Gurumukhi" userId="8a075444-1b31-490a-9344-81a2765c5dcf" providerId="ADAL" clId="{C84E57F3-619D-46AA-A915-572FA8D03708}" dt="2026-08-17T09:52:37.268" v="1101" actId="20577"/>
          <ac:spMkLst>
            <pc:docMk/>
            <pc:sldMk cId="3740513866" sldId="2142533096"/>
            <ac:spMk id="24" creationId="{6ABC59CD-AEF2-349D-A214-E4B3B90CF2A7}"/>
          </ac:spMkLst>
        </pc:spChg>
        <pc:picChg chg="add mod">
          <ac:chgData name="Pranay Gurumukhi" userId="8a075444-1b31-490a-9344-81a2765c5dcf" providerId="ADAL" clId="{C84E57F3-619D-46AA-A915-572FA8D03708}" dt="2026-08-21T08:33:50.404" v="8601" actId="1076"/>
          <ac:picMkLst>
            <pc:docMk/>
            <pc:sldMk cId="3740513866" sldId="2142533096"/>
            <ac:picMk id="6" creationId="{FCC40EFC-C62F-3867-A4FE-6AF9E656AD76}"/>
          </ac:picMkLst>
        </pc:picChg>
      </pc:sldChg>
      <pc:sldChg chg="addSp delSp modSp add mod">
        <pc:chgData name="Pranay Gurumukhi" userId="8a075444-1b31-490a-9344-81a2765c5dcf" providerId="ADAL" clId="{C84E57F3-619D-46AA-A915-572FA8D03708}" dt="2026-08-21T08:37:22.870" v="8627" actId="478"/>
        <pc:sldMkLst>
          <pc:docMk/>
          <pc:sldMk cId="2696187885" sldId="2142533097"/>
        </pc:sldMkLst>
        <pc:spChg chg="mod">
          <ac:chgData name="Pranay Gurumukhi" userId="8a075444-1b31-490a-9344-81a2765c5dcf" providerId="ADAL" clId="{C84E57F3-619D-46AA-A915-572FA8D03708}" dt="2026-08-20T19:44:59.360" v="2942" actId="20577"/>
          <ac:spMkLst>
            <pc:docMk/>
            <pc:sldMk cId="2696187885" sldId="2142533097"/>
            <ac:spMk id="2" creationId="{AE87E413-9FC2-D827-130C-357021A85A52}"/>
          </ac:spMkLst>
        </pc:spChg>
        <pc:spChg chg="add del">
          <ac:chgData name="Pranay Gurumukhi" userId="8a075444-1b31-490a-9344-81a2765c5dcf" providerId="ADAL" clId="{C84E57F3-619D-46AA-A915-572FA8D03708}" dt="2026-08-21T08:37:22.870" v="8627" actId="478"/>
          <ac:spMkLst>
            <pc:docMk/>
            <pc:sldMk cId="2696187885" sldId="2142533097"/>
            <ac:spMk id="13" creationId="{A0E5972A-B420-B093-E8EC-7863DEE18BD9}"/>
          </ac:spMkLst>
        </pc:spChg>
        <pc:spChg chg="add del">
          <ac:chgData name="Pranay Gurumukhi" userId="8a075444-1b31-490a-9344-81a2765c5dcf" providerId="ADAL" clId="{C84E57F3-619D-46AA-A915-572FA8D03708}" dt="2026-08-21T08:37:22.870" v="8627" actId="478"/>
          <ac:spMkLst>
            <pc:docMk/>
            <pc:sldMk cId="2696187885" sldId="2142533097"/>
            <ac:spMk id="16" creationId="{7000104D-E737-6823-C187-2674B727B917}"/>
          </ac:spMkLst>
        </pc:spChg>
        <pc:spChg chg="add del">
          <ac:chgData name="Pranay Gurumukhi" userId="8a075444-1b31-490a-9344-81a2765c5dcf" providerId="ADAL" clId="{C84E57F3-619D-46AA-A915-572FA8D03708}" dt="2026-08-21T08:37:22.870" v="8627" actId="478"/>
          <ac:spMkLst>
            <pc:docMk/>
            <pc:sldMk cId="2696187885" sldId="2142533097"/>
            <ac:spMk id="20" creationId="{B2F342F9-A926-D66A-8855-E2A4F9F00F72}"/>
          </ac:spMkLst>
        </pc:spChg>
        <pc:spChg chg="add del">
          <ac:chgData name="Pranay Gurumukhi" userId="8a075444-1b31-490a-9344-81a2765c5dcf" providerId="ADAL" clId="{C84E57F3-619D-46AA-A915-572FA8D03708}" dt="2026-08-21T08:37:22.870" v="8627" actId="478"/>
          <ac:spMkLst>
            <pc:docMk/>
            <pc:sldMk cId="2696187885" sldId="2142533097"/>
            <ac:spMk id="23" creationId="{43538EBE-0519-7B1E-4A53-38BAFAAB3C1A}"/>
          </ac:spMkLst>
        </pc:spChg>
        <pc:spChg chg="mod">
          <ac:chgData name="Pranay Gurumukhi" userId="8a075444-1b31-490a-9344-81a2765c5dcf" providerId="ADAL" clId="{C84E57F3-619D-46AA-A915-572FA8D03708}" dt="2026-08-17T10:38:15.713" v="1368" actId="20577"/>
          <ac:spMkLst>
            <pc:docMk/>
            <pc:sldMk cId="2696187885" sldId="2142533097"/>
            <ac:spMk id="24" creationId="{E6B117FD-49DA-F0CB-8E1F-90459A9A7243}"/>
          </ac:spMkLst>
        </pc:spChg>
        <pc:spChg chg="add del">
          <ac:chgData name="Pranay Gurumukhi" userId="8a075444-1b31-490a-9344-81a2765c5dcf" providerId="ADAL" clId="{C84E57F3-619D-46AA-A915-572FA8D03708}" dt="2026-08-21T08:37:22.870" v="8627" actId="478"/>
          <ac:spMkLst>
            <pc:docMk/>
            <pc:sldMk cId="2696187885" sldId="2142533097"/>
            <ac:spMk id="26" creationId="{90D5DD64-B9C3-86D4-350A-E95AD5B0BBD1}"/>
          </ac:spMkLst>
        </pc:spChg>
        <pc:spChg chg="add del">
          <ac:chgData name="Pranay Gurumukhi" userId="8a075444-1b31-490a-9344-81a2765c5dcf" providerId="ADAL" clId="{C84E57F3-619D-46AA-A915-572FA8D03708}" dt="2026-08-21T08:37:22.870" v="8627" actId="478"/>
          <ac:spMkLst>
            <pc:docMk/>
            <pc:sldMk cId="2696187885" sldId="2142533097"/>
            <ac:spMk id="28" creationId="{80EA9D37-72C7-C621-3C79-25A01A81D8D1}"/>
          </ac:spMkLst>
        </pc:spChg>
        <pc:spChg chg="add del">
          <ac:chgData name="Pranay Gurumukhi" userId="8a075444-1b31-490a-9344-81a2765c5dcf" providerId="ADAL" clId="{C84E57F3-619D-46AA-A915-572FA8D03708}" dt="2026-08-21T08:37:22.870" v="8627" actId="478"/>
          <ac:spMkLst>
            <pc:docMk/>
            <pc:sldMk cId="2696187885" sldId="2142533097"/>
            <ac:spMk id="30" creationId="{5F203305-221C-97B5-88BE-2BF23090D3DE}"/>
          </ac:spMkLst>
        </pc:spChg>
        <pc:spChg chg="add del">
          <ac:chgData name="Pranay Gurumukhi" userId="8a075444-1b31-490a-9344-81a2765c5dcf" providerId="ADAL" clId="{C84E57F3-619D-46AA-A915-572FA8D03708}" dt="2026-08-21T08:37:22.870" v="8627" actId="478"/>
          <ac:spMkLst>
            <pc:docMk/>
            <pc:sldMk cId="2696187885" sldId="2142533097"/>
            <ac:spMk id="32" creationId="{849EC660-CAC9-5728-67A8-FDA4581EE89A}"/>
          </ac:spMkLst>
        </pc:spChg>
        <pc:spChg chg="add mod">
          <ac:chgData name="Pranay Gurumukhi" userId="8a075444-1b31-490a-9344-81a2765c5dcf" providerId="ADAL" clId="{C84E57F3-619D-46AA-A915-572FA8D03708}" dt="2026-08-20T19:44:28.966" v="2928" actId="1076"/>
          <ac:spMkLst>
            <pc:docMk/>
            <pc:sldMk cId="2696187885" sldId="2142533097"/>
            <ac:spMk id="33" creationId="{AC1E2F8F-A6A1-682E-E6F7-D9A3C4D8FE54}"/>
          </ac:spMkLst>
        </pc:spChg>
        <pc:spChg chg="add mod">
          <ac:chgData name="Pranay Gurumukhi" userId="8a075444-1b31-490a-9344-81a2765c5dcf" providerId="ADAL" clId="{C84E57F3-619D-46AA-A915-572FA8D03708}" dt="2026-08-20T19:45:13.855" v="2943" actId="1076"/>
          <ac:spMkLst>
            <pc:docMk/>
            <pc:sldMk cId="2696187885" sldId="2142533097"/>
            <ac:spMk id="34" creationId="{021E7E2C-B2C5-802B-CDB6-04557895D95A}"/>
          </ac:spMkLst>
        </pc:spChg>
        <pc:spChg chg="add mod">
          <ac:chgData name="Pranay Gurumukhi" userId="8a075444-1b31-490a-9344-81a2765c5dcf" providerId="ADAL" clId="{C84E57F3-619D-46AA-A915-572FA8D03708}" dt="2026-08-20T19:45:19.358" v="2945" actId="1076"/>
          <ac:spMkLst>
            <pc:docMk/>
            <pc:sldMk cId="2696187885" sldId="2142533097"/>
            <ac:spMk id="35" creationId="{2B725DEC-6AC4-EA80-C294-08CC297F03A4}"/>
          </ac:spMkLst>
        </pc:spChg>
        <pc:spChg chg="add mod">
          <ac:chgData name="Pranay Gurumukhi" userId="8a075444-1b31-490a-9344-81a2765c5dcf" providerId="ADAL" clId="{C84E57F3-619D-46AA-A915-572FA8D03708}" dt="2026-08-20T19:45:32.042" v="2947" actId="1076"/>
          <ac:spMkLst>
            <pc:docMk/>
            <pc:sldMk cId="2696187885" sldId="2142533097"/>
            <ac:spMk id="36" creationId="{D0419898-71C1-E2B3-0D45-18F873F184D8}"/>
          </ac:spMkLst>
        </pc:spChg>
        <pc:spChg chg="add mod">
          <ac:chgData name="Pranay Gurumukhi" userId="8a075444-1b31-490a-9344-81a2765c5dcf" providerId="ADAL" clId="{C84E57F3-619D-46AA-A915-572FA8D03708}" dt="2026-08-20T19:45:41.283" v="2949" actId="1076"/>
          <ac:spMkLst>
            <pc:docMk/>
            <pc:sldMk cId="2696187885" sldId="2142533097"/>
            <ac:spMk id="37" creationId="{AC644003-FF6D-55BD-E8B1-F28C4E4FFFED}"/>
          </ac:spMkLst>
        </pc:spChg>
        <pc:spChg chg="add mod">
          <ac:chgData name="Pranay Gurumukhi" userId="8a075444-1b31-490a-9344-81a2765c5dcf" providerId="ADAL" clId="{C84E57F3-619D-46AA-A915-572FA8D03708}" dt="2026-08-20T19:45:58.272" v="2951" actId="1076"/>
          <ac:spMkLst>
            <pc:docMk/>
            <pc:sldMk cId="2696187885" sldId="2142533097"/>
            <ac:spMk id="38" creationId="{64133E88-6310-9F9F-A3F5-3914FE34B384}"/>
          </ac:spMkLst>
        </pc:spChg>
        <pc:spChg chg="add mod">
          <ac:chgData name="Pranay Gurumukhi" userId="8a075444-1b31-490a-9344-81a2765c5dcf" providerId="ADAL" clId="{C84E57F3-619D-46AA-A915-572FA8D03708}" dt="2026-08-20T19:46:12.190" v="2953" actId="1076"/>
          <ac:spMkLst>
            <pc:docMk/>
            <pc:sldMk cId="2696187885" sldId="2142533097"/>
            <ac:spMk id="39" creationId="{FF277D82-4DBD-B0F8-8F55-B6AF76376792}"/>
          </ac:spMkLst>
        </pc:spChg>
        <pc:picChg chg="add del">
          <ac:chgData name="Pranay Gurumukhi" userId="8a075444-1b31-490a-9344-81a2765c5dcf" providerId="ADAL" clId="{C84E57F3-619D-46AA-A915-572FA8D03708}" dt="2026-08-20T19:43:49.524" v="2911" actId="22"/>
          <ac:picMkLst>
            <pc:docMk/>
            <pc:sldMk cId="2696187885" sldId="2142533097"/>
            <ac:picMk id="6" creationId="{3DE5A7F5-9323-DE1B-8B40-806A2AEFE9F5}"/>
          </ac:picMkLst>
        </pc:picChg>
        <pc:picChg chg="add mod">
          <ac:chgData name="Pranay Gurumukhi" userId="8a075444-1b31-490a-9344-81a2765c5dcf" providerId="ADAL" clId="{C84E57F3-619D-46AA-A915-572FA8D03708}" dt="2026-08-17T10:37:17.752" v="1333" actId="14100"/>
          <ac:picMkLst>
            <pc:docMk/>
            <pc:sldMk cId="2696187885" sldId="2142533097"/>
            <ac:picMk id="7" creationId="{8C8A3E97-D3AD-4DBF-8DC3-51DE1EE2191D}"/>
          </ac:picMkLst>
        </pc:picChg>
        <pc:picChg chg="add del">
          <ac:chgData name="Pranay Gurumukhi" userId="8a075444-1b31-490a-9344-81a2765c5dcf" providerId="ADAL" clId="{C84E57F3-619D-46AA-A915-572FA8D03708}" dt="2026-08-20T19:43:52.321" v="2913" actId="22"/>
          <ac:picMkLst>
            <pc:docMk/>
            <pc:sldMk cId="2696187885" sldId="2142533097"/>
            <ac:picMk id="9" creationId="{DFD26556-93EC-6041-DE75-1B4DFF30E642}"/>
          </ac:picMkLst>
        </pc:picChg>
        <pc:picChg chg="add mod">
          <ac:chgData name="Pranay Gurumukhi" userId="8a075444-1b31-490a-9344-81a2765c5dcf" providerId="ADAL" clId="{C84E57F3-619D-46AA-A915-572FA8D03708}" dt="2026-08-17T10:21:41.214" v="1291" actId="14100"/>
          <ac:picMkLst>
            <pc:docMk/>
            <pc:sldMk cId="2696187885" sldId="2142533097"/>
            <ac:picMk id="10" creationId="{BB8C5A3B-5CBB-C9D4-0157-3B90D1CC15FF}"/>
          </ac:picMkLst>
        </pc:picChg>
        <pc:picChg chg="add mod">
          <ac:chgData name="Pranay Gurumukhi" userId="8a075444-1b31-490a-9344-81a2765c5dcf" providerId="ADAL" clId="{C84E57F3-619D-46AA-A915-572FA8D03708}" dt="2026-08-17T10:23:00.269" v="1295" actId="14100"/>
          <ac:picMkLst>
            <pc:docMk/>
            <pc:sldMk cId="2696187885" sldId="2142533097"/>
            <ac:picMk id="12" creationId="{6C382951-F47A-5502-59F1-740AC587D31C}"/>
          </ac:picMkLst>
        </pc:picChg>
        <pc:picChg chg="add mod">
          <ac:chgData name="Pranay Gurumukhi" userId="8a075444-1b31-490a-9344-81a2765c5dcf" providerId="ADAL" clId="{C84E57F3-619D-46AA-A915-572FA8D03708}" dt="2026-08-17T10:36:45.888" v="1328" actId="1076"/>
          <ac:picMkLst>
            <pc:docMk/>
            <pc:sldMk cId="2696187885" sldId="2142533097"/>
            <ac:picMk id="14" creationId="{DB34EF92-4AC3-C03C-FF22-55FC7ADCCF46}"/>
          </ac:picMkLst>
        </pc:picChg>
        <pc:picChg chg="add mod">
          <ac:chgData name="Pranay Gurumukhi" userId="8a075444-1b31-490a-9344-81a2765c5dcf" providerId="ADAL" clId="{C84E57F3-619D-46AA-A915-572FA8D03708}" dt="2026-08-17T10:37:11.549" v="1331" actId="14100"/>
          <ac:picMkLst>
            <pc:docMk/>
            <pc:sldMk cId="2696187885" sldId="2142533097"/>
            <ac:picMk id="17" creationId="{8D41DC9E-04EF-1D77-2967-CE83589F818E}"/>
          </ac:picMkLst>
        </pc:picChg>
        <pc:picChg chg="add mod">
          <ac:chgData name="Pranay Gurumukhi" userId="8a075444-1b31-490a-9344-81a2765c5dcf" providerId="ADAL" clId="{C84E57F3-619D-46AA-A915-572FA8D03708}" dt="2026-08-17T10:37:53.731" v="1339" actId="1076"/>
          <ac:picMkLst>
            <pc:docMk/>
            <pc:sldMk cId="2696187885" sldId="2142533097"/>
            <ac:picMk id="19" creationId="{879DF713-EA31-1F8C-0BAA-21E59F39E794}"/>
          </ac:picMkLst>
        </pc:picChg>
        <pc:picChg chg="add mod">
          <ac:chgData name="Pranay Gurumukhi" userId="8a075444-1b31-490a-9344-81a2765c5dcf" providerId="ADAL" clId="{C84E57F3-619D-46AA-A915-572FA8D03708}" dt="2026-08-17T10:39:29.695" v="1371" actId="14100"/>
          <ac:picMkLst>
            <pc:docMk/>
            <pc:sldMk cId="2696187885" sldId="2142533097"/>
            <ac:picMk id="21" creationId="{C77C7531-552B-D6A7-54C5-DEFC4AD5E687}"/>
          </ac:picMkLst>
        </pc:picChg>
      </pc:sldChg>
      <pc:sldChg chg="addSp modSp new mod">
        <pc:chgData name="Pranay Gurumukhi" userId="8a075444-1b31-490a-9344-81a2765c5dcf" providerId="ADAL" clId="{C84E57F3-619D-46AA-A915-572FA8D03708}" dt="2026-08-20T07:28:54.672" v="1443"/>
        <pc:sldMkLst>
          <pc:docMk/>
          <pc:sldMk cId="3247742490" sldId="2142533098"/>
        </pc:sldMkLst>
        <pc:spChg chg="add mod">
          <ac:chgData name="Pranay Gurumukhi" userId="8a075444-1b31-490a-9344-81a2765c5dcf" providerId="ADAL" clId="{C84E57F3-619D-46AA-A915-572FA8D03708}" dt="2026-08-20T07:25:20.479" v="1431" actId="1076"/>
          <ac:spMkLst>
            <pc:docMk/>
            <pc:sldMk cId="3247742490" sldId="2142533098"/>
            <ac:spMk id="4" creationId="{2A61FB0C-8D1E-1A68-6D9E-EE4D25A6A46F}"/>
          </ac:spMkLst>
        </pc:spChg>
        <pc:spChg chg="add mod">
          <ac:chgData name="Pranay Gurumukhi" userId="8a075444-1b31-490a-9344-81a2765c5dcf" providerId="ADAL" clId="{C84E57F3-619D-46AA-A915-572FA8D03708}" dt="2026-08-20T07:24:34.431" v="1424"/>
          <ac:spMkLst>
            <pc:docMk/>
            <pc:sldMk cId="3247742490" sldId="2142533098"/>
            <ac:spMk id="5" creationId="{C477B66D-6A36-0811-4B40-4DE190B055D0}"/>
          </ac:spMkLst>
        </pc:spChg>
        <pc:spChg chg="add mod">
          <ac:chgData name="Pranay Gurumukhi" userId="8a075444-1b31-490a-9344-81a2765c5dcf" providerId="ADAL" clId="{C84E57F3-619D-46AA-A915-572FA8D03708}" dt="2026-08-20T07:24:34.431" v="1424"/>
          <ac:spMkLst>
            <pc:docMk/>
            <pc:sldMk cId="3247742490" sldId="2142533098"/>
            <ac:spMk id="6" creationId="{54D2EDDA-B4B1-7D1F-8FFC-B1A03ADEC802}"/>
          </ac:spMkLst>
        </pc:spChg>
        <pc:spChg chg="add mod">
          <ac:chgData name="Pranay Gurumukhi" userId="8a075444-1b31-490a-9344-81a2765c5dcf" providerId="ADAL" clId="{C84E57F3-619D-46AA-A915-572FA8D03708}" dt="2026-08-20T07:24:34.431" v="1424"/>
          <ac:spMkLst>
            <pc:docMk/>
            <pc:sldMk cId="3247742490" sldId="2142533098"/>
            <ac:spMk id="7" creationId="{44E3AD9F-0F16-3EF8-6B46-F06F0648E24C}"/>
          </ac:spMkLst>
        </pc:spChg>
        <pc:spChg chg="add mod">
          <ac:chgData name="Pranay Gurumukhi" userId="8a075444-1b31-490a-9344-81a2765c5dcf" providerId="ADAL" clId="{C84E57F3-619D-46AA-A915-572FA8D03708}" dt="2026-08-20T07:24:34.431" v="1424"/>
          <ac:spMkLst>
            <pc:docMk/>
            <pc:sldMk cId="3247742490" sldId="2142533098"/>
            <ac:spMk id="10" creationId="{92820854-4A4A-50C4-DEDF-12BA1AF4FE7C}"/>
          </ac:spMkLst>
        </pc:spChg>
        <pc:spChg chg="mod">
          <ac:chgData name="Pranay Gurumukhi" userId="8a075444-1b31-490a-9344-81a2765c5dcf" providerId="ADAL" clId="{C84E57F3-619D-46AA-A915-572FA8D03708}" dt="2026-08-20T07:25:17.815" v="1430" actId="1076"/>
          <ac:spMkLst>
            <pc:docMk/>
            <pc:sldMk cId="3247742490" sldId="2142533098"/>
            <ac:spMk id="11" creationId="{6D0EAA36-75CF-37A5-2D7C-1CC3A79F9470}"/>
          </ac:spMkLst>
        </pc:spChg>
        <pc:spChg chg="add mod">
          <ac:chgData name="Pranay Gurumukhi" userId="8a075444-1b31-490a-9344-81a2765c5dcf" providerId="ADAL" clId="{C84E57F3-619D-46AA-A915-572FA8D03708}" dt="2026-08-20T07:24:34.431" v="1424"/>
          <ac:spMkLst>
            <pc:docMk/>
            <pc:sldMk cId="3247742490" sldId="2142533098"/>
            <ac:spMk id="12" creationId="{CCCBF7C0-956A-20D9-2D1E-F4126563000C}"/>
          </ac:spMkLst>
        </pc:spChg>
        <pc:spChg chg="add mod">
          <ac:chgData name="Pranay Gurumukhi" userId="8a075444-1b31-490a-9344-81a2765c5dcf" providerId="ADAL" clId="{C84E57F3-619D-46AA-A915-572FA8D03708}" dt="2026-08-20T07:24:34.431" v="1424"/>
          <ac:spMkLst>
            <pc:docMk/>
            <pc:sldMk cId="3247742490" sldId="2142533098"/>
            <ac:spMk id="15" creationId="{D6C5DC91-5141-A61C-FDDB-CECC4CCD0E02}"/>
          </ac:spMkLst>
        </pc:spChg>
        <pc:spChg chg="add mod">
          <ac:chgData name="Pranay Gurumukhi" userId="8a075444-1b31-490a-9344-81a2765c5dcf" providerId="ADAL" clId="{C84E57F3-619D-46AA-A915-572FA8D03708}" dt="2026-08-20T07:24:34.431" v="1424"/>
          <ac:spMkLst>
            <pc:docMk/>
            <pc:sldMk cId="3247742490" sldId="2142533098"/>
            <ac:spMk id="16" creationId="{978485AF-C437-2C8E-530E-3819B6205220}"/>
          </ac:spMkLst>
        </pc:spChg>
        <pc:spChg chg="add mod">
          <ac:chgData name="Pranay Gurumukhi" userId="8a075444-1b31-490a-9344-81a2765c5dcf" providerId="ADAL" clId="{C84E57F3-619D-46AA-A915-572FA8D03708}" dt="2026-08-20T07:24:34.431" v="1424"/>
          <ac:spMkLst>
            <pc:docMk/>
            <pc:sldMk cId="3247742490" sldId="2142533098"/>
            <ac:spMk id="18" creationId="{50762906-94B8-5019-CC8B-183796F6BDB4}"/>
          </ac:spMkLst>
        </pc:spChg>
        <pc:spChg chg="add mod">
          <ac:chgData name="Pranay Gurumukhi" userId="8a075444-1b31-490a-9344-81a2765c5dcf" providerId="ADAL" clId="{C84E57F3-619D-46AA-A915-572FA8D03708}" dt="2026-08-20T07:24:34.431" v="1424"/>
          <ac:spMkLst>
            <pc:docMk/>
            <pc:sldMk cId="3247742490" sldId="2142533098"/>
            <ac:spMk id="19" creationId="{C1B1DF80-E976-F11A-67F2-2D1C79B82294}"/>
          </ac:spMkLst>
        </pc:spChg>
        <pc:spChg chg="add mod">
          <ac:chgData name="Pranay Gurumukhi" userId="8a075444-1b31-490a-9344-81a2765c5dcf" providerId="ADAL" clId="{C84E57F3-619D-46AA-A915-572FA8D03708}" dt="2026-08-20T07:26:30.705" v="1438" actId="1076"/>
          <ac:spMkLst>
            <pc:docMk/>
            <pc:sldMk cId="3247742490" sldId="2142533098"/>
            <ac:spMk id="20" creationId="{1EBF96E1-B6D0-C75A-2E8D-95D73624E856}"/>
          </ac:spMkLst>
        </pc:spChg>
        <pc:spChg chg="add mod">
          <ac:chgData name="Pranay Gurumukhi" userId="8a075444-1b31-490a-9344-81a2765c5dcf" providerId="ADAL" clId="{C84E57F3-619D-46AA-A915-572FA8D03708}" dt="2026-08-20T07:28:54.672" v="1443"/>
          <ac:spMkLst>
            <pc:docMk/>
            <pc:sldMk cId="3247742490" sldId="2142533098"/>
            <ac:spMk id="21" creationId="{674A377F-F3C2-5AB2-2403-4206866EBB2F}"/>
          </ac:spMkLst>
        </pc:spChg>
      </pc:sldChg>
      <pc:sldChg chg="modSp add mod ord">
        <pc:chgData name="Pranay Gurumukhi" userId="8a075444-1b31-490a-9344-81a2765c5dcf" providerId="ADAL" clId="{C84E57F3-619D-46AA-A915-572FA8D03708}" dt="2026-08-21T08:58:51.393" v="8684" actId="20577"/>
        <pc:sldMkLst>
          <pc:docMk/>
          <pc:sldMk cId="1637233635" sldId="2142533099"/>
        </pc:sldMkLst>
        <pc:spChg chg="mod">
          <ac:chgData name="Pranay Gurumukhi" userId="8a075444-1b31-490a-9344-81a2765c5dcf" providerId="ADAL" clId="{C84E57F3-619D-46AA-A915-572FA8D03708}" dt="2026-08-21T08:58:51.393" v="8684" actId="20577"/>
          <ac:spMkLst>
            <pc:docMk/>
            <pc:sldMk cId="1637233635" sldId="2142533099"/>
            <ac:spMk id="5" creationId="{E221E7B6-02D0-0A1E-8239-38E29FA4EA90}"/>
          </ac:spMkLst>
        </pc:spChg>
      </pc:sldChg>
      <pc:sldChg chg="add ord">
        <pc:chgData name="Pranay Gurumukhi" userId="8a075444-1b31-490a-9344-81a2765c5dcf" providerId="ADAL" clId="{C84E57F3-619D-46AA-A915-572FA8D03708}" dt="2026-08-20T14:16:34.358" v="1856"/>
        <pc:sldMkLst>
          <pc:docMk/>
          <pc:sldMk cId="1847402999" sldId="2142533100"/>
        </pc:sldMkLst>
      </pc:sldChg>
      <pc:sldChg chg="modSp add mod">
        <pc:chgData name="Pranay Gurumukhi" userId="8a075444-1b31-490a-9344-81a2765c5dcf" providerId="ADAL" clId="{C84E57F3-619D-46AA-A915-572FA8D03708}" dt="2026-08-20T14:41:23.784" v="2061" actId="11"/>
        <pc:sldMkLst>
          <pc:docMk/>
          <pc:sldMk cId="2832512513" sldId="2142533101"/>
        </pc:sldMkLst>
        <pc:spChg chg="mod">
          <ac:chgData name="Pranay Gurumukhi" userId="8a075444-1b31-490a-9344-81a2765c5dcf" providerId="ADAL" clId="{C84E57F3-619D-46AA-A915-572FA8D03708}" dt="2026-08-20T14:41:23.784" v="2061" actId="11"/>
          <ac:spMkLst>
            <pc:docMk/>
            <pc:sldMk cId="2832512513" sldId="2142533101"/>
            <ac:spMk id="5" creationId="{F9DA4D4F-DDCE-45E1-4409-CDFCC75A76CD}"/>
          </ac:spMkLst>
        </pc:spChg>
      </pc:sldChg>
      <pc:sldChg chg="modSp add mod ord">
        <pc:chgData name="Pranay Gurumukhi" userId="8a075444-1b31-490a-9344-81a2765c5dcf" providerId="ADAL" clId="{C84E57F3-619D-46AA-A915-572FA8D03708}" dt="2026-08-20T16:46:47.976" v="2123" actId="20577"/>
        <pc:sldMkLst>
          <pc:docMk/>
          <pc:sldMk cId="2310180925" sldId="2142533102"/>
        </pc:sldMkLst>
        <pc:spChg chg="mod">
          <ac:chgData name="Pranay Gurumukhi" userId="8a075444-1b31-490a-9344-81a2765c5dcf" providerId="ADAL" clId="{C84E57F3-619D-46AA-A915-572FA8D03708}" dt="2026-08-20T16:46:47.976" v="2123" actId="20577"/>
          <ac:spMkLst>
            <pc:docMk/>
            <pc:sldMk cId="2310180925" sldId="2142533102"/>
            <ac:spMk id="5" creationId="{75D70FD3-DD89-3017-1AFE-661B1F78AE59}"/>
          </ac:spMkLst>
        </pc:spChg>
      </pc:sldChg>
      <pc:sldChg chg="modSp add mod ord">
        <pc:chgData name="Pranay Gurumukhi" userId="8a075444-1b31-490a-9344-81a2765c5dcf" providerId="ADAL" clId="{C84E57F3-619D-46AA-A915-572FA8D03708}" dt="2026-08-20T18:25:03.284" v="2423" actId="113"/>
        <pc:sldMkLst>
          <pc:docMk/>
          <pc:sldMk cId="3666862359" sldId="2142533103"/>
        </pc:sldMkLst>
        <pc:spChg chg="mod">
          <ac:chgData name="Pranay Gurumukhi" userId="8a075444-1b31-490a-9344-81a2765c5dcf" providerId="ADAL" clId="{C84E57F3-619D-46AA-A915-572FA8D03708}" dt="2026-08-20T18:25:03.284" v="2423" actId="113"/>
          <ac:spMkLst>
            <pc:docMk/>
            <pc:sldMk cId="3666862359" sldId="2142533103"/>
            <ac:spMk id="5" creationId="{E1643569-E8CA-AAA2-FDC0-42EB3108797F}"/>
          </ac:spMkLst>
        </pc:spChg>
      </pc:sldChg>
      <pc:sldChg chg="modSp add mod ord">
        <pc:chgData name="Pranay Gurumukhi" userId="8a075444-1b31-490a-9344-81a2765c5dcf" providerId="ADAL" clId="{C84E57F3-619D-46AA-A915-572FA8D03708}" dt="2026-08-20T18:39:52.264" v="2568" actId="113"/>
        <pc:sldMkLst>
          <pc:docMk/>
          <pc:sldMk cId="1047297430" sldId="2142533104"/>
        </pc:sldMkLst>
        <pc:spChg chg="mod">
          <ac:chgData name="Pranay Gurumukhi" userId="8a075444-1b31-490a-9344-81a2765c5dcf" providerId="ADAL" clId="{C84E57F3-619D-46AA-A915-572FA8D03708}" dt="2026-08-20T18:39:52.264" v="2568" actId="113"/>
          <ac:spMkLst>
            <pc:docMk/>
            <pc:sldMk cId="1047297430" sldId="2142533104"/>
            <ac:spMk id="5" creationId="{E2F9A2C0-A846-C7EE-5EB3-1E5D997ACEAC}"/>
          </ac:spMkLst>
        </pc:spChg>
      </pc:sldChg>
      <pc:sldChg chg="modSp add mod ord">
        <pc:chgData name="Pranay Gurumukhi" userId="8a075444-1b31-490a-9344-81a2765c5dcf" providerId="ADAL" clId="{C84E57F3-619D-46AA-A915-572FA8D03708}" dt="2026-08-20T19:06:41.076" v="2594" actId="20577"/>
        <pc:sldMkLst>
          <pc:docMk/>
          <pc:sldMk cId="819968929" sldId="2142533105"/>
        </pc:sldMkLst>
        <pc:spChg chg="mod">
          <ac:chgData name="Pranay Gurumukhi" userId="8a075444-1b31-490a-9344-81a2765c5dcf" providerId="ADAL" clId="{C84E57F3-619D-46AA-A915-572FA8D03708}" dt="2026-08-20T19:06:41.076" v="2594" actId="20577"/>
          <ac:spMkLst>
            <pc:docMk/>
            <pc:sldMk cId="819968929" sldId="2142533105"/>
            <ac:spMk id="5" creationId="{DDB5B81B-5217-EEDC-AD5E-EF7BACC6C892}"/>
          </ac:spMkLst>
        </pc:spChg>
      </pc:sldChg>
      <pc:sldChg chg="modSp add mod ord">
        <pc:chgData name="Pranay Gurumukhi" userId="8a075444-1b31-490a-9344-81a2765c5dcf" providerId="ADAL" clId="{C84E57F3-619D-46AA-A915-572FA8D03708}" dt="2026-08-20T19:11:33.608" v="2652" actId="20577"/>
        <pc:sldMkLst>
          <pc:docMk/>
          <pc:sldMk cId="3507322080" sldId="2142533106"/>
        </pc:sldMkLst>
        <pc:spChg chg="mod">
          <ac:chgData name="Pranay Gurumukhi" userId="8a075444-1b31-490a-9344-81a2765c5dcf" providerId="ADAL" clId="{C84E57F3-619D-46AA-A915-572FA8D03708}" dt="2026-08-20T19:11:33.608" v="2652" actId="20577"/>
          <ac:spMkLst>
            <pc:docMk/>
            <pc:sldMk cId="3507322080" sldId="2142533106"/>
            <ac:spMk id="5" creationId="{DC8D1600-587B-9A6D-F5D2-C5F469208927}"/>
          </ac:spMkLst>
        </pc:spChg>
      </pc:sldChg>
      <pc:sldChg chg="modSp add mod ord">
        <pc:chgData name="Pranay Gurumukhi" userId="8a075444-1b31-490a-9344-81a2765c5dcf" providerId="ADAL" clId="{C84E57F3-619D-46AA-A915-572FA8D03708}" dt="2026-08-20T19:18:08.758" v="2721" actId="11"/>
        <pc:sldMkLst>
          <pc:docMk/>
          <pc:sldMk cId="2391042938" sldId="2142533107"/>
        </pc:sldMkLst>
        <pc:spChg chg="mod">
          <ac:chgData name="Pranay Gurumukhi" userId="8a075444-1b31-490a-9344-81a2765c5dcf" providerId="ADAL" clId="{C84E57F3-619D-46AA-A915-572FA8D03708}" dt="2026-08-20T19:18:08.758" v="2721" actId="11"/>
          <ac:spMkLst>
            <pc:docMk/>
            <pc:sldMk cId="2391042938" sldId="2142533107"/>
            <ac:spMk id="5" creationId="{AFB8661E-61A9-EA30-4FEE-F95C0CEA9A85}"/>
          </ac:spMkLst>
        </pc:spChg>
      </pc:sldChg>
      <pc:sldChg chg="addSp delSp modSp add mod">
        <pc:chgData name="Pranay Gurumukhi" userId="8a075444-1b31-490a-9344-81a2765c5dcf" providerId="ADAL" clId="{C84E57F3-619D-46AA-A915-572FA8D03708}" dt="2026-08-21T08:37:18.593" v="8626" actId="478"/>
        <pc:sldMkLst>
          <pc:docMk/>
          <pc:sldMk cId="1587930690" sldId="2142533108"/>
        </pc:sldMkLst>
        <pc:spChg chg="del mod">
          <ac:chgData name="Pranay Gurumukhi" userId="8a075444-1b31-490a-9344-81a2765c5dcf" providerId="ADAL" clId="{C84E57F3-619D-46AA-A915-572FA8D03708}" dt="2026-08-21T03:40:22.194" v="3348" actId="478"/>
          <ac:spMkLst>
            <pc:docMk/>
            <pc:sldMk cId="1587930690" sldId="2142533108"/>
            <ac:spMk id="2" creationId="{8391B1F7-862A-24EF-1624-3200AF6466BF}"/>
          </ac:spMkLst>
        </pc:spChg>
        <pc:spChg chg="del">
          <ac:chgData name="Pranay Gurumukhi" userId="8a075444-1b31-490a-9344-81a2765c5dcf" providerId="ADAL" clId="{C84E57F3-619D-46AA-A915-572FA8D03708}" dt="2026-08-21T03:31:34.664" v="2961" actId="478"/>
          <ac:spMkLst>
            <pc:docMk/>
            <pc:sldMk cId="1587930690" sldId="2142533108"/>
            <ac:spMk id="5" creationId="{55312585-C868-0E00-610D-22751B286828}"/>
          </ac:spMkLst>
        </pc:spChg>
        <pc:spChg chg="add">
          <ac:chgData name="Pranay Gurumukhi" userId="8a075444-1b31-490a-9344-81a2765c5dcf" providerId="ADAL" clId="{C84E57F3-619D-46AA-A915-572FA8D03708}" dt="2026-08-21T03:31:50.143" v="2967" actId="22"/>
          <ac:spMkLst>
            <pc:docMk/>
            <pc:sldMk cId="1587930690" sldId="2142533108"/>
            <ac:spMk id="9" creationId="{40A00188-173E-CA27-DAB4-2BAB01417197}"/>
          </ac:spMkLst>
        </pc:spChg>
        <pc:spChg chg="del">
          <ac:chgData name="Pranay Gurumukhi" userId="8a075444-1b31-490a-9344-81a2765c5dcf" providerId="ADAL" clId="{C84E57F3-619D-46AA-A915-572FA8D03708}" dt="2026-08-21T08:37:18.593" v="8626" actId="478"/>
          <ac:spMkLst>
            <pc:docMk/>
            <pc:sldMk cId="1587930690" sldId="2142533108"/>
            <ac:spMk id="13" creationId="{76DFB39C-1393-7759-7920-2D1699EBA716}"/>
          </ac:spMkLst>
        </pc:spChg>
        <pc:spChg chg="del">
          <ac:chgData name="Pranay Gurumukhi" userId="8a075444-1b31-490a-9344-81a2765c5dcf" providerId="ADAL" clId="{C84E57F3-619D-46AA-A915-572FA8D03708}" dt="2026-08-21T08:37:18.593" v="8626" actId="478"/>
          <ac:spMkLst>
            <pc:docMk/>
            <pc:sldMk cId="1587930690" sldId="2142533108"/>
            <ac:spMk id="16" creationId="{2364D9E5-1261-3E3D-9EA4-26CCD81FBF5E}"/>
          </ac:spMkLst>
        </pc:spChg>
        <pc:spChg chg="del">
          <ac:chgData name="Pranay Gurumukhi" userId="8a075444-1b31-490a-9344-81a2765c5dcf" providerId="ADAL" clId="{C84E57F3-619D-46AA-A915-572FA8D03708}" dt="2026-08-21T08:37:18.593" v="8626" actId="478"/>
          <ac:spMkLst>
            <pc:docMk/>
            <pc:sldMk cId="1587930690" sldId="2142533108"/>
            <ac:spMk id="20" creationId="{9B04C6E3-8E01-5C08-EFB3-75CE4D4FE0BB}"/>
          </ac:spMkLst>
        </pc:spChg>
        <pc:spChg chg="del">
          <ac:chgData name="Pranay Gurumukhi" userId="8a075444-1b31-490a-9344-81a2765c5dcf" providerId="ADAL" clId="{C84E57F3-619D-46AA-A915-572FA8D03708}" dt="2026-08-21T08:37:18.593" v="8626" actId="478"/>
          <ac:spMkLst>
            <pc:docMk/>
            <pc:sldMk cId="1587930690" sldId="2142533108"/>
            <ac:spMk id="23" creationId="{4581316F-0844-E653-D26E-AB01BE1EBE2A}"/>
          </ac:spMkLst>
        </pc:spChg>
        <pc:spChg chg="mod">
          <ac:chgData name="Pranay Gurumukhi" userId="8a075444-1b31-490a-9344-81a2765c5dcf" providerId="ADAL" clId="{C84E57F3-619D-46AA-A915-572FA8D03708}" dt="2026-08-21T03:38:57.368" v="3342" actId="20577"/>
          <ac:spMkLst>
            <pc:docMk/>
            <pc:sldMk cId="1587930690" sldId="2142533108"/>
            <ac:spMk id="24" creationId="{E2DF8B4F-20B4-9267-06FC-9AAD2E8128F2}"/>
          </ac:spMkLst>
        </pc:spChg>
        <pc:spChg chg="del">
          <ac:chgData name="Pranay Gurumukhi" userId="8a075444-1b31-490a-9344-81a2765c5dcf" providerId="ADAL" clId="{C84E57F3-619D-46AA-A915-572FA8D03708}" dt="2026-08-21T08:37:18.593" v="8626" actId="478"/>
          <ac:spMkLst>
            <pc:docMk/>
            <pc:sldMk cId="1587930690" sldId="2142533108"/>
            <ac:spMk id="26" creationId="{BD0BC089-EB6F-AA29-FA73-8932759B7720}"/>
          </ac:spMkLst>
        </pc:spChg>
        <pc:spChg chg="del">
          <ac:chgData name="Pranay Gurumukhi" userId="8a075444-1b31-490a-9344-81a2765c5dcf" providerId="ADAL" clId="{C84E57F3-619D-46AA-A915-572FA8D03708}" dt="2026-08-21T08:37:18.593" v="8626" actId="478"/>
          <ac:spMkLst>
            <pc:docMk/>
            <pc:sldMk cId="1587930690" sldId="2142533108"/>
            <ac:spMk id="28" creationId="{280D2C75-6365-F49B-E904-39009498FEBE}"/>
          </ac:spMkLst>
        </pc:spChg>
        <pc:spChg chg="add mod">
          <ac:chgData name="Pranay Gurumukhi" userId="8a075444-1b31-490a-9344-81a2765c5dcf" providerId="ADAL" clId="{C84E57F3-619D-46AA-A915-572FA8D03708}" dt="2026-08-21T03:42:00.404" v="3358" actId="1076"/>
          <ac:spMkLst>
            <pc:docMk/>
            <pc:sldMk cId="1587930690" sldId="2142533108"/>
            <ac:spMk id="29" creationId="{7E6F32BE-8FEF-1CA6-A8EF-0A0637F16FC3}"/>
          </ac:spMkLst>
        </pc:spChg>
        <pc:spChg chg="del">
          <ac:chgData name="Pranay Gurumukhi" userId="8a075444-1b31-490a-9344-81a2765c5dcf" providerId="ADAL" clId="{C84E57F3-619D-46AA-A915-572FA8D03708}" dt="2026-08-21T08:37:18.593" v="8626" actId="478"/>
          <ac:spMkLst>
            <pc:docMk/>
            <pc:sldMk cId="1587930690" sldId="2142533108"/>
            <ac:spMk id="30" creationId="{7A49D466-1667-613D-CC68-0EF37D6618B7}"/>
          </ac:spMkLst>
        </pc:spChg>
        <pc:spChg chg="add mod">
          <ac:chgData name="Pranay Gurumukhi" userId="8a075444-1b31-490a-9344-81a2765c5dcf" providerId="ADAL" clId="{C84E57F3-619D-46AA-A915-572FA8D03708}" dt="2026-08-21T03:42:21.174" v="3360" actId="1076"/>
          <ac:spMkLst>
            <pc:docMk/>
            <pc:sldMk cId="1587930690" sldId="2142533108"/>
            <ac:spMk id="31" creationId="{FA13025C-4896-39CE-2CDD-65CF9B97A9A7}"/>
          </ac:spMkLst>
        </pc:spChg>
        <pc:spChg chg="del mod">
          <ac:chgData name="Pranay Gurumukhi" userId="8a075444-1b31-490a-9344-81a2765c5dcf" providerId="ADAL" clId="{C84E57F3-619D-46AA-A915-572FA8D03708}" dt="2026-08-21T08:37:18.593" v="8626" actId="478"/>
          <ac:spMkLst>
            <pc:docMk/>
            <pc:sldMk cId="1587930690" sldId="2142533108"/>
            <ac:spMk id="32" creationId="{A7D762E2-821C-3808-76DB-A0292507DE63}"/>
          </ac:spMkLst>
        </pc:spChg>
        <pc:spChg chg="del">
          <ac:chgData name="Pranay Gurumukhi" userId="8a075444-1b31-490a-9344-81a2765c5dcf" providerId="ADAL" clId="{C84E57F3-619D-46AA-A915-572FA8D03708}" dt="2026-08-21T03:31:31.628" v="2960" actId="478"/>
          <ac:spMkLst>
            <pc:docMk/>
            <pc:sldMk cId="1587930690" sldId="2142533108"/>
            <ac:spMk id="33" creationId="{A72255F6-C3DC-BB02-4197-C2FE7C3E46F6}"/>
          </ac:spMkLst>
        </pc:spChg>
        <pc:spChg chg="del">
          <ac:chgData name="Pranay Gurumukhi" userId="8a075444-1b31-490a-9344-81a2765c5dcf" providerId="ADAL" clId="{C84E57F3-619D-46AA-A915-572FA8D03708}" dt="2026-08-21T03:31:31.628" v="2960" actId="478"/>
          <ac:spMkLst>
            <pc:docMk/>
            <pc:sldMk cId="1587930690" sldId="2142533108"/>
            <ac:spMk id="34" creationId="{41D199CA-BD18-9B9A-21A2-35D118D25B41}"/>
          </ac:spMkLst>
        </pc:spChg>
        <pc:spChg chg="del">
          <ac:chgData name="Pranay Gurumukhi" userId="8a075444-1b31-490a-9344-81a2765c5dcf" providerId="ADAL" clId="{C84E57F3-619D-46AA-A915-572FA8D03708}" dt="2026-08-21T03:31:31.628" v="2960" actId="478"/>
          <ac:spMkLst>
            <pc:docMk/>
            <pc:sldMk cId="1587930690" sldId="2142533108"/>
            <ac:spMk id="35" creationId="{1695ADA3-EB46-72EB-87EA-F4460E746094}"/>
          </ac:spMkLst>
        </pc:spChg>
        <pc:spChg chg="del">
          <ac:chgData name="Pranay Gurumukhi" userId="8a075444-1b31-490a-9344-81a2765c5dcf" providerId="ADAL" clId="{C84E57F3-619D-46AA-A915-572FA8D03708}" dt="2026-08-21T03:31:27.438" v="2958" actId="478"/>
          <ac:spMkLst>
            <pc:docMk/>
            <pc:sldMk cId="1587930690" sldId="2142533108"/>
            <ac:spMk id="36" creationId="{35BDF081-A069-CD6C-6EF9-3C95B1384502}"/>
          </ac:spMkLst>
        </pc:spChg>
        <pc:spChg chg="del">
          <ac:chgData name="Pranay Gurumukhi" userId="8a075444-1b31-490a-9344-81a2765c5dcf" providerId="ADAL" clId="{C84E57F3-619D-46AA-A915-572FA8D03708}" dt="2026-08-21T03:31:34.664" v="2961" actId="478"/>
          <ac:spMkLst>
            <pc:docMk/>
            <pc:sldMk cId="1587930690" sldId="2142533108"/>
            <ac:spMk id="37" creationId="{DB56CE62-09DE-1D1A-1850-900A0EF0414C}"/>
          </ac:spMkLst>
        </pc:spChg>
        <pc:spChg chg="del">
          <ac:chgData name="Pranay Gurumukhi" userId="8a075444-1b31-490a-9344-81a2765c5dcf" providerId="ADAL" clId="{C84E57F3-619D-46AA-A915-572FA8D03708}" dt="2026-08-21T03:31:27.438" v="2958" actId="478"/>
          <ac:spMkLst>
            <pc:docMk/>
            <pc:sldMk cId="1587930690" sldId="2142533108"/>
            <ac:spMk id="38" creationId="{73468B16-AE03-0DF9-D36B-9B5215403CCD}"/>
          </ac:spMkLst>
        </pc:spChg>
        <pc:spChg chg="del">
          <ac:chgData name="Pranay Gurumukhi" userId="8a075444-1b31-490a-9344-81a2765c5dcf" providerId="ADAL" clId="{C84E57F3-619D-46AA-A915-572FA8D03708}" dt="2026-08-21T03:31:31.628" v="2960" actId="478"/>
          <ac:spMkLst>
            <pc:docMk/>
            <pc:sldMk cId="1587930690" sldId="2142533108"/>
            <ac:spMk id="39" creationId="{708F47B7-7C8E-C24E-10F8-E056E82C5D8D}"/>
          </ac:spMkLst>
        </pc:spChg>
        <pc:spChg chg="add mod">
          <ac:chgData name="Pranay Gurumukhi" userId="8a075444-1b31-490a-9344-81a2765c5dcf" providerId="ADAL" clId="{C84E57F3-619D-46AA-A915-572FA8D03708}" dt="2026-08-21T03:43:30.838" v="3362" actId="1076"/>
          <ac:spMkLst>
            <pc:docMk/>
            <pc:sldMk cId="1587930690" sldId="2142533108"/>
            <ac:spMk id="40" creationId="{6492EA55-A75C-3C7B-0210-188F9E30E0DF}"/>
          </ac:spMkLst>
        </pc:spChg>
        <pc:spChg chg="add mod">
          <ac:chgData name="Pranay Gurumukhi" userId="8a075444-1b31-490a-9344-81a2765c5dcf" providerId="ADAL" clId="{C84E57F3-619D-46AA-A915-572FA8D03708}" dt="2026-08-21T03:43:40.787" v="3364" actId="1076"/>
          <ac:spMkLst>
            <pc:docMk/>
            <pc:sldMk cId="1587930690" sldId="2142533108"/>
            <ac:spMk id="41" creationId="{B6082D66-F96F-6416-9D2E-8C35E4E6338C}"/>
          </ac:spMkLst>
        </pc:spChg>
        <pc:spChg chg="add mod">
          <ac:chgData name="Pranay Gurumukhi" userId="8a075444-1b31-490a-9344-81a2765c5dcf" providerId="ADAL" clId="{C84E57F3-619D-46AA-A915-572FA8D03708}" dt="2026-08-21T03:43:49.242" v="3366" actId="1076"/>
          <ac:spMkLst>
            <pc:docMk/>
            <pc:sldMk cId="1587930690" sldId="2142533108"/>
            <ac:spMk id="42" creationId="{03D4E56F-F716-5F5C-71E9-742A3EA593E9}"/>
          </ac:spMkLst>
        </pc:spChg>
        <pc:spChg chg="add mod">
          <ac:chgData name="Pranay Gurumukhi" userId="8a075444-1b31-490a-9344-81a2765c5dcf" providerId="ADAL" clId="{C84E57F3-619D-46AA-A915-572FA8D03708}" dt="2026-08-21T03:44:05.772" v="3371" actId="1076"/>
          <ac:spMkLst>
            <pc:docMk/>
            <pc:sldMk cId="1587930690" sldId="2142533108"/>
            <ac:spMk id="43" creationId="{FBDE27CD-8737-7123-6410-5E3E3EEDD99B}"/>
          </ac:spMkLst>
        </pc:spChg>
        <pc:spChg chg="add mod">
          <ac:chgData name="Pranay Gurumukhi" userId="8a075444-1b31-490a-9344-81a2765c5dcf" providerId="ADAL" clId="{C84E57F3-619D-46AA-A915-572FA8D03708}" dt="2026-08-21T03:44:15.719" v="3374" actId="1076"/>
          <ac:spMkLst>
            <pc:docMk/>
            <pc:sldMk cId="1587930690" sldId="2142533108"/>
            <ac:spMk id="44" creationId="{E7570C51-EE70-3342-71E3-628AC806E098}"/>
          </ac:spMkLst>
        </pc:spChg>
        <pc:spChg chg="add mod">
          <ac:chgData name="Pranay Gurumukhi" userId="8a075444-1b31-490a-9344-81a2765c5dcf" providerId="ADAL" clId="{C84E57F3-619D-46AA-A915-572FA8D03708}" dt="2026-08-21T03:44:23.968" v="3376" actId="1076"/>
          <ac:spMkLst>
            <pc:docMk/>
            <pc:sldMk cId="1587930690" sldId="2142533108"/>
            <ac:spMk id="45" creationId="{B8E7420C-1113-B4D2-5E52-65DD36C1FD05}"/>
          </ac:spMkLst>
        </pc:spChg>
        <pc:spChg chg="add mod">
          <ac:chgData name="Pranay Gurumukhi" userId="8a075444-1b31-490a-9344-81a2765c5dcf" providerId="ADAL" clId="{C84E57F3-619D-46AA-A915-572FA8D03708}" dt="2026-08-21T03:44:42.538" v="3378" actId="1076"/>
          <ac:spMkLst>
            <pc:docMk/>
            <pc:sldMk cId="1587930690" sldId="2142533108"/>
            <ac:spMk id="46" creationId="{92F219FD-135A-10F4-C475-08EBA5CD214C}"/>
          </ac:spMkLst>
        </pc:spChg>
        <pc:spChg chg="add mod">
          <ac:chgData name="Pranay Gurumukhi" userId="8a075444-1b31-490a-9344-81a2765c5dcf" providerId="ADAL" clId="{C84E57F3-619D-46AA-A915-572FA8D03708}" dt="2026-08-21T03:45:26.113" v="3380" actId="1076"/>
          <ac:spMkLst>
            <pc:docMk/>
            <pc:sldMk cId="1587930690" sldId="2142533108"/>
            <ac:spMk id="47" creationId="{18C5B81A-086F-B8D3-6BD0-6A49C1AEE768}"/>
          </ac:spMkLst>
        </pc:spChg>
        <pc:picChg chg="add mod">
          <ac:chgData name="Pranay Gurumukhi" userId="8a075444-1b31-490a-9344-81a2765c5dcf" providerId="ADAL" clId="{C84E57F3-619D-46AA-A915-572FA8D03708}" dt="2026-08-21T03:40:29.301" v="3351" actId="1076"/>
          <ac:picMkLst>
            <pc:docMk/>
            <pc:sldMk cId="1587930690" sldId="2142533108"/>
            <ac:picMk id="6" creationId="{5E07397B-1321-3A71-B776-89827546B5CF}"/>
          </ac:picMkLst>
        </pc:picChg>
        <pc:picChg chg="del">
          <ac:chgData name="Pranay Gurumukhi" userId="8a075444-1b31-490a-9344-81a2765c5dcf" providerId="ADAL" clId="{C84E57F3-619D-46AA-A915-572FA8D03708}" dt="2026-08-21T03:31:28.669" v="2959" actId="478"/>
          <ac:picMkLst>
            <pc:docMk/>
            <pc:sldMk cId="1587930690" sldId="2142533108"/>
            <ac:picMk id="7" creationId="{46BB0C45-870F-C31D-B6F3-FC668754938E}"/>
          </ac:picMkLst>
        </pc:picChg>
        <pc:picChg chg="del">
          <ac:chgData name="Pranay Gurumukhi" userId="8a075444-1b31-490a-9344-81a2765c5dcf" providerId="ADAL" clId="{C84E57F3-619D-46AA-A915-572FA8D03708}" dt="2026-08-21T03:31:25.041" v="2957" actId="478"/>
          <ac:picMkLst>
            <pc:docMk/>
            <pc:sldMk cId="1587930690" sldId="2142533108"/>
            <ac:picMk id="10" creationId="{CC79723B-4A39-2E37-C227-2174B514DECB}"/>
          </ac:picMkLst>
        </pc:picChg>
        <pc:picChg chg="del">
          <ac:chgData name="Pranay Gurumukhi" userId="8a075444-1b31-490a-9344-81a2765c5dcf" providerId="ADAL" clId="{C84E57F3-619D-46AA-A915-572FA8D03708}" dt="2026-08-21T03:31:24.324" v="2956" actId="478"/>
          <ac:picMkLst>
            <pc:docMk/>
            <pc:sldMk cId="1587930690" sldId="2142533108"/>
            <ac:picMk id="12" creationId="{098B56F3-8498-B358-BE69-B36223FBBB27}"/>
          </ac:picMkLst>
        </pc:picChg>
        <pc:picChg chg="del">
          <ac:chgData name="Pranay Gurumukhi" userId="8a075444-1b31-490a-9344-81a2765c5dcf" providerId="ADAL" clId="{C84E57F3-619D-46AA-A915-572FA8D03708}" dt="2026-08-21T03:31:34.664" v="2961" actId="478"/>
          <ac:picMkLst>
            <pc:docMk/>
            <pc:sldMk cId="1587930690" sldId="2142533108"/>
            <ac:picMk id="14" creationId="{032B8688-19B8-04E6-A4C9-83EC48A29708}"/>
          </ac:picMkLst>
        </pc:picChg>
        <pc:picChg chg="add del mod">
          <ac:chgData name="Pranay Gurumukhi" userId="8a075444-1b31-490a-9344-81a2765c5dcf" providerId="ADAL" clId="{C84E57F3-619D-46AA-A915-572FA8D03708}" dt="2026-08-21T03:35:36.088" v="2975" actId="478"/>
          <ac:picMkLst>
            <pc:docMk/>
            <pc:sldMk cId="1587930690" sldId="2142533108"/>
            <ac:picMk id="15" creationId="{DF1949A9-4B94-B307-67FB-61C1730E17F6}"/>
          </ac:picMkLst>
        </pc:picChg>
        <pc:picChg chg="del">
          <ac:chgData name="Pranay Gurumukhi" userId="8a075444-1b31-490a-9344-81a2765c5dcf" providerId="ADAL" clId="{C84E57F3-619D-46AA-A915-572FA8D03708}" dt="2026-08-21T03:31:34.664" v="2961" actId="478"/>
          <ac:picMkLst>
            <pc:docMk/>
            <pc:sldMk cId="1587930690" sldId="2142533108"/>
            <ac:picMk id="17" creationId="{7F65157F-386F-A949-96E5-500E369EAE79}"/>
          </ac:picMkLst>
        </pc:picChg>
        <pc:picChg chg="del">
          <ac:chgData name="Pranay Gurumukhi" userId="8a075444-1b31-490a-9344-81a2765c5dcf" providerId="ADAL" clId="{C84E57F3-619D-46AA-A915-572FA8D03708}" dt="2026-08-21T03:31:36.795" v="2962" actId="478"/>
          <ac:picMkLst>
            <pc:docMk/>
            <pc:sldMk cId="1587930690" sldId="2142533108"/>
            <ac:picMk id="19" creationId="{9DBE047F-F702-C75E-AFE0-2EAABF1573FA}"/>
          </ac:picMkLst>
        </pc:picChg>
        <pc:picChg chg="del">
          <ac:chgData name="Pranay Gurumukhi" userId="8a075444-1b31-490a-9344-81a2765c5dcf" providerId="ADAL" clId="{C84E57F3-619D-46AA-A915-572FA8D03708}" dt="2026-08-21T03:31:36.795" v="2962" actId="478"/>
          <ac:picMkLst>
            <pc:docMk/>
            <pc:sldMk cId="1587930690" sldId="2142533108"/>
            <ac:picMk id="21" creationId="{06446416-6C3C-9C53-2E54-E6C8E72A54D0}"/>
          </ac:picMkLst>
        </pc:picChg>
        <pc:picChg chg="add mod">
          <ac:chgData name="Pranay Gurumukhi" userId="8a075444-1b31-490a-9344-81a2765c5dcf" providerId="ADAL" clId="{C84E57F3-619D-46AA-A915-572FA8D03708}" dt="2026-08-21T03:40:29.301" v="3351" actId="1076"/>
          <ac:picMkLst>
            <pc:docMk/>
            <pc:sldMk cId="1587930690" sldId="2142533108"/>
            <ac:picMk id="22" creationId="{BA980244-67F9-B99D-1225-AC97F568BEF5}"/>
          </ac:picMkLst>
        </pc:picChg>
        <pc:picChg chg="add del">
          <ac:chgData name="Pranay Gurumukhi" userId="8a075444-1b31-490a-9344-81a2765c5dcf" providerId="ADAL" clId="{C84E57F3-619D-46AA-A915-572FA8D03708}" dt="2026-08-21T03:37:54.106" v="3211" actId="22"/>
          <ac:picMkLst>
            <pc:docMk/>
            <pc:sldMk cId="1587930690" sldId="2142533108"/>
            <ac:picMk id="27" creationId="{42456BF8-3AE9-57CD-0418-7FE95302EF7B}"/>
          </ac:picMkLst>
        </pc:picChg>
      </pc:sldChg>
      <pc:sldChg chg="modSp add mod ord">
        <pc:chgData name="Pranay Gurumukhi" userId="8a075444-1b31-490a-9344-81a2765c5dcf" providerId="ADAL" clId="{C84E57F3-619D-46AA-A915-572FA8D03708}" dt="2026-08-21T03:41:36.142" v="3355" actId="11"/>
        <pc:sldMkLst>
          <pc:docMk/>
          <pc:sldMk cId="2704184587" sldId="2142533109"/>
        </pc:sldMkLst>
        <pc:spChg chg="mod">
          <ac:chgData name="Pranay Gurumukhi" userId="8a075444-1b31-490a-9344-81a2765c5dcf" providerId="ADAL" clId="{C84E57F3-619D-46AA-A915-572FA8D03708}" dt="2026-08-21T03:41:36.142" v="3355" actId="11"/>
          <ac:spMkLst>
            <pc:docMk/>
            <pc:sldMk cId="2704184587" sldId="2142533109"/>
            <ac:spMk id="5" creationId="{84E676FE-500D-236C-A0FC-481D298E8DA6}"/>
          </ac:spMkLst>
        </pc:spChg>
      </pc:sldChg>
      <pc:sldChg chg="addSp delSp modSp add mod ord">
        <pc:chgData name="Pranay Gurumukhi" userId="8a075444-1b31-490a-9344-81a2765c5dcf" providerId="ADAL" clId="{C84E57F3-619D-46AA-A915-572FA8D03708}" dt="2026-08-21T08:37:14.828" v="8625" actId="478"/>
        <pc:sldMkLst>
          <pc:docMk/>
          <pc:sldMk cId="632460082" sldId="2142533110"/>
        </pc:sldMkLst>
        <pc:spChg chg="del">
          <ac:chgData name="Pranay Gurumukhi" userId="8a075444-1b31-490a-9344-81a2765c5dcf" providerId="ADAL" clId="{C84E57F3-619D-46AA-A915-572FA8D03708}" dt="2026-08-21T04:32:21.276" v="3986" actId="478"/>
          <ac:spMkLst>
            <pc:docMk/>
            <pc:sldMk cId="632460082" sldId="2142533110"/>
            <ac:spMk id="4" creationId="{597D6039-D450-1591-25D3-08A85D88C4A0}"/>
          </ac:spMkLst>
        </pc:spChg>
        <pc:spChg chg="del mod">
          <ac:chgData name="Pranay Gurumukhi" userId="8a075444-1b31-490a-9344-81a2765c5dcf" providerId="ADAL" clId="{C84E57F3-619D-46AA-A915-572FA8D03708}" dt="2026-08-21T04:32:19.244" v="3985" actId="478"/>
          <ac:spMkLst>
            <pc:docMk/>
            <pc:sldMk cId="632460082" sldId="2142533110"/>
            <ac:spMk id="9" creationId="{677945E8-C757-35F7-6BD1-6C4103EFC48D}"/>
          </ac:spMkLst>
        </pc:spChg>
        <pc:spChg chg="add del mod">
          <ac:chgData name="Pranay Gurumukhi" userId="8a075444-1b31-490a-9344-81a2765c5dcf" providerId="ADAL" clId="{C84E57F3-619D-46AA-A915-572FA8D03708}" dt="2026-08-21T04:32:16.265" v="3982" actId="478"/>
          <ac:spMkLst>
            <pc:docMk/>
            <pc:sldMk cId="632460082" sldId="2142533110"/>
            <ac:spMk id="10" creationId="{9DFAEDAB-8C1D-18B1-6851-A25493D22570}"/>
          </ac:spMkLst>
        </pc:spChg>
        <pc:spChg chg="add mod">
          <ac:chgData name="Pranay Gurumukhi" userId="8a075444-1b31-490a-9344-81a2765c5dcf" providerId="ADAL" clId="{C84E57F3-619D-46AA-A915-572FA8D03708}" dt="2026-08-21T04:33:52.463" v="3994" actId="1076"/>
          <ac:spMkLst>
            <pc:docMk/>
            <pc:sldMk cId="632460082" sldId="2142533110"/>
            <ac:spMk id="11" creationId="{90888489-EDE1-CDF2-6F77-CF2D46C532AD}"/>
          </ac:spMkLst>
        </pc:spChg>
        <pc:spChg chg="add mod">
          <ac:chgData name="Pranay Gurumukhi" userId="8a075444-1b31-490a-9344-81a2765c5dcf" providerId="ADAL" clId="{C84E57F3-619D-46AA-A915-572FA8D03708}" dt="2026-08-21T04:34:09.039" v="3996" actId="1076"/>
          <ac:spMkLst>
            <pc:docMk/>
            <pc:sldMk cId="632460082" sldId="2142533110"/>
            <ac:spMk id="12" creationId="{CB4D6C8E-B86F-9B39-79E9-4E24679A5005}"/>
          </ac:spMkLst>
        </pc:spChg>
        <pc:spChg chg="del">
          <ac:chgData name="Pranay Gurumukhi" userId="8a075444-1b31-490a-9344-81a2765c5dcf" providerId="ADAL" clId="{C84E57F3-619D-46AA-A915-572FA8D03708}" dt="2026-08-21T08:37:14.828" v="8625" actId="478"/>
          <ac:spMkLst>
            <pc:docMk/>
            <pc:sldMk cId="632460082" sldId="2142533110"/>
            <ac:spMk id="13" creationId="{FFA712F7-54EF-5D09-42EF-BD8ADC82F361}"/>
          </ac:spMkLst>
        </pc:spChg>
        <pc:spChg chg="add mod">
          <ac:chgData name="Pranay Gurumukhi" userId="8a075444-1b31-490a-9344-81a2765c5dcf" providerId="ADAL" clId="{C84E57F3-619D-46AA-A915-572FA8D03708}" dt="2026-08-21T04:37:22.911" v="4014" actId="1076"/>
          <ac:spMkLst>
            <pc:docMk/>
            <pc:sldMk cId="632460082" sldId="2142533110"/>
            <ac:spMk id="14" creationId="{35EDFB64-FC5F-1663-794A-AAC8446AAACC}"/>
          </ac:spMkLst>
        </pc:spChg>
        <pc:spChg chg="add mod">
          <ac:chgData name="Pranay Gurumukhi" userId="8a075444-1b31-490a-9344-81a2765c5dcf" providerId="ADAL" clId="{C84E57F3-619D-46AA-A915-572FA8D03708}" dt="2026-08-21T04:34:58.523" v="4000" actId="1076"/>
          <ac:spMkLst>
            <pc:docMk/>
            <pc:sldMk cId="632460082" sldId="2142533110"/>
            <ac:spMk id="15" creationId="{D9BB4E7D-D7F9-C8C0-5108-DF824B3DE07A}"/>
          </ac:spMkLst>
        </pc:spChg>
        <pc:spChg chg="del">
          <ac:chgData name="Pranay Gurumukhi" userId="8a075444-1b31-490a-9344-81a2765c5dcf" providerId="ADAL" clId="{C84E57F3-619D-46AA-A915-572FA8D03708}" dt="2026-08-21T08:37:14.828" v="8625" actId="478"/>
          <ac:spMkLst>
            <pc:docMk/>
            <pc:sldMk cId="632460082" sldId="2142533110"/>
            <ac:spMk id="16" creationId="{15248E5C-D69D-646D-F9A5-3C00BF36B864}"/>
          </ac:spMkLst>
        </pc:spChg>
        <pc:spChg chg="add mod">
          <ac:chgData name="Pranay Gurumukhi" userId="8a075444-1b31-490a-9344-81a2765c5dcf" providerId="ADAL" clId="{C84E57F3-619D-46AA-A915-572FA8D03708}" dt="2026-08-21T04:35:05.690" v="4001" actId="1076"/>
          <ac:spMkLst>
            <pc:docMk/>
            <pc:sldMk cId="632460082" sldId="2142533110"/>
            <ac:spMk id="17" creationId="{98E15F37-AE1A-6B30-4F10-6E7545E8AD58}"/>
          </ac:spMkLst>
        </pc:spChg>
        <pc:spChg chg="add mod">
          <ac:chgData name="Pranay Gurumukhi" userId="8a075444-1b31-490a-9344-81a2765c5dcf" providerId="ADAL" clId="{C84E57F3-619D-46AA-A915-572FA8D03708}" dt="2026-08-21T04:35:14.472" v="4002" actId="1076"/>
          <ac:spMkLst>
            <pc:docMk/>
            <pc:sldMk cId="632460082" sldId="2142533110"/>
            <ac:spMk id="18" creationId="{E7C5BD16-AAB2-06F5-AD21-237FFBB68A9E}"/>
          </ac:spMkLst>
        </pc:spChg>
        <pc:spChg chg="add mod">
          <ac:chgData name="Pranay Gurumukhi" userId="8a075444-1b31-490a-9344-81a2765c5dcf" providerId="ADAL" clId="{C84E57F3-619D-46AA-A915-572FA8D03708}" dt="2026-08-21T04:35:26.657" v="4003" actId="1076"/>
          <ac:spMkLst>
            <pc:docMk/>
            <pc:sldMk cId="632460082" sldId="2142533110"/>
            <ac:spMk id="19" creationId="{74D1B144-1FDD-8606-78EF-96F453FF8E49}"/>
          </ac:spMkLst>
        </pc:spChg>
        <pc:spChg chg="del">
          <ac:chgData name="Pranay Gurumukhi" userId="8a075444-1b31-490a-9344-81a2765c5dcf" providerId="ADAL" clId="{C84E57F3-619D-46AA-A915-572FA8D03708}" dt="2026-08-21T08:37:14.828" v="8625" actId="478"/>
          <ac:spMkLst>
            <pc:docMk/>
            <pc:sldMk cId="632460082" sldId="2142533110"/>
            <ac:spMk id="20" creationId="{B8E464FD-AF18-2CCE-1D0A-467C53EDFC2B}"/>
          </ac:spMkLst>
        </pc:spChg>
        <pc:spChg chg="add mod">
          <ac:chgData name="Pranay Gurumukhi" userId="8a075444-1b31-490a-9344-81a2765c5dcf" providerId="ADAL" clId="{C84E57F3-619D-46AA-A915-572FA8D03708}" dt="2026-08-21T04:33:48.087" v="3993" actId="1076"/>
          <ac:spMkLst>
            <pc:docMk/>
            <pc:sldMk cId="632460082" sldId="2142533110"/>
            <ac:spMk id="21" creationId="{63A7DC6D-BAA0-4B52-1D42-412C934D71BE}"/>
          </ac:spMkLst>
        </pc:spChg>
        <pc:spChg chg="del">
          <ac:chgData name="Pranay Gurumukhi" userId="8a075444-1b31-490a-9344-81a2765c5dcf" providerId="ADAL" clId="{C84E57F3-619D-46AA-A915-572FA8D03708}" dt="2026-08-21T08:37:14.828" v="8625" actId="478"/>
          <ac:spMkLst>
            <pc:docMk/>
            <pc:sldMk cId="632460082" sldId="2142533110"/>
            <ac:spMk id="23" creationId="{45ED68F7-6C96-1483-DFF5-E13D104392B4}"/>
          </ac:spMkLst>
        </pc:spChg>
        <pc:spChg chg="mod">
          <ac:chgData name="Pranay Gurumukhi" userId="8a075444-1b31-490a-9344-81a2765c5dcf" providerId="ADAL" clId="{C84E57F3-619D-46AA-A915-572FA8D03708}" dt="2026-08-21T04:37:57.573" v="4018" actId="20577"/>
          <ac:spMkLst>
            <pc:docMk/>
            <pc:sldMk cId="632460082" sldId="2142533110"/>
            <ac:spMk id="24" creationId="{5D868DCE-96DE-86AA-744B-4ABE767A18EA}"/>
          </ac:spMkLst>
        </pc:spChg>
        <pc:spChg chg="add mod">
          <ac:chgData name="Pranay Gurumukhi" userId="8a075444-1b31-490a-9344-81a2765c5dcf" providerId="ADAL" clId="{C84E57F3-619D-46AA-A915-572FA8D03708}" dt="2026-08-21T04:34:12.475" v="3998" actId="1076"/>
          <ac:spMkLst>
            <pc:docMk/>
            <pc:sldMk cId="632460082" sldId="2142533110"/>
            <ac:spMk id="25" creationId="{FCA622AA-344C-1DC5-B1EE-E3D4270CE8C1}"/>
          </ac:spMkLst>
        </pc:spChg>
        <pc:spChg chg="del">
          <ac:chgData name="Pranay Gurumukhi" userId="8a075444-1b31-490a-9344-81a2765c5dcf" providerId="ADAL" clId="{C84E57F3-619D-46AA-A915-572FA8D03708}" dt="2026-08-21T08:37:14.828" v="8625" actId="478"/>
          <ac:spMkLst>
            <pc:docMk/>
            <pc:sldMk cId="632460082" sldId="2142533110"/>
            <ac:spMk id="26" creationId="{12D73B8C-3458-37A8-6C00-3A576DFA6C32}"/>
          </ac:spMkLst>
        </pc:spChg>
        <pc:spChg chg="add mod">
          <ac:chgData name="Pranay Gurumukhi" userId="8a075444-1b31-490a-9344-81a2765c5dcf" providerId="ADAL" clId="{C84E57F3-619D-46AA-A915-572FA8D03708}" dt="2026-08-21T04:36:05.921" v="4007" actId="20577"/>
          <ac:spMkLst>
            <pc:docMk/>
            <pc:sldMk cId="632460082" sldId="2142533110"/>
            <ac:spMk id="27" creationId="{857F971B-4051-07E8-0384-32BD99C3334C}"/>
          </ac:spMkLst>
        </pc:spChg>
        <pc:spChg chg="del">
          <ac:chgData name="Pranay Gurumukhi" userId="8a075444-1b31-490a-9344-81a2765c5dcf" providerId="ADAL" clId="{C84E57F3-619D-46AA-A915-572FA8D03708}" dt="2026-08-21T08:37:14.828" v="8625" actId="478"/>
          <ac:spMkLst>
            <pc:docMk/>
            <pc:sldMk cId="632460082" sldId="2142533110"/>
            <ac:spMk id="28" creationId="{353A25E5-4501-BA09-E8B9-4862A6946FF5}"/>
          </ac:spMkLst>
        </pc:spChg>
        <pc:spChg chg="del">
          <ac:chgData name="Pranay Gurumukhi" userId="8a075444-1b31-490a-9344-81a2765c5dcf" providerId="ADAL" clId="{C84E57F3-619D-46AA-A915-572FA8D03708}" dt="2026-08-21T04:23:09.564" v="3384" actId="478"/>
          <ac:spMkLst>
            <pc:docMk/>
            <pc:sldMk cId="632460082" sldId="2142533110"/>
            <ac:spMk id="29" creationId="{B123E30A-49E5-8E07-CFEE-0457A0B5E9FB}"/>
          </ac:spMkLst>
        </pc:spChg>
        <pc:spChg chg="del">
          <ac:chgData name="Pranay Gurumukhi" userId="8a075444-1b31-490a-9344-81a2765c5dcf" providerId="ADAL" clId="{C84E57F3-619D-46AA-A915-572FA8D03708}" dt="2026-08-21T08:37:14.828" v="8625" actId="478"/>
          <ac:spMkLst>
            <pc:docMk/>
            <pc:sldMk cId="632460082" sldId="2142533110"/>
            <ac:spMk id="30" creationId="{0E55CF51-E7E2-DA70-C24A-4B236F538966}"/>
          </ac:spMkLst>
        </pc:spChg>
        <pc:spChg chg="del">
          <ac:chgData name="Pranay Gurumukhi" userId="8a075444-1b31-490a-9344-81a2765c5dcf" providerId="ADAL" clId="{C84E57F3-619D-46AA-A915-572FA8D03708}" dt="2026-08-21T04:23:09.564" v="3384" actId="478"/>
          <ac:spMkLst>
            <pc:docMk/>
            <pc:sldMk cId="632460082" sldId="2142533110"/>
            <ac:spMk id="31" creationId="{E6C2AB1F-FE3D-F131-51E0-E20C2234FA9F}"/>
          </ac:spMkLst>
        </pc:spChg>
        <pc:spChg chg="del">
          <ac:chgData name="Pranay Gurumukhi" userId="8a075444-1b31-490a-9344-81a2765c5dcf" providerId="ADAL" clId="{C84E57F3-619D-46AA-A915-572FA8D03708}" dt="2026-08-21T08:37:14.828" v="8625" actId="478"/>
          <ac:spMkLst>
            <pc:docMk/>
            <pc:sldMk cId="632460082" sldId="2142533110"/>
            <ac:spMk id="32" creationId="{2200C85E-EC2B-7206-C5B5-61807C32A753}"/>
          </ac:spMkLst>
        </pc:spChg>
        <pc:spChg chg="add mod ord">
          <ac:chgData name="Pranay Gurumukhi" userId="8a075444-1b31-490a-9344-81a2765c5dcf" providerId="ADAL" clId="{C84E57F3-619D-46AA-A915-572FA8D03708}" dt="2026-08-21T08:35:52.515" v="8615" actId="166"/>
          <ac:spMkLst>
            <pc:docMk/>
            <pc:sldMk cId="632460082" sldId="2142533110"/>
            <ac:spMk id="33" creationId="{B12280D8-3948-E686-3E50-464DFA030DC5}"/>
          </ac:spMkLst>
        </pc:spChg>
        <pc:spChg chg="add mod ord">
          <ac:chgData name="Pranay Gurumukhi" userId="8a075444-1b31-490a-9344-81a2765c5dcf" providerId="ADAL" clId="{C84E57F3-619D-46AA-A915-572FA8D03708}" dt="2026-08-21T08:36:54.961" v="8622" actId="166"/>
          <ac:spMkLst>
            <pc:docMk/>
            <pc:sldMk cId="632460082" sldId="2142533110"/>
            <ac:spMk id="34" creationId="{6A61AE7F-6360-0A0E-E231-BE89C78641C6}"/>
          </ac:spMkLst>
        </pc:spChg>
        <pc:spChg chg="add mod ord">
          <ac:chgData name="Pranay Gurumukhi" userId="8a075444-1b31-490a-9344-81a2765c5dcf" providerId="ADAL" clId="{C84E57F3-619D-46AA-A915-572FA8D03708}" dt="2026-08-21T08:36:04.478" v="8618" actId="166"/>
          <ac:spMkLst>
            <pc:docMk/>
            <pc:sldMk cId="632460082" sldId="2142533110"/>
            <ac:spMk id="35" creationId="{3A4A38E8-60ED-14C5-287D-348BEC40D483}"/>
          </ac:spMkLst>
        </pc:spChg>
        <pc:spChg chg="add mod">
          <ac:chgData name="Pranay Gurumukhi" userId="8a075444-1b31-490a-9344-81a2765c5dcf" providerId="ADAL" clId="{C84E57F3-619D-46AA-A915-572FA8D03708}" dt="2026-08-21T08:35:50.475" v="8614" actId="14100"/>
          <ac:spMkLst>
            <pc:docMk/>
            <pc:sldMk cId="632460082" sldId="2142533110"/>
            <ac:spMk id="37" creationId="{B05CD47E-5E7A-9416-8878-E821B4ECCEA5}"/>
          </ac:spMkLst>
        </pc:spChg>
        <pc:spChg chg="add mod">
          <ac:chgData name="Pranay Gurumukhi" userId="8a075444-1b31-490a-9344-81a2765c5dcf" providerId="ADAL" clId="{C84E57F3-619D-46AA-A915-572FA8D03708}" dt="2026-08-21T08:36:01.173" v="8617" actId="1076"/>
          <ac:spMkLst>
            <pc:docMk/>
            <pc:sldMk cId="632460082" sldId="2142533110"/>
            <ac:spMk id="38" creationId="{E4751DF3-BE0C-9C01-AC07-1A767F0598D1}"/>
          </ac:spMkLst>
        </pc:spChg>
        <pc:spChg chg="add mod">
          <ac:chgData name="Pranay Gurumukhi" userId="8a075444-1b31-490a-9344-81a2765c5dcf" providerId="ADAL" clId="{C84E57F3-619D-46AA-A915-572FA8D03708}" dt="2026-08-21T08:36:52.032" v="8621" actId="14100"/>
          <ac:spMkLst>
            <pc:docMk/>
            <pc:sldMk cId="632460082" sldId="2142533110"/>
            <ac:spMk id="39" creationId="{088BDC5B-233F-38D0-4D1B-9DD644F5CE7B}"/>
          </ac:spMkLst>
        </pc:spChg>
        <pc:spChg chg="del">
          <ac:chgData name="Pranay Gurumukhi" userId="8a075444-1b31-490a-9344-81a2765c5dcf" providerId="ADAL" clId="{C84E57F3-619D-46AA-A915-572FA8D03708}" dt="2026-08-21T04:23:09.564" v="3384" actId="478"/>
          <ac:spMkLst>
            <pc:docMk/>
            <pc:sldMk cId="632460082" sldId="2142533110"/>
            <ac:spMk id="40" creationId="{EBF4C942-DFF1-D571-A933-79D1514C5AF3}"/>
          </ac:spMkLst>
        </pc:spChg>
        <pc:spChg chg="del">
          <ac:chgData name="Pranay Gurumukhi" userId="8a075444-1b31-490a-9344-81a2765c5dcf" providerId="ADAL" clId="{C84E57F3-619D-46AA-A915-572FA8D03708}" dt="2026-08-21T04:23:09.564" v="3384" actId="478"/>
          <ac:spMkLst>
            <pc:docMk/>
            <pc:sldMk cId="632460082" sldId="2142533110"/>
            <ac:spMk id="41" creationId="{0A691F5E-9D2D-B807-6BF9-26B063A83A07}"/>
          </ac:spMkLst>
        </pc:spChg>
        <pc:spChg chg="del">
          <ac:chgData name="Pranay Gurumukhi" userId="8a075444-1b31-490a-9344-81a2765c5dcf" providerId="ADAL" clId="{C84E57F3-619D-46AA-A915-572FA8D03708}" dt="2026-08-21T04:23:09.564" v="3384" actId="478"/>
          <ac:spMkLst>
            <pc:docMk/>
            <pc:sldMk cId="632460082" sldId="2142533110"/>
            <ac:spMk id="42" creationId="{26476FAF-2E37-E44E-9889-B8601AFF0065}"/>
          </ac:spMkLst>
        </pc:spChg>
        <pc:spChg chg="del">
          <ac:chgData name="Pranay Gurumukhi" userId="8a075444-1b31-490a-9344-81a2765c5dcf" providerId="ADAL" clId="{C84E57F3-619D-46AA-A915-572FA8D03708}" dt="2026-08-21T04:23:09.564" v="3384" actId="478"/>
          <ac:spMkLst>
            <pc:docMk/>
            <pc:sldMk cId="632460082" sldId="2142533110"/>
            <ac:spMk id="43" creationId="{DDE7E9A4-E64D-CC41-BE27-EC04B135697A}"/>
          </ac:spMkLst>
        </pc:spChg>
        <pc:spChg chg="del">
          <ac:chgData name="Pranay Gurumukhi" userId="8a075444-1b31-490a-9344-81a2765c5dcf" providerId="ADAL" clId="{C84E57F3-619D-46AA-A915-572FA8D03708}" dt="2026-08-21T04:23:09.564" v="3384" actId="478"/>
          <ac:spMkLst>
            <pc:docMk/>
            <pc:sldMk cId="632460082" sldId="2142533110"/>
            <ac:spMk id="44" creationId="{C5CE53C0-0957-BACB-76E9-E788D20B7BFE}"/>
          </ac:spMkLst>
        </pc:spChg>
        <pc:spChg chg="del">
          <ac:chgData name="Pranay Gurumukhi" userId="8a075444-1b31-490a-9344-81a2765c5dcf" providerId="ADAL" clId="{C84E57F3-619D-46AA-A915-572FA8D03708}" dt="2026-08-21T04:23:09.564" v="3384" actId="478"/>
          <ac:spMkLst>
            <pc:docMk/>
            <pc:sldMk cId="632460082" sldId="2142533110"/>
            <ac:spMk id="45" creationId="{F3572AFE-085F-9A6D-7FCE-DE847C2ED9BC}"/>
          </ac:spMkLst>
        </pc:spChg>
        <pc:spChg chg="del">
          <ac:chgData name="Pranay Gurumukhi" userId="8a075444-1b31-490a-9344-81a2765c5dcf" providerId="ADAL" clId="{C84E57F3-619D-46AA-A915-572FA8D03708}" dt="2026-08-21T04:23:09.564" v="3384" actId="478"/>
          <ac:spMkLst>
            <pc:docMk/>
            <pc:sldMk cId="632460082" sldId="2142533110"/>
            <ac:spMk id="46" creationId="{E4CD3A7A-0214-03B0-44E5-C273007C42D7}"/>
          </ac:spMkLst>
        </pc:spChg>
        <pc:spChg chg="del">
          <ac:chgData name="Pranay Gurumukhi" userId="8a075444-1b31-490a-9344-81a2765c5dcf" providerId="ADAL" clId="{C84E57F3-619D-46AA-A915-572FA8D03708}" dt="2026-08-21T04:23:09.564" v="3384" actId="478"/>
          <ac:spMkLst>
            <pc:docMk/>
            <pc:sldMk cId="632460082" sldId="2142533110"/>
            <ac:spMk id="47" creationId="{1D678014-25F2-6177-9F62-B5F750C6C88F}"/>
          </ac:spMkLst>
        </pc:spChg>
        <pc:picChg chg="add mod">
          <ac:chgData name="Pranay Gurumukhi" userId="8a075444-1b31-490a-9344-81a2765c5dcf" providerId="ADAL" clId="{C84E57F3-619D-46AA-A915-572FA8D03708}" dt="2026-08-21T04:32:24.973" v="3988" actId="1076"/>
          <ac:picMkLst>
            <pc:docMk/>
            <pc:sldMk cId="632460082" sldId="2142533110"/>
            <ac:picMk id="3" creationId="{C5210580-5FDE-BA20-6166-34B37A0E2B34}"/>
          </ac:picMkLst>
        </pc:picChg>
        <pc:picChg chg="del">
          <ac:chgData name="Pranay Gurumukhi" userId="8a075444-1b31-490a-9344-81a2765c5dcf" providerId="ADAL" clId="{C84E57F3-619D-46AA-A915-572FA8D03708}" dt="2026-08-21T04:23:11.068" v="3385" actId="478"/>
          <ac:picMkLst>
            <pc:docMk/>
            <pc:sldMk cId="632460082" sldId="2142533110"/>
            <ac:picMk id="6" creationId="{617CD0DE-F9CD-73BA-313B-53A8D110806A}"/>
          </ac:picMkLst>
        </pc:picChg>
        <pc:picChg chg="add del mod">
          <ac:chgData name="Pranay Gurumukhi" userId="8a075444-1b31-490a-9344-81a2765c5dcf" providerId="ADAL" clId="{C84E57F3-619D-46AA-A915-572FA8D03708}" dt="2026-08-21T04:37:24.496" v="4015" actId="478"/>
          <ac:picMkLst>
            <pc:docMk/>
            <pc:sldMk cId="632460082" sldId="2142533110"/>
            <ac:picMk id="7" creationId="{B2ACC5A6-B132-F4AF-0C5B-26CF53DF751C}"/>
          </ac:picMkLst>
        </pc:picChg>
      </pc:sldChg>
      <pc:sldChg chg="modSp add mod ord">
        <pc:chgData name="Pranay Gurumukhi" userId="8a075444-1b31-490a-9344-81a2765c5dcf" providerId="ADAL" clId="{C84E57F3-619D-46AA-A915-572FA8D03708}" dt="2026-08-21T04:40:02.802" v="4027" actId="255"/>
        <pc:sldMkLst>
          <pc:docMk/>
          <pc:sldMk cId="2347029040" sldId="2142533111"/>
        </pc:sldMkLst>
        <pc:spChg chg="mod">
          <ac:chgData name="Pranay Gurumukhi" userId="8a075444-1b31-490a-9344-81a2765c5dcf" providerId="ADAL" clId="{C84E57F3-619D-46AA-A915-572FA8D03708}" dt="2026-08-21T04:40:02.802" v="4027" actId="255"/>
          <ac:spMkLst>
            <pc:docMk/>
            <pc:sldMk cId="2347029040" sldId="2142533111"/>
            <ac:spMk id="5" creationId="{C65262BC-4332-4827-3E44-808D5AD99209}"/>
          </ac:spMkLst>
        </pc:spChg>
      </pc:sldChg>
      <pc:sldChg chg="addSp delSp modSp add mod">
        <pc:chgData name="Pranay Gurumukhi" userId="8a075444-1b31-490a-9344-81a2765c5dcf" providerId="ADAL" clId="{C84E57F3-619D-46AA-A915-572FA8D03708}" dt="2026-08-21T08:37:09.077" v="8624" actId="478"/>
        <pc:sldMkLst>
          <pc:docMk/>
          <pc:sldMk cId="3513562076" sldId="2142533112"/>
        </pc:sldMkLst>
        <pc:spChg chg="add del mod">
          <ac:chgData name="Pranay Gurumukhi" userId="8a075444-1b31-490a-9344-81a2765c5dcf" providerId="ADAL" clId="{C84E57F3-619D-46AA-A915-572FA8D03708}" dt="2026-08-21T04:51:30.453" v="4299" actId="478"/>
          <ac:spMkLst>
            <pc:docMk/>
            <pc:sldMk cId="3513562076" sldId="2142533112"/>
            <ac:spMk id="8" creationId="{97494CC4-BE4B-E34D-4F78-B24F657A0238}"/>
          </ac:spMkLst>
        </pc:spChg>
        <pc:spChg chg="del">
          <ac:chgData name="Pranay Gurumukhi" userId="8a075444-1b31-490a-9344-81a2765c5dcf" providerId="ADAL" clId="{C84E57F3-619D-46AA-A915-572FA8D03708}" dt="2026-08-21T04:41:52.680" v="4037" actId="478"/>
          <ac:spMkLst>
            <pc:docMk/>
            <pc:sldMk cId="3513562076" sldId="2142533112"/>
            <ac:spMk id="11" creationId="{32F44BA9-6762-57D1-8E29-D4B710E93D04}"/>
          </ac:spMkLst>
        </pc:spChg>
        <pc:spChg chg="del">
          <ac:chgData name="Pranay Gurumukhi" userId="8a075444-1b31-490a-9344-81a2765c5dcf" providerId="ADAL" clId="{C84E57F3-619D-46AA-A915-572FA8D03708}" dt="2026-08-21T08:37:08.054" v="8623" actId="478"/>
          <ac:spMkLst>
            <pc:docMk/>
            <pc:sldMk cId="3513562076" sldId="2142533112"/>
            <ac:spMk id="13" creationId="{FBCE051F-1EB4-5ED5-473D-2047E5C670C0}"/>
          </ac:spMkLst>
        </pc:spChg>
        <pc:spChg chg="del">
          <ac:chgData name="Pranay Gurumukhi" userId="8a075444-1b31-490a-9344-81a2765c5dcf" providerId="ADAL" clId="{C84E57F3-619D-46AA-A915-572FA8D03708}" dt="2026-08-21T04:41:52.680" v="4037" actId="478"/>
          <ac:spMkLst>
            <pc:docMk/>
            <pc:sldMk cId="3513562076" sldId="2142533112"/>
            <ac:spMk id="14" creationId="{0F31AD69-CB9D-B269-F88C-326C345F26EB}"/>
          </ac:spMkLst>
        </pc:spChg>
        <pc:spChg chg="del">
          <ac:chgData name="Pranay Gurumukhi" userId="8a075444-1b31-490a-9344-81a2765c5dcf" providerId="ADAL" clId="{C84E57F3-619D-46AA-A915-572FA8D03708}" dt="2026-08-21T04:41:52.680" v="4037" actId="478"/>
          <ac:spMkLst>
            <pc:docMk/>
            <pc:sldMk cId="3513562076" sldId="2142533112"/>
            <ac:spMk id="15" creationId="{20740104-D24F-2B5A-9703-C563C61DAED3}"/>
          </ac:spMkLst>
        </pc:spChg>
        <pc:spChg chg="del">
          <ac:chgData name="Pranay Gurumukhi" userId="8a075444-1b31-490a-9344-81a2765c5dcf" providerId="ADAL" clId="{C84E57F3-619D-46AA-A915-572FA8D03708}" dt="2026-08-21T08:37:08.054" v="8623" actId="478"/>
          <ac:spMkLst>
            <pc:docMk/>
            <pc:sldMk cId="3513562076" sldId="2142533112"/>
            <ac:spMk id="16" creationId="{E2EF50B6-B218-7753-0E1E-2C09E976311E}"/>
          </ac:spMkLst>
        </pc:spChg>
        <pc:spChg chg="del">
          <ac:chgData name="Pranay Gurumukhi" userId="8a075444-1b31-490a-9344-81a2765c5dcf" providerId="ADAL" clId="{C84E57F3-619D-46AA-A915-572FA8D03708}" dt="2026-08-21T04:41:52.680" v="4037" actId="478"/>
          <ac:spMkLst>
            <pc:docMk/>
            <pc:sldMk cId="3513562076" sldId="2142533112"/>
            <ac:spMk id="17" creationId="{BE418357-7E82-CAC6-EA04-91DC5108F984}"/>
          </ac:spMkLst>
        </pc:spChg>
        <pc:spChg chg="del">
          <ac:chgData name="Pranay Gurumukhi" userId="8a075444-1b31-490a-9344-81a2765c5dcf" providerId="ADAL" clId="{C84E57F3-619D-46AA-A915-572FA8D03708}" dt="2026-08-21T04:41:52.680" v="4037" actId="478"/>
          <ac:spMkLst>
            <pc:docMk/>
            <pc:sldMk cId="3513562076" sldId="2142533112"/>
            <ac:spMk id="18" creationId="{E5DF676B-086F-BBF2-B03C-CC31DE0D191B}"/>
          </ac:spMkLst>
        </pc:spChg>
        <pc:spChg chg="del">
          <ac:chgData name="Pranay Gurumukhi" userId="8a075444-1b31-490a-9344-81a2765c5dcf" providerId="ADAL" clId="{C84E57F3-619D-46AA-A915-572FA8D03708}" dt="2026-08-21T04:41:52.680" v="4037" actId="478"/>
          <ac:spMkLst>
            <pc:docMk/>
            <pc:sldMk cId="3513562076" sldId="2142533112"/>
            <ac:spMk id="19" creationId="{749D049F-0DB8-7C26-CAF4-EAEA5BEA1D68}"/>
          </ac:spMkLst>
        </pc:spChg>
        <pc:spChg chg="del">
          <ac:chgData name="Pranay Gurumukhi" userId="8a075444-1b31-490a-9344-81a2765c5dcf" providerId="ADAL" clId="{C84E57F3-619D-46AA-A915-572FA8D03708}" dt="2026-08-21T08:37:08.054" v="8623" actId="478"/>
          <ac:spMkLst>
            <pc:docMk/>
            <pc:sldMk cId="3513562076" sldId="2142533112"/>
            <ac:spMk id="20" creationId="{F5028B6A-D57B-7DF8-A5DC-5E240F959B91}"/>
          </ac:spMkLst>
        </pc:spChg>
        <pc:spChg chg="del">
          <ac:chgData name="Pranay Gurumukhi" userId="8a075444-1b31-490a-9344-81a2765c5dcf" providerId="ADAL" clId="{C84E57F3-619D-46AA-A915-572FA8D03708}" dt="2026-08-21T04:41:52.680" v="4037" actId="478"/>
          <ac:spMkLst>
            <pc:docMk/>
            <pc:sldMk cId="3513562076" sldId="2142533112"/>
            <ac:spMk id="21" creationId="{FE809C9F-7D80-62CE-9797-2D5F861C3532}"/>
          </ac:spMkLst>
        </pc:spChg>
        <pc:spChg chg="add mod">
          <ac:chgData name="Pranay Gurumukhi" userId="8a075444-1b31-490a-9344-81a2765c5dcf" providerId="ADAL" clId="{C84E57F3-619D-46AA-A915-572FA8D03708}" dt="2026-08-21T04:54:16.574" v="4325" actId="1076"/>
          <ac:spMkLst>
            <pc:docMk/>
            <pc:sldMk cId="3513562076" sldId="2142533112"/>
            <ac:spMk id="22" creationId="{90614D97-F211-8A7E-D9DC-F3BACC215565}"/>
          </ac:spMkLst>
        </pc:spChg>
        <pc:spChg chg="del">
          <ac:chgData name="Pranay Gurumukhi" userId="8a075444-1b31-490a-9344-81a2765c5dcf" providerId="ADAL" clId="{C84E57F3-619D-46AA-A915-572FA8D03708}" dt="2026-08-21T08:37:08.054" v="8623" actId="478"/>
          <ac:spMkLst>
            <pc:docMk/>
            <pc:sldMk cId="3513562076" sldId="2142533112"/>
            <ac:spMk id="23" creationId="{8B328105-4571-C9CD-7441-9A9A469BF285}"/>
          </ac:spMkLst>
        </pc:spChg>
        <pc:spChg chg="mod">
          <ac:chgData name="Pranay Gurumukhi" userId="8a075444-1b31-490a-9344-81a2765c5dcf" providerId="ADAL" clId="{C84E57F3-619D-46AA-A915-572FA8D03708}" dt="2026-08-21T04:42:08.014" v="4060" actId="20577"/>
          <ac:spMkLst>
            <pc:docMk/>
            <pc:sldMk cId="3513562076" sldId="2142533112"/>
            <ac:spMk id="24" creationId="{E523F8CF-E28D-5955-F7BB-2440EC9807B6}"/>
          </ac:spMkLst>
        </pc:spChg>
        <pc:spChg chg="del">
          <ac:chgData name="Pranay Gurumukhi" userId="8a075444-1b31-490a-9344-81a2765c5dcf" providerId="ADAL" clId="{C84E57F3-619D-46AA-A915-572FA8D03708}" dt="2026-08-21T04:41:52.680" v="4037" actId="478"/>
          <ac:spMkLst>
            <pc:docMk/>
            <pc:sldMk cId="3513562076" sldId="2142533112"/>
            <ac:spMk id="25" creationId="{BC70A219-6756-5EE3-1199-36255EA3EAFF}"/>
          </ac:spMkLst>
        </pc:spChg>
        <pc:spChg chg="del">
          <ac:chgData name="Pranay Gurumukhi" userId="8a075444-1b31-490a-9344-81a2765c5dcf" providerId="ADAL" clId="{C84E57F3-619D-46AA-A915-572FA8D03708}" dt="2026-08-21T08:37:08.054" v="8623" actId="478"/>
          <ac:spMkLst>
            <pc:docMk/>
            <pc:sldMk cId="3513562076" sldId="2142533112"/>
            <ac:spMk id="26" creationId="{F86DDA51-510E-34F4-54BC-79F4EE09B57A}"/>
          </ac:spMkLst>
        </pc:spChg>
        <pc:spChg chg="del">
          <ac:chgData name="Pranay Gurumukhi" userId="8a075444-1b31-490a-9344-81a2765c5dcf" providerId="ADAL" clId="{C84E57F3-619D-46AA-A915-572FA8D03708}" dt="2026-08-21T04:41:52.680" v="4037" actId="478"/>
          <ac:spMkLst>
            <pc:docMk/>
            <pc:sldMk cId="3513562076" sldId="2142533112"/>
            <ac:spMk id="27" creationId="{85F2CBCF-F31E-B2D4-0AEB-F9A70CA82845}"/>
          </ac:spMkLst>
        </pc:spChg>
        <pc:spChg chg="del">
          <ac:chgData name="Pranay Gurumukhi" userId="8a075444-1b31-490a-9344-81a2765c5dcf" providerId="ADAL" clId="{C84E57F3-619D-46AA-A915-572FA8D03708}" dt="2026-08-21T08:37:08.054" v="8623" actId="478"/>
          <ac:spMkLst>
            <pc:docMk/>
            <pc:sldMk cId="3513562076" sldId="2142533112"/>
            <ac:spMk id="28" creationId="{2F0C8505-72C2-3103-3F08-B336D789554B}"/>
          </ac:spMkLst>
        </pc:spChg>
        <pc:spChg chg="add mod">
          <ac:chgData name="Pranay Gurumukhi" userId="8a075444-1b31-490a-9344-81a2765c5dcf" providerId="ADAL" clId="{C84E57F3-619D-46AA-A915-572FA8D03708}" dt="2026-08-21T04:52:22.423" v="4311" actId="1076"/>
          <ac:spMkLst>
            <pc:docMk/>
            <pc:sldMk cId="3513562076" sldId="2142533112"/>
            <ac:spMk id="29" creationId="{01294F1F-DC99-2F1A-932B-F84047B5F25F}"/>
          </ac:spMkLst>
        </pc:spChg>
        <pc:spChg chg="del">
          <ac:chgData name="Pranay Gurumukhi" userId="8a075444-1b31-490a-9344-81a2765c5dcf" providerId="ADAL" clId="{C84E57F3-619D-46AA-A915-572FA8D03708}" dt="2026-08-21T08:37:08.054" v="8623" actId="478"/>
          <ac:spMkLst>
            <pc:docMk/>
            <pc:sldMk cId="3513562076" sldId="2142533112"/>
            <ac:spMk id="30" creationId="{49A5F3FA-9C36-ECB1-3AE0-B2F86A51D0D5}"/>
          </ac:spMkLst>
        </pc:spChg>
        <pc:spChg chg="add mod ord">
          <ac:chgData name="Pranay Gurumukhi" userId="8a075444-1b31-490a-9344-81a2765c5dcf" providerId="ADAL" clId="{C84E57F3-619D-46AA-A915-572FA8D03708}" dt="2026-08-21T04:52:52.341" v="4318" actId="1076"/>
          <ac:spMkLst>
            <pc:docMk/>
            <pc:sldMk cId="3513562076" sldId="2142533112"/>
            <ac:spMk id="31" creationId="{22E56741-A150-B6A6-B97B-133F640D8B98}"/>
          </ac:spMkLst>
        </pc:spChg>
        <pc:spChg chg="del">
          <ac:chgData name="Pranay Gurumukhi" userId="8a075444-1b31-490a-9344-81a2765c5dcf" providerId="ADAL" clId="{C84E57F3-619D-46AA-A915-572FA8D03708}" dt="2026-08-21T08:37:09.077" v="8624" actId="478"/>
          <ac:spMkLst>
            <pc:docMk/>
            <pc:sldMk cId="3513562076" sldId="2142533112"/>
            <ac:spMk id="32" creationId="{F9287740-1F48-57F7-0587-7C2349ADD3F0}"/>
          </ac:spMkLst>
        </pc:spChg>
        <pc:spChg chg="del">
          <ac:chgData name="Pranay Gurumukhi" userId="8a075444-1b31-490a-9344-81a2765c5dcf" providerId="ADAL" clId="{C84E57F3-619D-46AA-A915-572FA8D03708}" dt="2026-08-21T04:41:52.680" v="4037" actId="478"/>
          <ac:spMkLst>
            <pc:docMk/>
            <pc:sldMk cId="3513562076" sldId="2142533112"/>
            <ac:spMk id="33" creationId="{44A7C7B9-D11D-A4E5-8001-319B6DF8C675}"/>
          </ac:spMkLst>
        </pc:spChg>
        <pc:spChg chg="add mod">
          <ac:chgData name="Pranay Gurumukhi" userId="8a075444-1b31-490a-9344-81a2765c5dcf" providerId="ADAL" clId="{C84E57F3-619D-46AA-A915-572FA8D03708}" dt="2026-08-21T04:53:19.173" v="4321" actId="1076"/>
          <ac:spMkLst>
            <pc:docMk/>
            <pc:sldMk cId="3513562076" sldId="2142533112"/>
            <ac:spMk id="34" creationId="{CE670F14-066A-C7AD-2F0E-10C9C43F265F}"/>
          </ac:spMkLst>
        </pc:spChg>
        <pc:spChg chg="add mod">
          <ac:chgData name="Pranay Gurumukhi" userId="8a075444-1b31-490a-9344-81a2765c5dcf" providerId="ADAL" clId="{C84E57F3-619D-46AA-A915-572FA8D03708}" dt="2026-08-21T04:53:23.430" v="4322" actId="1076"/>
          <ac:spMkLst>
            <pc:docMk/>
            <pc:sldMk cId="3513562076" sldId="2142533112"/>
            <ac:spMk id="35" creationId="{144DCE60-7A75-E51D-B07D-1CA38D3A25B6}"/>
          </ac:spMkLst>
        </pc:spChg>
        <pc:spChg chg="add mod">
          <ac:chgData name="Pranay Gurumukhi" userId="8a075444-1b31-490a-9344-81a2765c5dcf" providerId="ADAL" clId="{C84E57F3-619D-46AA-A915-572FA8D03708}" dt="2026-08-21T04:54:12.934" v="4324" actId="1076"/>
          <ac:spMkLst>
            <pc:docMk/>
            <pc:sldMk cId="3513562076" sldId="2142533112"/>
            <ac:spMk id="36" creationId="{1FE18C20-3BC9-0EC7-61F4-4CADBEFF6D9C}"/>
          </ac:spMkLst>
        </pc:spChg>
        <pc:spChg chg="add del mod">
          <ac:chgData name="Pranay Gurumukhi" userId="8a075444-1b31-490a-9344-81a2765c5dcf" providerId="ADAL" clId="{C84E57F3-619D-46AA-A915-572FA8D03708}" dt="2026-08-21T04:54:23.637" v="4326" actId="478"/>
          <ac:spMkLst>
            <pc:docMk/>
            <pc:sldMk cId="3513562076" sldId="2142533112"/>
            <ac:spMk id="37" creationId="{B5A11335-31B4-9734-F167-FD12A5C82B12}"/>
          </ac:spMkLst>
        </pc:spChg>
        <pc:spChg chg="add mod">
          <ac:chgData name="Pranay Gurumukhi" userId="8a075444-1b31-490a-9344-81a2765c5dcf" providerId="ADAL" clId="{C84E57F3-619D-46AA-A915-572FA8D03708}" dt="2026-08-21T04:52:13.808" v="4309" actId="1076"/>
          <ac:spMkLst>
            <pc:docMk/>
            <pc:sldMk cId="3513562076" sldId="2142533112"/>
            <ac:spMk id="38" creationId="{CFBBF1F8-60BB-BB5C-669E-C3CA3DF37709}"/>
          </ac:spMkLst>
        </pc:spChg>
        <pc:spChg chg="add mod">
          <ac:chgData name="Pranay Gurumukhi" userId="8a075444-1b31-490a-9344-81a2765c5dcf" providerId="ADAL" clId="{C84E57F3-619D-46AA-A915-572FA8D03708}" dt="2026-08-21T04:52:45.045" v="4316" actId="14100"/>
          <ac:spMkLst>
            <pc:docMk/>
            <pc:sldMk cId="3513562076" sldId="2142533112"/>
            <ac:spMk id="40" creationId="{9599173D-1578-2B64-8652-ECDD3ABE1122}"/>
          </ac:spMkLst>
        </pc:spChg>
        <pc:picChg chg="del">
          <ac:chgData name="Pranay Gurumukhi" userId="8a075444-1b31-490a-9344-81a2765c5dcf" providerId="ADAL" clId="{C84E57F3-619D-46AA-A915-572FA8D03708}" dt="2026-08-21T04:41:47.247" v="4036" actId="478"/>
          <ac:picMkLst>
            <pc:docMk/>
            <pc:sldMk cId="3513562076" sldId="2142533112"/>
            <ac:picMk id="3" creationId="{B3746576-8B82-898C-56A6-29D3298861D2}"/>
          </ac:picMkLst>
        </pc:picChg>
        <pc:picChg chg="add del mod">
          <ac:chgData name="Pranay Gurumukhi" userId="8a075444-1b31-490a-9344-81a2765c5dcf" providerId="ADAL" clId="{C84E57F3-619D-46AA-A915-572FA8D03708}" dt="2026-08-21T04:49:34.751" v="4199" actId="478"/>
          <ac:picMkLst>
            <pc:docMk/>
            <pc:sldMk cId="3513562076" sldId="2142533112"/>
            <ac:picMk id="4" creationId="{0D280AA6-B3E1-3F21-D6B7-B8134FE74312}"/>
          </ac:picMkLst>
        </pc:picChg>
        <pc:picChg chg="add del mod ord">
          <ac:chgData name="Pranay Gurumukhi" userId="8a075444-1b31-490a-9344-81a2765c5dcf" providerId="ADAL" clId="{C84E57F3-619D-46AA-A915-572FA8D03708}" dt="2026-08-21T04:53:14.057" v="4320" actId="478"/>
          <ac:picMkLst>
            <pc:docMk/>
            <pc:sldMk cId="3513562076" sldId="2142533112"/>
            <ac:picMk id="6" creationId="{A82E7816-2AFB-F378-161C-642A0DEC9FA7}"/>
          </ac:picMkLst>
        </pc:picChg>
        <pc:picChg chg="add mod">
          <ac:chgData name="Pranay Gurumukhi" userId="8a075444-1b31-490a-9344-81a2765c5dcf" providerId="ADAL" clId="{C84E57F3-619D-46AA-A915-572FA8D03708}" dt="2026-08-21T04:51:42.112" v="4304" actId="14100"/>
          <ac:picMkLst>
            <pc:docMk/>
            <pc:sldMk cId="3513562076" sldId="2142533112"/>
            <ac:picMk id="10" creationId="{97F24E37-9461-48E7-38AB-BA738A922AA3}"/>
          </ac:picMkLst>
        </pc:picChg>
      </pc:sldChg>
      <pc:sldChg chg="modSp add mod replId">
        <pc:chgData name="Pranay Gurumukhi" userId="8a075444-1b31-490a-9344-81a2765c5dcf" providerId="ADAL" clId="{C84E57F3-619D-46AA-A915-572FA8D03708}" dt="2026-08-21T04:51:14.647" v="4298" actId="113"/>
        <pc:sldMkLst>
          <pc:docMk/>
          <pc:sldMk cId="1139674557" sldId="2142533113"/>
        </pc:sldMkLst>
        <pc:spChg chg="mod">
          <ac:chgData name="Pranay Gurumukhi" userId="8a075444-1b31-490a-9344-81a2765c5dcf" providerId="ADAL" clId="{C84E57F3-619D-46AA-A915-572FA8D03708}" dt="2026-08-21T04:51:14.647" v="4298" actId="113"/>
          <ac:spMkLst>
            <pc:docMk/>
            <pc:sldMk cId="1139674557" sldId="2142533113"/>
            <ac:spMk id="5" creationId="{98F00655-DF87-FD80-C0C8-FADC021DD811}"/>
          </ac:spMkLst>
        </pc:spChg>
      </pc:sldChg>
      <pc:sldChg chg="addSp delSp modSp add mod">
        <pc:chgData name="Pranay Gurumukhi" userId="8a075444-1b31-490a-9344-81a2765c5dcf" providerId="ADAL" clId="{C84E57F3-619D-46AA-A915-572FA8D03708}" dt="2026-08-21T08:40:05.984" v="8639" actId="166"/>
        <pc:sldMkLst>
          <pc:docMk/>
          <pc:sldMk cId="575688517" sldId="2142533114"/>
        </pc:sldMkLst>
        <pc:spChg chg="add del mod">
          <ac:chgData name="Pranay Gurumukhi" userId="8a075444-1b31-490a-9344-81a2765c5dcf" providerId="ADAL" clId="{C84E57F3-619D-46AA-A915-572FA8D03708}" dt="2026-08-21T04:59:21.514" v="4795" actId="478"/>
          <ac:spMkLst>
            <pc:docMk/>
            <pc:sldMk cId="575688517" sldId="2142533114"/>
            <ac:spMk id="7" creationId="{CC77A2DE-A4C6-97F4-8CE4-C5A545F21F28}"/>
          </ac:spMkLst>
        </pc:spChg>
        <pc:spChg chg="add mod">
          <ac:chgData name="Pranay Gurumukhi" userId="8a075444-1b31-490a-9344-81a2765c5dcf" providerId="ADAL" clId="{C84E57F3-619D-46AA-A915-572FA8D03708}" dt="2026-08-21T05:00:09.863" v="4816" actId="1076"/>
          <ac:spMkLst>
            <pc:docMk/>
            <pc:sldMk cId="575688517" sldId="2142533114"/>
            <ac:spMk id="8" creationId="{D44B7A74-8B94-4A3F-3623-ABD8CCA511D3}"/>
          </ac:spMkLst>
        </pc:spChg>
        <pc:spChg chg="add mod ord">
          <ac:chgData name="Pranay Gurumukhi" userId="8a075444-1b31-490a-9344-81a2765c5dcf" providerId="ADAL" clId="{C84E57F3-619D-46AA-A915-572FA8D03708}" dt="2026-08-21T08:40:05.984" v="8639" actId="166"/>
          <ac:spMkLst>
            <pc:docMk/>
            <pc:sldMk cId="575688517" sldId="2142533114"/>
            <ac:spMk id="9" creationId="{93261B7E-1D56-C331-C9DE-7AC43FB0A7F7}"/>
          </ac:spMkLst>
        </pc:spChg>
        <pc:spChg chg="add mod ord">
          <ac:chgData name="Pranay Gurumukhi" userId="8a075444-1b31-490a-9344-81a2765c5dcf" providerId="ADAL" clId="{C84E57F3-619D-46AA-A915-572FA8D03708}" dt="2026-08-21T08:39:31.174" v="8635" actId="1076"/>
          <ac:spMkLst>
            <pc:docMk/>
            <pc:sldMk cId="575688517" sldId="2142533114"/>
            <ac:spMk id="11" creationId="{32BC7811-3F4B-2E70-F2BA-13D1C8828751}"/>
          </ac:spMkLst>
        </pc:spChg>
        <pc:spChg chg="add mod">
          <ac:chgData name="Pranay Gurumukhi" userId="8a075444-1b31-490a-9344-81a2765c5dcf" providerId="ADAL" clId="{C84E57F3-619D-46AA-A915-572FA8D03708}" dt="2026-08-21T05:00:34.168" v="4819" actId="1076"/>
          <ac:spMkLst>
            <pc:docMk/>
            <pc:sldMk cId="575688517" sldId="2142533114"/>
            <ac:spMk id="12" creationId="{54CEB923-D160-59BB-9B0A-BE9195865A8A}"/>
          </ac:spMkLst>
        </pc:spChg>
        <pc:spChg chg="del">
          <ac:chgData name="Pranay Gurumukhi" userId="8a075444-1b31-490a-9344-81a2765c5dcf" providerId="ADAL" clId="{C84E57F3-619D-46AA-A915-572FA8D03708}" dt="2026-08-21T08:37:45.082" v="8628" actId="478"/>
          <ac:spMkLst>
            <pc:docMk/>
            <pc:sldMk cId="575688517" sldId="2142533114"/>
            <ac:spMk id="13" creationId="{E505F8F9-C85D-B974-1D6F-65BBB9099A2F}"/>
          </ac:spMkLst>
        </pc:spChg>
        <pc:spChg chg="add mod">
          <ac:chgData name="Pranay Gurumukhi" userId="8a075444-1b31-490a-9344-81a2765c5dcf" providerId="ADAL" clId="{C84E57F3-619D-46AA-A915-572FA8D03708}" dt="2026-08-21T05:01:35.887" v="4822" actId="1076"/>
          <ac:spMkLst>
            <pc:docMk/>
            <pc:sldMk cId="575688517" sldId="2142533114"/>
            <ac:spMk id="14" creationId="{28DA83B0-0429-C5B4-136E-0FF9B1A0C764}"/>
          </ac:spMkLst>
        </pc:spChg>
        <pc:spChg chg="add mod">
          <ac:chgData name="Pranay Gurumukhi" userId="8a075444-1b31-490a-9344-81a2765c5dcf" providerId="ADAL" clId="{C84E57F3-619D-46AA-A915-572FA8D03708}" dt="2026-08-21T05:01:57.876" v="4823" actId="1076"/>
          <ac:spMkLst>
            <pc:docMk/>
            <pc:sldMk cId="575688517" sldId="2142533114"/>
            <ac:spMk id="15" creationId="{4625E74E-88AD-6906-C7C4-574B598E36E0}"/>
          </ac:spMkLst>
        </pc:spChg>
        <pc:spChg chg="del">
          <ac:chgData name="Pranay Gurumukhi" userId="8a075444-1b31-490a-9344-81a2765c5dcf" providerId="ADAL" clId="{C84E57F3-619D-46AA-A915-572FA8D03708}" dt="2026-08-21T08:37:45.082" v="8628" actId="478"/>
          <ac:spMkLst>
            <pc:docMk/>
            <pc:sldMk cId="575688517" sldId="2142533114"/>
            <ac:spMk id="16" creationId="{4C9168BC-E1AF-1B05-28DC-532E24441F4C}"/>
          </ac:spMkLst>
        </pc:spChg>
        <pc:spChg chg="add del mod">
          <ac:chgData name="Pranay Gurumukhi" userId="8a075444-1b31-490a-9344-81a2765c5dcf" providerId="ADAL" clId="{C84E57F3-619D-46AA-A915-572FA8D03708}" dt="2026-08-21T05:02:04.251" v="4827" actId="478"/>
          <ac:spMkLst>
            <pc:docMk/>
            <pc:sldMk cId="575688517" sldId="2142533114"/>
            <ac:spMk id="17" creationId="{00C8A5EA-085F-F1C1-BFE4-C5E4E22C4455}"/>
          </ac:spMkLst>
        </pc:spChg>
        <pc:spChg chg="add mod">
          <ac:chgData name="Pranay Gurumukhi" userId="8a075444-1b31-490a-9344-81a2765c5dcf" providerId="ADAL" clId="{C84E57F3-619D-46AA-A915-572FA8D03708}" dt="2026-08-21T05:00:01.629" v="4815" actId="1076"/>
          <ac:spMkLst>
            <pc:docMk/>
            <pc:sldMk cId="575688517" sldId="2142533114"/>
            <ac:spMk id="18" creationId="{D38F56BE-9BBD-4562-8B37-FDE69E227142}"/>
          </ac:spMkLst>
        </pc:spChg>
        <pc:spChg chg="add mod">
          <ac:chgData name="Pranay Gurumukhi" userId="8a075444-1b31-490a-9344-81a2765c5dcf" providerId="ADAL" clId="{C84E57F3-619D-46AA-A915-572FA8D03708}" dt="2026-08-21T05:00:55.524" v="4821" actId="1076"/>
          <ac:spMkLst>
            <pc:docMk/>
            <pc:sldMk cId="575688517" sldId="2142533114"/>
            <ac:spMk id="19" creationId="{EF687E5F-08E9-9866-7CA6-5F6C0E513D71}"/>
          </ac:spMkLst>
        </pc:spChg>
        <pc:spChg chg="del">
          <ac:chgData name="Pranay Gurumukhi" userId="8a075444-1b31-490a-9344-81a2765c5dcf" providerId="ADAL" clId="{C84E57F3-619D-46AA-A915-572FA8D03708}" dt="2026-08-21T08:37:45.082" v="8628" actId="478"/>
          <ac:spMkLst>
            <pc:docMk/>
            <pc:sldMk cId="575688517" sldId="2142533114"/>
            <ac:spMk id="20" creationId="{E3C366AC-5303-9289-D86C-18B400F4E192}"/>
          </ac:spMkLst>
        </pc:spChg>
        <pc:spChg chg="add mod">
          <ac:chgData name="Pranay Gurumukhi" userId="8a075444-1b31-490a-9344-81a2765c5dcf" providerId="ADAL" clId="{C84E57F3-619D-46AA-A915-572FA8D03708}" dt="2026-08-21T05:02:00.711" v="4825" actId="1076"/>
          <ac:spMkLst>
            <pc:docMk/>
            <pc:sldMk cId="575688517" sldId="2142533114"/>
            <ac:spMk id="21" creationId="{B474BF72-6168-4D44-95DA-1E81F6B61A1E}"/>
          </ac:spMkLst>
        </pc:spChg>
        <pc:spChg chg="del">
          <ac:chgData name="Pranay Gurumukhi" userId="8a075444-1b31-490a-9344-81a2765c5dcf" providerId="ADAL" clId="{C84E57F3-619D-46AA-A915-572FA8D03708}" dt="2026-08-21T04:54:34.696" v="4329" actId="478"/>
          <ac:spMkLst>
            <pc:docMk/>
            <pc:sldMk cId="575688517" sldId="2142533114"/>
            <ac:spMk id="22" creationId="{DA49C95A-BA12-5032-3515-D72FB7CC3E58}"/>
          </ac:spMkLst>
        </pc:spChg>
        <pc:spChg chg="del">
          <ac:chgData name="Pranay Gurumukhi" userId="8a075444-1b31-490a-9344-81a2765c5dcf" providerId="ADAL" clId="{C84E57F3-619D-46AA-A915-572FA8D03708}" dt="2026-08-21T08:37:45.082" v="8628" actId="478"/>
          <ac:spMkLst>
            <pc:docMk/>
            <pc:sldMk cId="575688517" sldId="2142533114"/>
            <ac:spMk id="23" creationId="{731A1741-6B80-97BA-D467-106770CCF40F}"/>
          </ac:spMkLst>
        </pc:spChg>
        <pc:spChg chg="mod">
          <ac:chgData name="Pranay Gurumukhi" userId="8a075444-1b31-490a-9344-81a2765c5dcf" providerId="ADAL" clId="{C84E57F3-619D-46AA-A915-572FA8D03708}" dt="2026-08-21T04:56:02.591" v="4344" actId="20577"/>
          <ac:spMkLst>
            <pc:docMk/>
            <pc:sldMk cId="575688517" sldId="2142533114"/>
            <ac:spMk id="24" creationId="{F54EE315-E19E-402E-0AC6-E7C554EBCB4E}"/>
          </ac:spMkLst>
        </pc:spChg>
        <pc:spChg chg="del">
          <ac:chgData name="Pranay Gurumukhi" userId="8a075444-1b31-490a-9344-81a2765c5dcf" providerId="ADAL" clId="{C84E57F3-619D-46AA-A915-572FA8D03708}" dt="2026-08-21T08:37:45.082" v="8628" actId="478"/>
          <ac:spMkLst>
            <pc:docMk/>
            <pc:sldMk cId="575688517" sldId="2142533114"/>
            <ac:spMk id="26" creationId="{0FE90282-D9E6-8F58-3947-4D92F8B7B123}"/>
          </ac:spMkLst>
        </pc:spChg>
        <pc:spChg chg="add mod">
          <ac:chgData name="Pranay Gurumukhi" userId="8a075444-1b31-490a-9344-81a2765c5dcf" providerId="ADAL" clId="{C84E57F3-619D-46AA-A915-572FA8D03708}" dt="2026-08-21T08:39:22.991" v="8633" actId="14100"/>
          <ac:spMkLst>
            <pc:docMk/>
            <pc:sldMk cId="575688517" sldId="2142533114"/>
            <ac:spMk id="27" creationId="{FF56CF4A-325F-44A5-639C-B620E1CE97CD}"/>
          </ac:spMkLst>
        </pc:spChg>
        <pc:spChg chg="del">
          <ac:chgData name="Pranay Gurumukhi" userId="8a075444-1b31-490a-9344-81a2765c5dcf" providerId="ADAL" clId="{C84E57F3-619D-46AA-A915-572FA8D03708}" dt="2026-08-21T08:37:45.082" v="8628" actId="478"/>
          <ac:spMkLst>
            <pc:docMk/>
            <pc:sldMk cId="575688517" sldId="2142533114"/>
            <ac:spMk id="28" creationId="{1AA37F07-3FB7-5929-8E4C-AC43AD1799C8}"/>
          </ac:spMkLst>
        </pc:spChg>
        <pc:spChg chg="del">
          <ac:chgData name="Pranay Gurumukhi" userId="8a075444-1b31-490a-9344-81a2765c5dcf" providerId="ADAL" clId="{C84E57F3-619D-46AA-A915-572FA8D03708}" dt="2026-08-21T04:54:34.696" v="4329" actId="478"/>
          <ac:spMkLst>
            <pc:docMk/>
            <pc:sldMk cId="575688517" sldId="2142533114"/>
            <ac:spMk id="29" creationId="{51334B30-9A47-3172-67F1-9292070AA403}"/>
          </ac:spMkLst>
        </pc:spChg>
        <pc:spChg chg="del">
          <ac:chgData name="Pranay Gurumukhi" userId="8a075444-1b31-490a-9344-81a2765c5dcf" providerId="ADAL" clId="{C84E57F3-619D-46AA-A915-572FA8D03708}" dt="2026-08-21T08:37:45.082" v="8628" actId="478"/>
          <ac:spMkLst>
            <pc:docMk/>
            <pc:sldMk cId="575688517" sldId="2142533114"/>
            <ac:spMk id="30" creationId="{309586F5-859E-EBE0-448E-41EABD5E5732}"/>
          </ac:spMkLst>
        </pc:spChg>
        <pc:spChg chg="del">
          <ac:chgData name="Pranay Gurumukhi" userId="8a075444-1b31-490a-9344-81a2765c5dcf" providerId="ADAL" clId="{C84E57F3-619D-46AA-A915-572FA8D03708}" dt="2026-08-21T04:54:34.696" v="4329" actId="478"/>
          <ac:spMkLst>
            <pc:docMk/>
            <pc:sldMk cId="575688517" sldId="2142533114"/>
            <ac:spMk id="31" creationId="{2A98B2C7-F7D5-2706-19F4-0BD4DED3F009}"/>
          </ac:spMkLst>
        </pc:spChg>
        <pc:spChg chg="del">
          <ac:chgData name="Pranay Gurumukhi" userId="8a075444-1b31-490a-9344-81a2765c5dcf" providerId="ADAL" clId="{C84E57F3-619D-46AA-A915-572FA8D03708}" dt="2026-08-21T08:37:45.082" v="8628" actId="478"/>
          <ac:spMkLst>
            <pc:docMk/>
            <pc:sldMk cId="575688517" sldId="2142533114"/>
            <ac:spMk id="32" creationId="{ED248DF2-5D8B-7D9C-B66D-08437C257059}"/>
          </ac:spMkLst>
        </pc:spChg>
        <pc:spChg chg="del">
          <ac:chgData name="Pranay Gurumukhi" userId="8a075444-1b31-490a-9344-81a2765c5dcf" providerId="ADAL" clId="{C84E57F3-619D-46AA-A915-572FA8D03708}" dt="2026-08-21T04:54:34.696" v="4329" actId="478"/>
          <ac:spMkLst>
            <pc:docMk/>
            <pc:sldMk cId="575688517" sldId="2142533114"/>
            <ac:spMk id="34" creationId="{5DFB4B0F-5858-53A9-966D-4B78600A4ED4}"/>
          </ac:spMkLst>
        </pc:spChg>
        <pc:spChg chg="del">
          <ac:chgData name="Pranay Gurumukhi" userId="8a075444-1b31-490a-9344-81a2765c5dcf" providerId="ADAL" clId="{C84E57F3-619D-46AA-A915-572FA8D03708}" dt="2026-08-21T04:54:34.696" v="4329" actId="478"/>
          <ac:spMkLst>
            <pc:docMk/>
            <pc:sldMk cId="575688517" sldId="2142533114"/>
            <ac:spMk id="35" creationId="{8AB498C3-B721-1484-1F16-B30E88A46BC4}"/>
          </ac:spMkLst>
        </pc:spChg>
        <pc:spChg chg="del">
          <ac:chgData name="Pranay Gurumukhi" userId="8a075444-1b31-490a-9344-81a2765c5dcf" providerId="ADAL" clId="{C84E57F3-619D-46AA-A915-572FA8D03708}" dt="2026-08-21T04:54:36.680" v="4330" actId="478"/>
          <ac:spMkLst>
            <pc:docMk/>
            <pc:sldMk cId="575688517" sldId="2142533114"/>
            <ac:spMk id="36" creationId="{53AC03F2-E04D-71C1-CC2E-3E45DD640E35}"/>
          </ac:spMkLst>
        </pc:spChg>
        <pc:spChg chg="add mod">
          <ac:chgData name="Pranay Gurumukhi" userId="8a075444-1b31-490a-9344-81a2765c5dcf" providerId="ADAL" clId="{C84E57F3-619D-46AA-A915-572FA8D03708}" dt="2026-08-21T08:40:01.156" v="8638" actId="14100"/>
          <ac:spMkLst>
            <pc:docMk/>
            <pc:sldMk cId="575688517" sldId="2142533114"/>
            <ac:spMk id="37" creationId="{3BA6F6AC-3E3C-2F61-25D8-20FACBE94269}"/>
          </ac:spMkLst>
        </pc:spChg>
        <pc:spChg chg="del">
          <ac:chgData name="Pranay Gurumukhi" userId="8a075444-1b31-490a-9344-81a2765c5dcf" providerId="ADAL" clId="{C84E57F3-619D-46AA-A915-572FA8D03708}" dt="2026-08-21T04:54:34.696" v="4329" actId="478"/>
          <ac:spMkLst>
            <pc:docMk/>
            <pc:sldMk cId="575688517" sldId="2142533114"/>
            <ac:spMk id="38" creationId="{65FC2D84-6C8B-CD7B-5B2C-3C4C84BD97A2}"/>
          </ac:spMkLst>
        </pc:spChg>
        <pc:spChg chg="del">
          <ac:chgData name="Pranay Gurumukhi" userId="8a075444-1b31-490a-9344-81a2765c5dcf" providerId="ADAL" clId="{C84E57F3-619D-46AA-A915-572FA8D03708}" dt="2026-08-21T04:54:34.696" v="4329" actId="478"/>
          <ac:spMkLst>
            <pc:docMk/>
            <pc:sldMk cId="575688517" sldId="2142533114"/>
            <ac:spMk id="40" creationId="{CD4D1FAA-AA66-88D6-57D3-0AE4976FB8CE}"/>
          </ac:spMkLst>
        </pc:spChg>
        <pc:picChg chg="add mod">
          <ac:chgData name="Pranay Gurumukhi" userId="8a075444-1b31-490a-9344-81a2765c5dcf" providerId="ADAL" clId="{C84E57F3-619D-46AA-A915-572FA8D03708}" dt="2026-08-21T04:59:41.604" v="4812" actId="1036"/>
          <ac:picMkLst>
            <pc:docMk/>
            <pc:sldMk cId="575688517" sldId="2142533114"/>
            <ac:picMk id="3" creationId="{7F240AAF-1B3F-596A-8F0D-8F7A18E1BCD6}"/>
          </ac:picMkLst>
        </pc:picChg>
        <pc:picChg chg="add del mod">
          <ac:chgData name="Pranay Gurumukhi" userId="8a075444-1b31-490a-9344-81a2765c5dcf" providerId="ADAL" clId="{C84E57F3-619D-46AA-A915-572FA8D03708}" dt="2026-08-21T05:02:05.686" v="4828" actId="478"/>
          <ac:picMkLst>
            <pc:docMk/>
            <pc:sldMk cId="575688517" sldId="2142533114"/>
            <ac:picMk id="5" creationId="{926B6BE4-3E6A-BA23-9D4A-CC36EE9B47E7}"/>
          </ac:picMkLst>
        </pc:picChg>
        <pc:picChg chg="del">
          <ac:chgData name="Pranay Gurumukhi" userId="8a075444-1b31-490a-9344-81a2765c5dcf" providerId="ADAL" clId="{C84E57F3-619D-46AA-A915-572FA8D03708}" dt="2026-08-21T04:54:31.007" v="4328" actId="478"/>
          <ac:picMkLst>
            <pc:docMk/>
            <pc:sldMk cId="575688517" sldId="2142533114"/>
            <ac:picMk id="10" creationId="{55B46960-697B-D499-85F5-BF0B76EAA472}"/>
          </ac:picMkLst>
        </pc:picChg>
      </pc:sldChg>
      <pc:sldChg chg="modSp add mod replId">
        <pc:chgData name="Pranay Gurumukhi" userId="8a075444-1b31-490a-9344-81a2765c5dcf" providerId="ADAL" clId="{C84E57F3-619D-46AA-A915-572FA8D03708}" dt="2026-08-21T04:59:04.264" v="4794" actId="113"/>
        <pc:sldMkLst>
          <pc:docMk/>
          <pc:sldMk cId="4000802051" sldId="2142533115"/>
        </pc:sldMkLst>
        <pc:spChg chg="mod">
          <ac:chgData name="Pranay Gurumukhi" userId="8a075444-1b31-490a-9344-81a2765c5dcf" providerId="ADAL" clId="{C84E57F3-619D-46AA-A915-572FA8D03708}" dt="2026-08-21T04:59:04.264" v="4794" actId="113"/>
          <ac:spMkLst>
            <pc:docMk/>
            <pc:sldMk cId="4000802051" sldId="2142533115"/>
            <ac:spMk id="5" creationId="{06C526ED-C931-FE2D-02B4-5E1DD26C5CD8}"/>
          </ac:spMkLst>
        </pc:spChg>
      </pc:sldChg>
      <pc:sldChg chg="addSp delSp modSp add mod">
        <pc:chgData name="Pranay Gurumukhi" userId="8a075444-1b31-490a-9344-81a2765c5dcf" providerId="ADAL" clId="{C84E57F3-619D-46AA-A915-572FA8D03708}" dt="2026-08-21T08:42:04.357" v="8652" actId="1076"/>
        <pc:sldMkLst>
          <pc:docMk/>
          <pc:sldMk cId="2547339255" sldId="2142533116"/>
        </pc:sldMkLst>
        <pc:spChg chg="del">
          <ac:chgData name="Pranay Gurumukhi" userId="8a075444-1b31-490a-9344-81a2765c5dcf" providerId="ADAL" clId="{C84E57F3-619D-46AA-A915-572FA8D03708}" dt="2026-08-21T05:41:07.641" v="4831" actId="478"/>
          <ac:spMkLst>
            <pc:docMk/>
            <pc:sldMk cId="2547339255" sldId="2142533116"/>
            <ac:spMk id="8" creationId="{A0564714-93D4-3949-C436-1C10EF06A67E}"/>
          </ac:spMkLst>
        </pc:spChg>
        <pc:spChg chg="del">
          <ac:chgData name="Pranay Gurumukhi" userId="8a075444-1b31-490a-9344-81a2765c5dcf" providerId="ADAL" clId="{C84E57F3-619D-46AA-A915-572FA8D03708}" dt="2026-08-21T05:41:07.641" v="4831" actId="478"/>
          <ac:spMkLst>
            <pc:docMk/>
            <pc:sldMk cId="2547339255" sldId="2142533116"/>
            <ac:spMk id="9" creationId="{A7ACDBB7-B71F-BC1A-EA8E-417EDEBB4736}"/>
          </ac:spMkLst>
        </pc:spChg>
        <pc:spChg chg="add">
          <ac:chgData name="Pranay Gurumukhi" userId="8a075444-1b31-490a-9344-81a2765c5dcf" providerId="ADAL" clId="{C84E57F3-619D-46AA-A915-572FA8D03708}" dt="2026-08-21T05:41:57.880" v="4841" actId="22"/>
          <ac:spMkLst>
            <pc:docMk/>
            <pc:sldMk cId="2547339255" sldId="2142533116"/>
            <ac:spMk id="10" creationId="{908DDBA8-278E-7B5E-75FA-5B8098BED414}"/>
          </ac:spMkLst>
        </pc:spChg>
        <pc:spChg chg="del">
          <ac:chgData name="Pranay Gurumukhi" userId="8a075444-1b31-490a-9344-81a2765c5dcf" providerId="ADAL" clId="{C84E57F3-619D-46AA-A915-572FA8D03708}" dt="2026-08-21T05:41:07.641" v="4831" actId="478"/>
          <ac:spMkLst>
            <pc:docMk/>
            <pc:sldMk cId="2547339255" sldId="2142533116"/>
            <ac:spMk id="11" creationId="{924CFA04-36FA-7B3C-0FEE-74D7C82F092E}"/>
          </ac:spMkLst>
        </pc:spChg>
        <pc:spChg chg="del">
          <ac:chgData name="Pranay Gurumukhi" userId="8a075444-1b31-490a-9344-81a2765c5dcf" providerId="ADAL" clId="{C84E57F3-619D-46AA-A915-572FA8D03708}" dt="2026-08-21T05:41:07.641" v="4831" actId="478"/>
          <ac:spMkLst>
            <pc:docMk/>
            <pc:sldMk cId="2547339255" sldId="2142533116"/>
            <ac:spMk id="12" creationId="{6AFBFEF0-95B2-CE32-5126-747E3FCCDFC2}"/>
          </ac:spMkLst>
        </pc:spChg>
        <pc:spChg chg="del">
          <ac:chgData name="Pranay Gurumukhi" userId="8a075444-1b31-490a-9344-81a2765c5dcf" providerId="ADAL" clId="{C84E57F3-619D-46AA-A915-572FA8D03708}" dt="2026-08-21T08:37:49.018" v="8629" actId="478"/>
          <ac:spMkLst>
            <pc:docMk/>
            <pc:sldMk cId="2547339255" sldId="2142533116"/>
            <ac:spMk id="13" creationId="{951FDF8D-C642-1958-9628-969C7B3A905D}"/>
          </ac:spMkLst>
        </pc:spChg>
        <pc:spChg chg="del">
          <ac:chgData name="Pranay Gurumukhi" userId="8a075444-1b31-490a-9344-81a2765c5dcf" providerId="ADAL" clId="{C84E57F3-619D-46AA-A915-572FA8D03708}" dt="2026-08-21T05:41:07.641" v="4831" actId="478"/>
          <ac:spMkLst>
            <pc:docMk/>
            <pc:sldMk cId="2547339255" sldId="2142533116"/>
            <ac:spMk id="14" creationId="{84519164-889F-0B44-2E31-083FCC4A4BFA}"/>
          </ac:spMkLst>
        </pc:spChg>
        <pc:spChg chg="del">
          <ac:chgData name="Pranay Gurumukhi" userId="8a075444-1b31-490a-9344-81a2765c5dcf" providerId="ADAL" clId="{C84E57F3-619D-46AA-A915-572FA8D03708}" dt="2026-08-21T05:41:07.641" v="4831" actId="478"/>
          <ac:spMkLst>
            <pc:docMk/>
            <pc:sldMk cId="2547339255" sldId="2142533116"/>
            <ac:spMk id="15" creationId="{C6F2F6B1-5BF0-99B4-A1F1-CAB480D2E548}"/>
          </ac:spMkLst>
        </pc:spChg>
        <pc:spChg chg="del">
          <ac:chgData name="Pranay Gurumukhi" userId="8a075444-1b31-490a-9344-81a2765c5dcf" providerId="ADAL" clId="{C84E57F3-619D-46AA-A915-572FA8D03708}" dt="2026-08-21T08:37:49.018" v="8629" actId="478"/>
          <ac:spMkLst>
            <pc:docMk/>
            <pc:sldMk cId="2547339255" sldId="2142533116"/>
            <ac:spMk id="16" creationId="{DADC83BD-07CE-E6AC-C2CE-8C8DE3ED4A80}"/>
          </ac:spMkLst>
        </pc:spChg>
        <pc:spChg chg="del">
          <ac:chgData name="Pranay Gurumukhi" userId="8a075444-1b31-490a-9344-81a2765c5dcf" providerId="ADAL" clId="{C84E57F3-619D-46AA-A915-572FA8D03708}" dt="2026-08-21T05:41:07.641" v="4831" actId="478"/>
          <ac:spMkLst>
            <pc:docMk/>
            <pc:sldMk cId="2547339255" sldId="2142533116"/>
            <ac:spMk id="18" creationId="{1262179F-93C3-74A6-FDBC-C90013B73A38}"/>
          </ac:spMkLst>
        </pc:spChg>
        <pc:spChg chg="del">
          <ac:chgData name="Pranay Gurumukhi" userId="8a075444-1b31-490a-9344-81a2765c5dcf" providerId="ADAL" clId="{C84E57F3-619D-46AA-A915-572FA8D03708}" dt="2026-08-21T05:41:07.641" v="4831" actId="478"/>
          <ac:spMkLst>
            <pc:docMk/>
            <pc:sldMk cId="2547339255" sldId="2142533116"/>
            <ac:spMk id="19" creationId="{AD0B10EF-5753-77F0-3024-A54675A40B22}"/>
          </ac:spMkLst>
        </pc:spChg>
        <pc:spChg chg="del">
          <ac:chgData name="Pranay Gurumukhi" userId="8a075444-1b31-490a-9344-81a2765c5dcf" providerId="ADAL" clId="{C84E57F3-619D-46AA-A915-572FA8D03708}" dt="2026-08-21T08:37:49.018" v="8629" actId="478"/>
          <ac:spMkLst>
            <pc:docMk/>
            <pc:sldMk cId="2547339255" sldId="2142533116"/>
            <ac:spMk id="20" creationId="{97C069AC-0E56-2089-2244-986B5FEDF93B}"/>
          </ac:spMkLst>
        </pc:spChg>
        <pc:spChg chg="del">
          <ac:chgData name="Pranay Gurumukhi" userId="8a075444-1b31-490a-9344-81a2765c5dcf" providerId="ADAL" clId="{C84E57F3-619D-46AA-A915-572FA8D03708}" dt="2026-08-21T05:41:07.641" v="4831" actId="478"/>
          <ac:spMkLst>
            <pc:docMk/>
            <pc:sldMk cId="2547339255" sldId="2142533116"/>
            <ac:spMk id="21" creationId="{045E21DF-97BF-50A6-FD37-00CE6838CE7C}"/>
          </ac:spMkLst>
        </pc:spChg>
        <pc:spChg chg="add">
          <ac:chgData name="Pranay Gurumukhi" userId="8a075444-1b31-490a-9344-81a2765c5dcf" providerId="ADAL" clId="{C84E57F3-619D-46AA-A915-572FA8D03708}" dt="2026-08-21T05:41:57.880" v="4841" actId="22"/>
          <ac:spMkLst>
            <pc:docMk/>
            <pc:sldMk cId="2547339255" sldId="2142533116"/>
            <ac:spMk id="22" creationId="{43AC9B6C-B442-3B1F-0D1F-FD2F17717DE3}"/>
          </ac:spMkLst>
        </pc:spChg>
        <pc:spChg chg="del">
          <ac:chgData name="Pranay Gurumukhi" userId="8a075444-1b31-490a-9344-81a2765c5dcf" providerId="ADAL" clId="{C84E57F3-619D-46AA-A915-572FA8D03708}" dt="2026-08-21T08:37:49.018" v="8629" actId="478"/>
          <ac:spMkLst>
            <pc:docMk/>
            <pc:sldMk cId="2547339255" sldId="2142533116"/>
            <ac:spMk id="23" creationId="{7F35799E-B34D-F9F0-DDC4-861DE4EE1285}"/>
          </ac:spMkLst>
        </pc:spChg>
        <pc:spChg chg="del">
          <ac:chgData name="Pranay Gurumukhi" userId="8a075444-1b31-490a-9344-81a2765c5dcf" providerId="ADAL" clId="{C84E57F3-619D-46AA-A915-572FA8D03708}" dt="2026-08-21T08:37:49.018" v="8629" actId="478"/>
          <ac:spMkLst>
            <pc:docMk/>
            <pc:sldMk cId="2547339255" sldId="2142533116"/>
            <ac:spMk id="26" creationId="{AD30C576-3DAF-A678-576D-FB1B38E54C5D}"/>
          </ac:spMkLst>
        </pc:spChg>
        <pc:spChg chg="del">
          <ac:chgData name="Pranay Gurumukhi" userId="8a075444-1b31-490a-9344-81a2765c5dcf" providerId="ADAL" clId="{C84E57F3-619D-46AA-A915-572FA8D03708}" dt="2026-08-21T08:37:49.018" v="8629" actId="478"/>
          <ac:spMkLst>
            <pc:docMk/>
            <pc:sldMk cId="2547339255" sldId="2142533116"/>
            <ac:spMk id="28" creationId="{F38CA62A-46CB-A4CF-28D1-6942506A3140}"/>
          </ac:spMkLst>
        </pc:spChg>
        <pc:spChg chg="del">
          <ac:chgData name="Pranay Gurumukhi" userId="8a075444-1b31-490a-9344-81a2765c5dcf" providerId="ADAL" clId="{C84E57F3-619D-46AA-A915-572FA8D03708}" dt="2026-08-21T08:37:49.018" v="8629" actId="478"/>
          <ac:spMkLst>
            <pc:docMk/>
            <pc:sldMk cId="2547339255" sldId="2142533116"/>
            <ac:spMk id="30" creationId="{9685BBF9-4A2D-8323-E51C-E054B4F2CFB1}"/>
          </ac:spMkLst>
        </pc:spChg>
        <pc:spChg chg="del">
          <ac:chgData name="Pranay Gurumukhi" userId="8a075444-1b31-490a-9344-81a2765c5dcf" providerId="ADAL" clId="{C84E57F3-619D-46AA-A915-572FA8D03708}" dt="2026-08-21T08:37:49.018" v="8629" actId="478"/>
          <ac:spMkLst>
            <pc:docMk/>
            <pc:sldMk cId="2547339255" sldId="2142533116"/>
            <ac:spMk id="32" creationId="{E9224704-50CE-1B79-B8B1-13363A7A2090}"/>
          </ac:spMkLst>
        </pc:spChg>
        <pc:spChg chg="add mod">
          <ac:chgData name="Pranay Gurumukhi" userId="8a075444-1b31-490a-9344-81a2765c5dcf" providerId="ADAL" clId="{C84E57F3-619D-46AA-A915-572FA8D03708}" dt="2026-08-21T05:46:15.645" v="5196" actId="12"/>
          <ac:spMkLst>
            <pc:docMk/>
            <pc:sldMk cId="2547339255" sldId="2142533116"/>
            <ac:spMk id="34" creationId="{D6B82045-7094-AA2E-3C10-D125A4A1A061}"/>
          </ac:spMkLst>
        </pc:spChg>
        <pc:spChg chg="add mod">
          <ac:chgData name="Pranay Gurumukhi" userId="8a075444-1b31-490a-9344-81a2765c5dcf" providerId="ADAL" clId="{C84E57F3-619D-46AA-A915-572FA8D03708}" dt="2026-08-21T08:40:43.975" v="8643" actId="1076"/>
          <ac:spMkLst>
            <pc:docMk/>
            <pc:sldMk cId="2547339255" sldId="2142533116"/>
            <ac:spMk id="35" creationId="{3CFFD08E-1CAC-45EA-CE12-25BBA1123A4D}"/>
          </ac:spMkLst>
        </pc:spChg>
        <pc:spChg chg="add mod ord">
          <ac:chgData name="Pranay Gurumukhi" userId="8a075444-1b31-490a-9344-81a2765c5dcf" providerId="ADAL" clId="{C84E57F3-619D-46AA-A915-572FA8D03708}" dt="2026-08-21T08:42:04.357" v="8652" actId="1076"/>
          <ac:spMkLst>
            <pc:docMk/>
            <pc:sldMk cId="2547339255" sldId="2142533116"/>
            <ac:spMk id="36" creationId="{907E934D-2DE1-CC0C-5B76-A043D59CE240}"/>
          </ac:spMkLst>
        </pc:spChg>
        <pc:spChg chg="add mod">
          <ac:chgData name="Pranay Gurumukhi" userId="8a075444-1b31-490a-9344-81a2765c5dcf" providerId="ADAL" clId="{C84E57F3-619D-46AA-A915-572FA8D03708}" dt="2026-08-21T08:40:43.975" v="8643" actId="1076"/>
          <ac:spMkLst>
            <pc:docMk/>
            <pc:sldMk cId="2547339255" sldId="2142533116"/>
            <ac:spMk id="37" creationId="{1BFC4CDD-794D-3E32-8394-802598569106}"/>
          </ac:spMkLst>
        </pc:spChg>
        <pc:spChg chg="add mod">
          <ac:chgData name="Pranay Gurumukhi" userId="8a075444-1b31-490a-9344-81a2765c5dcf" providerId="ADAL" clId="{C84E57F3-619D-46AA-A915-572FA8D03708}" dt="2026-08-21T08:40:43.975" v="8643" actId="1076"/>
          <ac:spMkLst>
            <pc:docMk/>
            <pc:sldMk cId="2547339255" sldId="2142533116"/>
            <ac:spMk id="38" creationId="{B515F927-6F3D-7CCD-8DF9-43EED623D5C7}"/>
          </ac:spMkLst>
        </pc:spChg>
        <pc:spChg chg="add mod">
          <ac:chgData name="Pranay Gurumukhi" userId="8a075444-1b31-490a-9344-81a2765c5dcf" providerId="ADAL" clId="{C84E57F3-619D-46AA-A915-572FA8D03708}" dt="2026-08-21T08:42:00.011" v="8650" actId="14100"/>
          <ac:spMkLst>
            <pc:docMk/>
            <pc:sldMk cId="2547339255" sldId="2142533116"/>
            <ac:spMk id="44" creationId="{ECFFAA73-022C-0511-66C5-6BBB47106E4A}"/>
          </ac:spMkLst>
        </pc:spChg>
        <pc:picChg chg="del">
          <ac:chgData name="Pranay Gurumukhi" userId="8a075444-1b31-490a-9344-81a2765c5dcf" providerId="ADAL" clId="{C84E57F3-619D-46AA-A915-572FA8D03708}" dt="2026-08-21T05:41:05.072" v="4830" actId="478"/>
          <ac:picMkLst>
            <pc:docMk/>
            <pc:sldMk cId="2547339255" sldId="2142533116"/>
            <ac:picMk id="3" creationId="{FC6B728D-0BE8-B064-A71E-8CF0DDBAEF07}"/>
          </ac:picMkLst>
        </pc:picChg>
        <pc:picChg chg="add mod">
          <ac:chgData name="Pranay Gurumukhi" userId="8a075444-1b31-490a-9344-81a2765c5dcf" providerId="ADAL" clId="{C84E57F3-619D-46AA-A915-572FA8D03708}" dt="2026-08-21T08:40:43.975" v="8643" actId="1076"/>
          <ac:picMkLst>
            <pc:docMk/>
            <pc:sldMk cId="2547339255" sldId="2142533116"/>
            <ac:picMk id="4" creationId="{71E54AFF-2162-9BFF-A831-A2033F4E4A45}"/>
          </ac:picMkLst>
        </pc:picChg>
        <pc:picChg chg="add del mod">
          <ac:chgData name="Pranay Gurumukhi" userId="8a075444-1b31-490a-9344-81a2765c5dcf" providerId="ADAL" clId="{C84E57F3-619D-46AA-A915-572FA8D03708}" dt="2026-08-21T05:43:06.258" v="4852" actId="478"/>
          <ac:picMkLst>
            <pc:docMk/>
            <pc:sldMk cId="2547339255" sldId="2142533116"/>
            <ac:picMk id="6" creationId="{CCEB2112-FDFD-8BB0-8629-FB30DBAA8267}"/>
          </ac:picMkLst>
        </pc:picChg>
        <pc:picChg chg="add del mod">
          <ac:chgData name="Pranay Gurumukhi" userId="8a075444-1b31-490a-9344-81a2765c5dcf" providerId="ADAL" clId="{C84E57F3-619D-46AA-A915-572FA8D03708}" dt="2026-08-21T05:43:05.790" v="4851" actId="478"/>
          <ac:picMkLst>
            <pc:docMk/>
            <pc:sldMk cId="2547339255" sldId="2142533116"/>
            <ac:picMk id="27" creationId="{B56D4CBD-22A5-95E7-0F36-9B99A3850B41}"/>
          </ac:picMkLst>
        </pc:picChg>
        <pc:picChg chg="add mod">
          <ac:chgData name="Pranay Gurumukhi" userId="8a075444-1b31-490a-9344-81a2765c5dcf" providerId="ADAL" clId="{C84E57F3-619D-46AA-A915-572FA8D03708}" dt="2026-08-21T08:40:32.951" v="8640" actId="1076"/>
          <ac:picMkLst>
            <pc:docMk/>
            <pc:sldMk cId="2547339255" sldId="2142533116"/>
            <ac:picMk id="31" creationId="{F61E674F-5B58-F921-90FB-3A1F2BF59BCC}"/>
          </ac:picMkLst>
        </pc:picChg>
        <pc:picChg chg="add del">
          <ac:chgData name="Pranay Gurumukhi" userId="8a075444-1b31-490a-9344-81a2765c5dcf" providerId="ADAL" clId="{C84E57F3-619D-46AA-A915-572FA8D03708}" dt="2026-08-21T08:41:37.697" v="8645" actId="22"/>
          <ac:picMkLst>
            <pc:docMk/>
            <pc:sldMk cId="2547339255" sldId="2142533116"/>
            <ac:picMk id="40" creationId="{8B39E9CC-C073-8AF3-315E-289DAEF81219}"/>
          </ac:picMkLst>
        </pc:picChg>
        <pc:picChg chg="add del">
          <ac:chgData name="Pranay Gurumukhi" userId="8a075444-1b31-490a-9344-81a2765c5dcf" providerId="ADAL" clId="{C84E57F3-619D-46AA-A915-572FA8D03708}" dt="2026-08-21T08:41:50.366" v="8647" actId="22"/>
          <ac:picMkLst>
            <pc:docMk/>
            <pc:sldMk cId="2547339255" sldId="2142533116"/>
            <ac:picMk id="42" creationId="{057B423A-15F9-DF3E-1000-FA9158508DD6}"/>
          </ac:picMkLst>
        </pc:picChg>
      </pc:sldChg>
      <pc:sldChg chg="add del replId">
        <pc:chgData name="Pranay Gurumukhi" userId="8a075444-1b31-490a-9344-81a2765c5dcf" providerId="ADAL" clId="{C84E57F3-619D-46AA-A915-572FA8D03708}" dt="2026-08-21T05:49:07.965" v="5204" actId="47"/>
        <pc:sldMkLst>
          <pc:docMk/>
          <pc:sldMk cId="71062378" sldId="2142533117"/>
        </pc:sldMkLst>
      </pc:sldChg>
      <pc:sldChg chg="addSp delSp modSp add mod">
        <pc:chgData name="Pranay Gurumukhi" userId="8a075444-1b31-490a-9344-81a2765c5dcf" providerId="ADAL" clId="{C84E57F3-619D-46AA-A915-572FA8D03708}" dt="2026-08-21T08:42:40.476" v="8654" actId="1076"/>
        <pc:sldMkLst>
          <pc:docMk/>
          <pc:sldMk cId="623674690" sldId="2142533117"/>
        </pc:sldMkLst>
        <pc:spChg chg="add del">
          <ac:chgData name="Pranay Gurumukhi" userId="8a075444-1b31-490a-9344-81a2765c5dcf" providerId="ADAL" clId="{C84E57F3-619D-46AA-A915-572FA8D03708}" dt="2026-08-21T06:01:09.260" v="5209" actId="22"/>
          <ac:spMkLst>
            <pc:docMk/>
            <pc:sldMk cId="623674690" sldId="2142533117"/>
            <ac:spMk id="3" creationId="{CC8449E5-8CD0-8589-C34D-8A9AF61C3896}"/>
          </ac:spMkLst>
        </pc:spChg>
        <pc:spChg chg="add mod">
          <ac:chgData name="Pranay Gurumukhi" userId="8a075444-1b31-490a-9344-81a2765c5dcf" providerId="ADAL" clId="{C84E57F3-619D-46AA-A915-572FA8D03708}" dt="2026-08-21T07:50:25.480" v="5925" actId="1076"/>
          <ac:spMkLst>
            <pc:docMk/>
            <pc:sldMk cId="623674690" sldId="2142533117"/>
            <ac:spMk id="9" creationId="{4D097652-BD5D-5DDB-AAED-574966356DBB}"/>
          </ac:spMkLst>
        </pc:spChg>
        <pc:spChg chg="add mod">
          <ac:chgData name="Pranay Gurumukhi" userId="8a075444-1b31-490a-9344-81a2765c5dcf" providerId="ADAL" clId="{C84E57F3-619D-46AA-A915-572FA8D03708}" dt="2026-08-21T07:51:26.247" v="5969" actId="1076"/>
          <ac:spMkLst>
            <pc:docMk/>
            <pc:sldMk cId="623674690" sldId="2142533117"/>
            <ac:spMk id="11" creationId="{8078A8A3-77BB-0C4E-D0CD-B5113E2C9DDB}"/>
          </ac:spMkLst>
        </pc:spChg>
        <pc:spChg chg="add mod">
          <ac:chgData name="Pranay Gurumukhi" userId="8a075444-1b31-490a-9344-81a2765c5dcf" providerId="ADAL" clId="{C84E57F3-619D-46AA-A915-572FA8D03708}" dt="2026-08-21T08:42:40.476" v="8654" actId="1076"/>
          <ac:spMkLst>
            <pc:docMk/>
            <pc:sldMk cId="623674690" sldId="2142533117"/>
            <ac:spMk id="12" creationId="{EA3E85AE-5D69-320F-A50B-A91E63558D5D}"/>
          </ac:spMkLst>
        </pc:spChg>
        <pc:spChg chg="mod ord">
          <ac:chgData name="Pranay Gurumukhi" userId="8a075444-1b31-490a-9344-81a2765c5dcf" providerId="ADAL" clId="{C84E57F3-619D-46AA-A915-572FA8D03708}" dt="2026-08-21T07:50:21.297" v="5923" actId="1076"/>
          <ac:spMkLst>
            <pc:docMk/>
            <pc:sldMk cId="623674690" sldId="2142533117"/>
            <ac:spMk id="13" creationId="{C88D6155-3130-44A3-593F-07A22B04271E}"/>
          </ac:spMkLst>
        </pc:spChg>
        <pc:spChg chg="mod ord">
          <ac:chgData name="Pranay Gurumukhi" userId="8a075444-1b31-490a-9344-81a2765c5dcf" providerId="ADAL" clId="{C84E57F3-619D-46AA-A915-572FA8D03708}" dt="2026-08-21T07:50:36.444" v="5926" actId="1076"/>
          <ac:spMkLst>
            <pc:docMk/>
            <pc:sldMk cId="623674690" sldId="2142533117"/>
            <ac:spMk id="16" creationId="{BC307492-2912-5054-F0E9-0E6B1BB9386B}"/>
          </ac:spMkLst>
        </pc:spChg>
        <pc:spChg chg="mod ord">
          <ac:chgData name="Pranay Gurumukhi" userId="8a075444-1b31-490a-9344-81a2765c5dcf" providerId="ADAL" clId="{C84E57F3-619D-46AA-A915-572FA8D03708}" dt="2026-08-21T07:50:43.974" v="5927" actId="1076"/>
          <ac:spMkLst>
            <pc:docMk/>
            <pc:sldMk cId="623674690" sldId="2142533117"/>
            <ac:spMk id="20" creationId="{C3FD11F8-B2EA-75E1-09FD-B231A53C7904}"/>
          </ac:spMkLst>
        </pc:spChg>
        <pc:spChg chg="mod ord">
          <ac:chgData name="Pranay Gurumukhi" userId="8a075444-1b31-490a-9344-81a2765c5dcf" providerId="ADAL" clId="{C84E57F3-619D-46AA-A915-572FA8D03708}" dt="2026-08-21T07:51:23.282" v="5967" actId="1076"/>
          <ac:spMkLst>
            <pc:docMk/>
            <pc:sldMk cId="623674690" sldId="2142533117"/>
            <ac:spMk id="23" creationId="{FA035AFA-EFBE-4DDD-054A-293439A8E208}"/>
          </ac:spMkLst>
        </pc:spChg>
        <pc:spChg chg="mod">
          <ac:chgData name="Pranay Gurumukhi" userId="8a075444-1b31-490a-9344-81a2765c5dcf" providerId="ADAL" clId="{C84E57F3-619D-46AA-A915-572FA8D03708}" dt="2026-08-21T06:01:48.191" v="5243" actId="20577"/>
          <ac:spMkLst>
            <pc:docMk/>
            <pc:sldMk cId="623674690" sldId="2142533117"/>
            <ac:spMk id="24" creationId="{A246FB64-0503-6241-6A29-71A978B475C1}"/>
          </ac:spMkLst>
        </pc:spChg>
        <pc:spChg chg="del ord">
          <ac:chgData name="Pranay Gurumukhi" userId="8a075444-1b31-490a-9344-81a2765c5dcf" providerId="ADAL" clId="{C84E57F3-619D-46AA-A915-572FA8D03708}" dt="2026-08-21T08:37:53.027" v="8630" actId="478"/>
          <ac:spMkLst>
            <pc:docMk/>
            <pc:sldMk cId="623674690" sldId="2142533117"/>
            <ac:spMk id="26" creationId="{1091AEBC-79F8-F4BD-37F8-CA1FC36B9D69}"/>
          </ac:spMkLst>
        </pc:spChg>
        <pc:spChg chg="del ord">
          <ac:chgData name="Pranay Gurumukhi" userId="8a075444-1b31-490a-9344-81a2765c5dcf" providerId="ADAL" clId="{C84E57F3-619D-46AA-A915-572FA8D03708}" dt="2026-08-21T08:37:53.027" v="8630" actId="478"/>
          <ac:spMkLst>
            <pc:docMk/>
            <pc:sldMk cId="623674690" sldId="2142533117"/>
            <ac:spMk id="28" creationId="{D404A69D-6840-923B-BFA9-C93180711353}"/>
          </ac:spMkLst>
        </pc:spChg>
        <pc:spChg chg="del ord">
          <ac:chgData name="Pranay Gurumukhi" userId="8a075444-1b31-490a-9344-81a2765c5dcf" providerId="ADAL" clId="{C84E57F3-619D-46AA-A915-572FA8D03708}" dt="2026-08-21T08:37:53.027" v="8630" actId="478"/>
          <ac:spMkLst>
            <pc:docMk/>
            <pc:sldMk cId="623674690" sldId="2142533117"/>
            <ac:spMk id="30" creationId="{AE481C59-9F35-238A-FAB1-CBCB802C1694}"/>
          </ac:spMkLst>
        </pc:spChg>
        <pc:spChg chg="mod ord">
          <ac:chgData name="Pranay Gurumukhi" userId="8a075444-1b31-490a-9344-81a2765c5dcf" providerId="ADAL" clId="{C84E57F3-619D-46AA-A915-572FA8D03708}" dt="2026-08-21T07:48:49.717" v="5890" actId="1076"/>
          <ac:spMkLst>
            <pc:docMk/>
            <pc:sldMk cId="623674690" sldId="2142533117"/>
            <ac:spMk id="32" creationId="{32B89BEB-B9BB-480D-BFCA-F7E9E256E752}"/>
          </ac:spMkLst>
        </pc:spChg>
        <pc:spChg chg="mod">
          <ac:chgData name="Pranay Gurumukhi" userId="8a075444-1b31-490a-9344-81a2765c5dcf" providerId="ADAL" clId="{C84E57F3-619D-46AA-A915-572FA8D03708}" dt="2026-08-21T07:51:48.899" v="5980" actId="20577"/>
          <ac:spMkLst>
            <pc:docMk/>
            <pc:sldMk cId="623674690" sldId="2142533117"/>
            <ac:spMk id="34" creationId="{DF1F98D8-A22B-4F4F-165A-5C12BE958722}"/>
          </ac:spMkLst>
        </pc:spChg>
        <pc:spChg chg="del">
          <ac:chgData name="Pranay Gurumukhi" userId="8a075444-1b31-490a-9344-81a2765c5dcf" providerId="ADAL" clId="{C84E57F3-619D-46AA-A915-572FA8D03708}" dt="2026-08-21T06:01:29.616" v="5214" actId="478"/>
          <ac:spMkLst>
            <pc:docMk/>
            <pc:sldMk cId="623674690" sldId="2142533117"/>
            <ac:spMk id="35" creationId="{FBBDBBEC-CEC1-5006-4283-8540DA395DCC}"/>
          </ac:spMkLst>
        </pc:spChg>
        <pc:spChg chg="del">
          <ac:chgData name="Pranay Gurumukhi" userId="8a075444-1b31-490a-9344-81a2765c5dcf" providerId="ADAL" clId="{C84E57F3-619D-46AA-A915-572FA8D03708}" dt="2026-08-21T06:01:29.616" v="5214" actId="478"/>
          <ac:spMkLst>
            <pc:docMk/>
            <pc:sldMk cId="623674690" sldId="2142533117"/>
            <ac:spMk id="36" creationId="{90C4FD89-789D-BD5F-E072-61A6E0D34E14}"/>
          </ac:spMkLst>
        </pc:spChg>
        <pc:spChg chg="del">
          <ac:chgData name="Pranay Gurumukhi" userId="8a075444-1b31-490a-9344-81a2765c5dcf" providerId="ADAL" clId="{C84E57F3-619D-46AA-A915-572FA8D03708}" dt="2026-08-21T06:01:27.334" v="5212" actId="478"/>
          <ac:spMkLst>
            <pc:docMk/>
            <pc:sldMk cId="623674690" sldId="2142533117"/>
            <ac:spMk id="37" creationId="{FBF27039-7657-FDAF-061C-01AE74C54406}"/>
          </ac:spMkLst>
        </pc:spChg>
        <pc:spChg chg="del">
          <ac:chgData name="Pranay Gurumukhi" userId="8a075444-1b31-490a-9344-81a2765c5dcf" providerId="ADAL" clId="{C84E57F3-619D-46AA-A915-572FA8D03708}" dt="2026-08-21T06:01:28.408" v="5213" actId="478"/>
          <ac:spMkLst>
            <pc:docMk/>
            <pc:sldMk cId="623674690" sldId="2142533117"/>
            <ac:spMk id="38" creationId="{B0177DA6-F77B-09EA-3468-25908BB008F6}"/>
          </ac:spMkLst>
        </pc:spChg>
        <pc:picChg chg="del">
          <ac:chgData name="Pranay Gurumukhi" userId="8a075444-1b31-490a-9344-81a2765c5dcf" providerId="ADAL" clId="{C84E57F3-619D-46AA-A915-572FA8D03708}" dt="2026-08-21T06:01:06.657" v="5206" actId="478"/>
          <ac:picMkLst>
            <pc:docMk/>
            <pc:sldMk cId="623674690" sldId="2142533117"/>
            <ac:picMk id="4" creationId="{D5632DBB-4DC3-BA09-BF78-CBB4078C0788}"/>
          </ac:picMkLst>
        </pc:picChg>
        <pc:picChg chg="add del mod">
          <ac:chgData name="Pranay Gurumukhi" userId="8a075444-1b31-490a-9344-81a2765c5dcf" providerId="ADAL" clId="{C84E57F3-619D-46AA-A915-572FA8D03708}" dt="2026-08-21T07:35:01.074" v="5393" actId="478"/>
          <ac:picMkLst>
            <pc:docMk/>
            <pc:sldMk cId="623674690" sldId="2142533117"/>
            <ac:picMk id="5" creationId="{3A4DBC9C-1A1D-DA38-D463-5402A8830822}"/>
          </ac:picMkLst>
        </pc:picChg>
        <pc:picChg chg="add mod">
          <ac:chgData name="Pranay Gurumukhi" userId="8a075444-1b31-490a-9344-81a2765c5dcf" providerId="ADAL" clId="{C84E57F3-619D-46AA-A915-572FA8D03708}" dt="2026-08-21T07:35:18.665" v="5398" actId="1076"/>
          <ac:picMkLst>
            <pc:docMk/>
            <pc:sldMk cId="623674690" sldId="2142533117"/>
            <ac:picMk id="6" creationId="{DCD3F51B-EDD0-7CA9-A7F3-0FDB440B6E09}"/>
          </ac:picMkLst>
        </pc:picChg>
        <pc:picChg chg="add mod">
          <ac:chgData name="Pranay Gurumukhi" userId="8a075444-1b31-490a-9344-81a2765c5dcf" providerId="ADAL" clId="{C84E57F3-619D-46AA-A915-572FA8D03708}" dt="2026-08-21T07:35:51.046" v="5404" actId="14100"/>
          <ac:picMkLst>
            <pc:docMk/>
            <pc:sldMk cId="623674690" sldId="2142533117"/>
            <ac:picMk id="8" creationId="{DAE248AB-C393-ECA1-BCF5-24A2958630EF}"/>
          </ac:picMkLst>
        </pc:picChg>
        <pc:picChg chg="del">
          <ac:chgData name="Pranay Gurumukhi" userId="8a075444-1b31-490a-9344-81a2765c5dcf" providerId="ADAL" clId="{C84E57F3-619D-46AA-A915-572FA8D03708}" dt="2026-08-21T06:01:07.135" v="5207" actId="478"/>
          <ac:picMkLst>
            <pc:docMk/>
            <pc:sldMk cId="623674690" sldId="2142533117"/>
            <ac:picMk id="31" creationId="{0CBF877B-80DA-B6D9-703D-DE407278A695}"/>
          </ac:picMkLst>
        </pc:picChg>
      </pc:sldChg>
      <pc:sldChg chg="addSp delSp modSp add mod">
        <pc:chgData name="Pranay Gurumukhi" userId="8a075444-1b31-490a-9344-81a2765c5dcf" providerId="ADAL" clId="{C84E57F3-619D-46AA-A915-572FA8D03708}" dt="2026-08-21T08:43:13.837" v="8663" actId="1076"/>
        <pc:sldMkLst>
          <pc:docMk/>
          <pc:sldMk cId="1988985066" sldId="2142533118"/>
        </pc:sldMkLst>
        <pc:spChg chg="add mod">
          <ac:chgData name="Pranay Gurumukhi" userId="8a075444-1b31-490a-9344-81a2765c5dcf" providerId="ADAL" clId="{C84E57F3-619D-46AA-A915-572FA8D03708}" dt="2026-08-21T08:43:00.549" v="8659" actId="14100"/>
          <ac:spMkLst>
            <pc:docMk/>
            <pc:sldMk cId="1988985066" sldId="2142533118"/>
            <ac:spMk id="11" creationId="{5DB91347-BCE5-8495-35F8-929FA10D6CC3}"/>
          </ac:spMkLst>
        </pc:spChg>
        <pc:spChg chg="mod ord">
          <ac:chgData name="Pranay Gurumukhi" userId="8a075444-1b31-490a-9344-81a2765c5dcf" providerId="ADAL" clId="{C84E57F3-619D-46AA-A915-572FA8D03708}" dt="2026-08-21T08:43:10.571" v="8662" actId="1076"/>
          <ac:spMkLst>
            <pc:docMk/>
            <pc:sldMk cId="1988985066" sldId="2142533118"/>
            <ac:spMk id="13" creationId="{ECFC97A2-53ED-F3C6-2689-AB6C79153A77}"/>
          </ac:spMkLst>
        </pc:spChg>
        <pc:spChg chg="mod ord">
          <ac:chgData name="Pranay Gurumukhi" userId="8a075444-1b31-490a-9344-81a2765c5dcf" providerId="ADAL" clId="{C84E57F3-619D-46AA-A915-572FA8D03708}" dt="2026-08-21T08:43:13.837" v="8663" actId="1076"/>
          <ac:spMkLst>
            <pc:docMk/>
            <pc:sldMk cId="1988985066" sldId="2142533118"/>
            <ac:spMk id="16" creationId="{E782CC36-9ECB-BD4B-9DB1-3C4EFFE37F20}"/>
          </ac:spMkLst>
        </pc:spChg>
        <pc:spChg chg="mod ord">
          <ac:chgData name="Pranay Gurumukhi" userId="8a075444-1b31-490a-9344-81a2765c5dcf" providerId="ADAL" clId="{C84E57F3-619D-46AA-A915-572FA8D03708}" dt="2026-08-21T08:43:07.415" v="8661" actId="1076"/>
          <ac:spMkLst>
            <pc:docMk/>
            <pc:sldMk cId="1988985066" sldId="2142533118"/>
            <ac:spMk id="20" creationId="{96079067-0AAB-1D16-8916-3AC1915303EA}"/>
          </ac:spMkLst>
        </pc:spChg>
        <pc:spChg chg="mod ord">
          <ac:chgData name="Pranay Gurumukhi" userId="8a075444-1b31-490a-9344-81a2765c5dcf" providerId="ADAL" clId="{C84E57F3-619D-46AA-A915-572FA8D03708}" dt="2026-08-21T07:56:13.035" v="6461" actId="1076"/>
          <ac:spMkLst>
            <pc:docMk/>
            <pc:sldMk cId="1988985066" sldId="2142533118"/>
            <ac:spMk id="23" creationId="{E6F3D036-E5C9-1F8B-43C9-E65AE0B293A3}"/>
          </ac:spMkLst>
        </pc:spChg>
        <pc:spChg chg="mod">
          <ac:chgData name="Pranay Gurumukhi" userId="8a075444-1b31-490a-9344-81a2765c5dcf" providerId="ADAL" clId="{C84E57F3-619D-46AA-A915-572FA8D03708}" dt="2026-08-21T06:03:42.719" v="5264" actId="20577"/>
          <ac:spMkLst>
            <pc:docMk/>
            <pc:sldMk cId="1988985066" sldId="2142533118"/>
            <ac:spMk id="24" creationId="{58168283-EE42-1494-B9D5-5FDC48991C50}"/>
          </ac:spMkLst>
        </pc:spChg>
        <pc:spChg chg="mod ord">
          <ac:chgData name="Pranay Gurumukhi" userId="8a075444-1b31-490a-9344-81a2765c5dcf" providerId="ADAL" clId="{C84E57F3-619D-46AA-A915-572FA8D03708}" dt="2026-08-21T07:56:30.095" v="6464" actId="1076"/>
          <ac:spMkLst>
            <pc:docMk/>
            <pc:sldMk cId="1988985066" sldId="2142533118"/>
            <ac:spMk id="26" creationId="{F5735012-80F7-B85E-DF5C-D9D495504892}"/>
          </ac:spMkLst>
        </pc:spChg>
        <pc:spChg chg="mod ord">
          <ac:chgData name="Pranay Gurumukhi" userId="8a075444-1b31-490a-9344-81a2765c5dcf" providerId="ADAL" clId="{C84E57F3-619D-46AA-A915-572FA8D03708}" dt="2026-08-21T07:56:33.268" v="6465" actId="1076"/>
          <ac:spMkLst>
            <pc:docMk/>
            <pc:sldMk cId="1988985066" sldId="2142533118"/>
            <ac:spMk id="28" creationId="{2A9804C1-C934-DDE8-31E5-979849D462DF}"/>
          </ac:spMkLst>
        </pc:spChg>
        <pc:spChg chg="del ord">
          <ac:chgData name="Pranay Gurumukhi" userId="8a075444-1b31-490a-9344-81a2765c5dcf" providerId="ADAL" clId="{C84E57F3-619D-46AA-A915-572FA8D03708}" dt="2026-08-21T07:56:34.711" v="6466" actId="478"/>
          <ac:spMkLst>
            <pc:docMk/>
            <pc:sldMk cId="1988985066" sldId="2142533118"/>
            <ac:spMk id="30" creationId="{3008ED74-CB89-DB42-611C-0FE0AE404EA5}"/>
          </ac:spMkLst>
        </pc:spChg>
        <pc:spChg chg="mod ord">
          <ac:chgData name="Pranay Gurumukhi" userId="8a075444-1b31-490a-9344-81a2765c5dcf" providerId="ADAL" clId="{C84E57F3-619D-46AA-A915-572FA8D03708}" dt="2026-08-21T07:55:20.257" v="6445" actId="1076"/>
          <ac:spMkLst>
            <pc:docMk/>
            <pc:sldMk cId="1988985066" sldId="2142533118"/>
            <ac:spMk id="32" creationId="{111EC045-0F61-3544-79B2-68C347412DD4}"/>
          </ac:spMkLst>
        </pc:spChg>
        <pc:spChg chg="mod">
          <ac:chgData name="Pranay Gurumukhi" userId="8a075444-1b31-490a-9344-81a2765c5dcf" providerId="ADAL" clId="{C84E57F3-619D-46AA-A915-572FA8D03708}" dt="2026-08-21T07:56:25.623" v="6463" actId="20577"/>
          <ac:spMkLst>
            <pc:docMk/>
            <pc:sldMk cId="1988985066" sldId="2142533118"/>
            <ac:spMk id="34" creationId="{64B461C0-24C5-2739-D70E-CC72F35CAF6C}"/>
          </ac:spMkLst>
        </pc:spChg>
        <pc:picChg chg="add mod">
          <ac:chgData name="Pranay Gurumukhi" userId="8a075444-1b31-490a-9344-81a2765c5dcf" providerId="ADAL" clId="{C84E57F3-619D-46AA-A915-572FA8D03708}" dt="2026-08-21T06:03:34.926" v="5247" actId="1076"/>
          <ac:picMkLst>
            <pc:docMk/>
            <pc:sldMk cId="1988985066" sldId="2142533118"/>
            <ac:picMk id="3" creationId="{7405D72B-7A21-C64B-4CFB-59542E12C4F5}"/>
          </ac:picMkLst>
        </pc:picChg>
        <pc:picChg chg="del">
          <ac:chgData name="Pranay Gurumukhi" userId="8a075444-1b31-490a-9344-81a2765c5dcf" providerId="ADAL" clId="{C84E57F3-619D-46AA-A915-572FA8D03708}" dt="2026-08-21T06:03:31.348" v="5245" actId="478"/>
          <ac:picMkLst>
            <pc:docMk/>
            <pc:sldMk cId="1988985066" sldId="2142533118"/>
            <ac:picMk id="5" creationId="{F649A2D7-F75D-0305-EE90-BDF58D467493}"/>
          </ac:picMkLst>
        </pc:picChg>
        <pc:picChg chg="add del mod">
          <ac:chgData name="Pranay Gurumukhi" userId="8a075444-1b31-490a-9344-81a2765c5dcf" providerId="ADAL" clId="{C84E57F3-619D-46AA-A915-572FA8D03708}" dt="2026-08-21T06:35:50.958" v="5268" actId="478"/>
          <ac:picMkLst>
            <pc:docMk/>
            <pc:sldMk cId="1988985066" sldId="2142533118"/>
            <ac:picMk id="6" creationId="{6D807C0F-5603-B23C-5CB8-0E9F1751DC0B}"/>
          </ac:picMkLst>
        </pc:picChg>
        <pc:picChg chg="add mod">
          <ac:chgData name="Pranay Gurumukhi" userId="8a075444-1b31-490a-9344-81a2765c5dcf" providerId="ADAL" clId="{C84E57F3-619D-46AA-A915-572FA8D03708}" dt="2026-08-21T08:42:53.726" v="8657" actId="1076"/>
          <ac:picMkLst>
            <pc:docMk/>
            <pc:sldMk cId="1988985066" sldId="2142533118"/>
            <ac:picMk id="8" creationId="{036DA7DE-EFB9-EBFE-FCD7-0363ECA9AC07}"/>
          </ac:picMkLst>
        </pc:picChg>
      </pc:sldChg>
      <pc:sldChg chg="addSp delSp modSp add mod">
        <pc:chgData name="Pranay Gurumukhi" userId="8a075444-1b31-490a-9344-81a2765c5dcf" providerId="ADAL" clId="{C84E57F3-619D-46AA-A915-572FA8D03708}" dt="2026-08-21T08:04:22.403" v="6823" actId="478"/>
        <pc:sldMkLst>
          <pc:docMk/>
          <pc:sldMk cId="3675171571" sldId="2142533119"/>
        </pc:sldMkLst>
        <pc:spChg chg="add mod">
          <ac:chgData name="Pranay Gurumukhi" userId="8a075444-1b31-490a-9344-81a2765c5dcf" providerId="ADAL" clId="{C84E57F3-619D-46AA-A915-572FA8D03708}" dt="2026-08-21T08:03:34.819" v="6798" actId="1076"/>
          <ac:spMkLst>
            <pc:docMk/>
            <pc:sldMk cId="3675171571" sldId="2142533119"/>
            <ac:spMk id="11" creationId="{0A1E02DD-DCF6-3EE2-9AE1-706EC17D81BB}"/>
          </ac:spMkLst>
        </pc:spChg>
        <pc:spChg chg="mod ord">
          <ac:chgData name="Pranay Gurumukhi" userId="8a075444-1b31-490a-9344-81a2765c5dcf" providerId="ADAL" clId="{C84E57F3-619D-46AA-A915-572FA8D03708}" dt="2026-08-21T08:03:31.896" v="6796" actId="1076"/>
          <ac:spMkLst>
            <pc:docMk/>
            <pc:sldMk cId="3675171571" sldId="2142533119"/>
            <ac:spMk id="13" creationId="{47A5A8F3-CA44-170C-6FAF-D0292B30515A}"/>
          </ac:spMkLst>
        </pc:spChg>
        <pc:spChg chg="mod ord">
          <ac:chgData name="Pranay Gurumukhi" userId="8a075444-1b31-490a-9344-81a2765c5dcf" providerId="ADAL" clId="{C84E57F3-619D-46AA-A915-572FA8D03708}" dt="2026-08-21T08:03:38.229" v="6799" actId="1076"/>
          <ac:spMkLst>
            <pc:docMk/>
            <pc:sldMk cId="3675171571" sldId="2142533119"/>
            <ac:spMk id="16" creationId="{CCA5FE29-5247-868F-501B-BCC56F1800F3}"/>
          </ac:spMkLst>
        </pc:spChg>
        <pc:spChg chg="mod ord">
          <ac:chgData name="Pranay Gurumukhi" userId="8a075444-1b31-490a-9344-81a2765c5dcf" providerId="ADAL" clId="{C84E57F3-619D-46AA-A915-572FA8D03708}" dt="2026-08-21T08:04:05.006" v="6819" actId="1076"/>
          <ac:spMkLst>
            <pc:docMk/>
            <pc:sldMk cId="3675171571" sldId="2142533119"/>
            <ac:spMk id="20" creationId="{FFF98984-F2C1-D4B2-E58A-0940419AE7D8}"/>
          </ac:spMkLst>
        </pc:spChg>
        <pc:spChg chg="mod ord">
          <ac:chgData name="Pranay Gurumukhi" userId="8a075444-1b31-490a-9344-81a2765c5dcf" providerId="ADAL" clId="{C84E57F3-619D-46AA-A915-572FA8D03708}" dt="2026-08-21T08:04:08.482" v="6820" actId="1076"/>
          <ac:spMkLst>
            <pc:docMk/>
            <pc:sldMk cId="3675171571" sldId="2142533119"/>
            <ac:spMk id="23" creationId="{7E287C51-15B7-E278-F83A-F09785C9495A}"/>
          </ac:spMkLst>
        </pc:spChg>
        <pc:spChg chg="mod">
          <ac:chgData name="Pranay Gurumukhi" userId="8a075444-1b31-490a-9344-81a2765c5dcf" providerId="ADAL" clId="{C84E57F3-619D-46AA-A915-572FA8D03708}" dt="2026-08-21T07:58:25.946" v="6750" actId="20577"/>
          <ac:spMkLst>
            <pc:docMk/>
            <pc:sldMk cId="3675171571" sldId="2142533119"/>
            <ac:spMk id="24" creationId="{DF5E3436-ADE9-C50F-9084-A786F239B47A}"/>
          </ac:spMkLst>
        </pc:spChg>
        <pc:spChg chg="mod ord">
          <ac:chgData name="Pranay Gurumukhi" userId="8a075444-1b31-490a-9344-81a2765c5dcf" providerId="ADAL" clId="{C84E57F3-619D-46AA-A915-572FA8D03708}" dt="2026-08-21T08:04:20.028" v="6821" actId="1076"/>
          <ac:spMkLst>
            <pc:docMk/>
            <pc:sldMk cId="3675171571" sldId="2142533119"/>
            <ac:spMk id="26" creationId="{EE68399A-CD6E-33CA-CB65-F68C7FAB093C}"/>
          </ac:spMkLst>
        </pc:spChg>
        <pc:spChg chg="del ord">
          <ac:chgData name="Pranay Gurumukhi" userId="8a075444-1b31-490a-9344-81a2765c5dcf" providerId="ADAL" clId="{C84E57F3-619D-46AA-A915-572FA8D03708}" dt="2026-08-21T08:04:21.605" v="6822" actId="478"/>
          <ac:spMkLst>
            <pc:docMk/>
            <pc:sldMk cId="3675171571" sldId="2142533119"/>
            <ac:spMk id="28" creationId="{39F36C7D-3F4D-CCF8-30C4-5FCB32EE917F}"/>
          </ac:spMkLst>
        </pc:spChg>
        <pc:spChg chg="del ord">
          <ac:chgData name="Pranay Gurumukhi" userId="8a075444-1b31-490a-9344-81a2765c5dcf" providerId="ADAL" clId="{C84E57F3-619D-46AA-A915-572FA8D03708}" dt="2026-08-21T08:04:22.403" v="6823" actId="478"/>
          <ac:spMkLst>
            <pc:docMk/>
            <pc:sldMk cId="3675171571" sldId="2142533119"/>
            <ac:spMk id="30" creationId="{58062A0E-6168-3B38-9334-8BD67FECC08A}"/>
          </ac:spMkLst>
        </pc:spChg>
        <pc:spChg chg="mod ord">
          <ac:chgData name="Pranay Gurumukhi" userId="8a075444-1b31-490a-9344-81a2765c5dcf" providerId="ADAL" clId="{C84E57F3-619D-46AA-A915-572FA8D03708}" dt="2026-08-21T08:03:09.880" v="6789" actId="1076"/>
          <ac:spMkLst>
            <pc:docMk/>
            <pc:sldMk cId="3675171571" sldId="2142533119"/>
            <ac:spMk id="32" creationId="{2F0B8BF9-1EDB-6A2F-FBDA-8A6AAF90E1DA}"/>
          </ac:spMkLst>
        </pc:spChg>
        <pc:spChg chg="mod">
          <ac:chgData name="Pranay Gurumukhi" userId="8a075444-1b31-490a-9344-81a2765c5dcf" providerId="ADAL" clId="{C84E57F3-619D-46AA-A915-572FA8D03708}" dt="2026-08-21T08:03:57.586" v="6818" actId="20577"/>
          <ac:spMkLst>
            <pc:docMk/>
            <pc:sldMk cId="3675171571" sldId="2142533119"/>
            <ac:spMk id="34" creationId="{EC6F9E3C-4F85-4AD9-F04F-195616E3AC93}"/>
          </ac:spMkLst>
        </pc:spChg>
        <pc:picChg chg="del">
          <ac:chgData name="Pranay Gurumukhi" userId="8a075444-1b31-490a-9344-81a2765c5dcf" providerId="ADAL" clId="{C84E57F3-619D-46AA-A915-572FA8D03708}" dt="2026-08-21T06:36:40.541" v="5272" actId="478"/>
          <ac:picMkLst>
            <pc:docMk/>
            <pc:sldMk cId="3675171571" sldId="2142533119"/>
            <ac:picMk id="3" creationId="{2C1762F6-D14D-67D3-8C11-2D3DC79ADCDE}"/>
          </ac:picMkLst>
        </pc:picChg>
        <pc:picChg chg="add mod">
          <ac:chgData name="Pranay Gurumukhi" userId="8a075444-1b31-490a-9344-81a2765c5dcf" providerId="ADAL" clId="{C84E57F3-619D-46AA-A915-572FA8D03708}" dt="2026-08-21T06:36:48.949" v="5280" actId="1076"/>
          <ac:picMkLst>
            <pc:docMk/>
            <pc:sldMk cId="3675171571" sldId="2142533119"/>
            <ac:picMk id="4" creationId="{A5EFEF40-C8E5-B44D-A4D4-3A50CE31BFE0}"/>
          </ac:picMkLst>
        </pc:picChg>
        <pc:picChg chg="add del mod">
          <ac:chgData name="Pranay Gurumukhi" userId="8a075444-1b31-490a-9344-81a2765c5dcf" providerId="ADAL" clId="{C84E57F3-619D-46AA-A915-572FA8D03708}" dt="2026-08-21T08:02:03.909" v="6776" actId="478"/>
          <ac:picMkLst>
            <pc:docMk/>
            <pc:sldMk cId="3675171571" sldId="2142533119"/>
            <ac:picMk id="6" creationId="{94821EF2-01EB-A375-4960-E1EC4840F570}"/>
          </ac:picMkLst>
        </pc:picChg>
        <pc:picChg chg="del">
          <ac:chgData name="Pranay Gurumukhi" userId="8a075444-1b31-490a-9344-81a2765c5dcf" providerId="ADAL" clId="{C84E57F3-619D-46AA-A915-572FA8D03708}" dt="2026-08-21T06:37:24.760" v="5304" actId="478"/>
          <ac:picMkLst>
            <pc:docMk/>
            <pc:sldMk cId="3675171571" sldId="2142533119"/>
            <ac:picMk id="8" creationId="{D27B36FE-B4B9-DF4E-5766-10CA3C5AA191}"/>
          </ac:picMkLst>
        </pc:picChg>
        <pc:picChg chg="add mod">
          <ac:chgData name="Pranay Gurumukhi" userId="8a075444-1b31-490a-9344-81a2765c5dcf" providerId="ADAL" clId="{C84E57F3-619D-46AA-A915-572FA8D03708}" dt="2026-08-21T08:02:32.552" v="6779" actId="14100"/>
          <ac:picMkLst>
            <pc:docMk/>
            <pc:sldMk cId="3675171571" sldId="2142533119"/>
            <ac:picMk id="9" creationId="{3B06983F-719D-5641-1D73-C227C223DF5E}"/>
          </ac:picMkLst>
        </pc:picChg>
      </pc:sldChg>
      <pc:sldChg chg="addSp delSp modSp add mod">
        <pc:chgData name="Pranay Gurumukhi" userId="8a075444-1b31-490a-9344-81a2765c5dcf" providerId="ADAL" clId="{C84E57F3-619D-46AA-A915-572FA8D03708}" dt="2026-08-21T08:43:34.042" v="8665" actId="1076"/>
        <pc:sldMkLst>
          <pc:docMk/>
          <pc:sldMk cId="1744025112" sldId="2142533120"/>
        </pc:sldMkLst>
        <pc:spChg chg="add mod">
          <ac:chgData name="Pranay Gurumukhi" userId="8a075444-1b31-490a-9344-81a2765c5dcf" providerId="ADAL" clId="{C84E57F3-619D-46AA-A915-572FA8D03708}" dt="2026-08-21T08:09:07.605" v="7443" actId="1076"/>
          <ac:spMkLst>
            <pc:docMk/>
            <pc:sldMk cId="1744025112" sldId="2142533120"/>
            <ac:spMk id="11" creationId="{715C69E3-221E-EB2B-EFD7-82E82C368263}"/>
          </ac:spMkLst>
        </pc:spChg>
        <pc:spChg chg="mod">
          <ac:chgData name="Pranay Gurumukhi" userId="8a075444-1b31-490a-9344-81a2765c5dcf" providerId="ADAL" clId="{C84E57F3-619D-46AA-A915-572FA8D03708}" dt="2026-08-21T08:09:04.447" v="7441" actId="1076"/>
          <ac:spMkLst>
            <pc:docMk/>
            <pc:sldMk cId="1744025112" sldId="2142533120"/>
            <ac:spMk id="13" creationId="{B5F9C059-BDD2-E17B-8D0C-315EB8016F19}"/>
          </ac:spMkLst>
        </pc:spChg>
        <pc:spChg chg="add mod">
          <ac:chgData name="Pranay Gurumukhi" userId="8a075444-1b31-490a-9344-81a2765c5dcf" providerId="ADAL" clId="{C84E57F3-619D-46AA-A915-572FA8D03708}" dt="2026-08-21T08:10:43.811" v="7532" actId="14100"/>
          <ac:spMkLst>
            <pc:docMk/>
            <pc:sldMk cId="1744025112" sldId="2142533120"/>
            <ac:spMk id="14" creationId="{280E5BBD-E645-DD1F-32CF-5D8D1AF13F3B}"/>
          </ac:spMkLst>
        </pc:spChg>
        <pc:spChg chg="add mod">
          <ac:chgData name="Pranay Gurumukhi" userId="8a075444-1b31-490a-9344-81a2765c5dcf" providerId="ADAL" clId="{C84E57F3-619D-46AA-A915-572FA8D03708}" dt="2026-08-21T08:43:34.042" v="8665" actId="1076"/>
          <ac:spMkLst>
            <pc:docMk/>
            <pc:sldMk cId="1744025112" sldId="2142533120"/>
            <ac:spMk id="15" creationId="{DC11A160-81A1-E8A0-BDA9-83E0C2435EF2}"/>
          </ac:spMkLst>
        </pc:spChg>
        <pc:spChg chg="mod">
          <ac:chgData name="Pranay Gurumukhi" userId="8a075444-1b31-490a-9344-81a2765c5dcf" providerId="ADAL" clId="{C84E57F3-619D-46AA-A915-572FA8D03708}" dt="2026-08-21T08:09:16.115" v="7444" actId="1076"/>
          <ac:spMkLst>
            <pc:docMk/>
            <pc:sldMk cId="1744025112" sldId="2142533120"/>
            <ac:spMk id="16" creationId="{48EEE7FF-C0B6-B304-A188-1F29A7103F52}"/>
          </ac:spMkLst>
        </pc:spChg>
        <pc:spChg chg="mod">
          <ac:chgData name="Pranay Gurumukhi" userId="8a075444-1b31-490a-9344-81a2765c5dcf" providerId="ADAL" clId="{C84E57F3-619D-46AA-A915-572FA8D03708}" dt="2026-08-21T08:09:27.977" v="7445" actId="1076"/>
          <ac:spMkLst>
            <pc:docMk/>
            <pc:sldMk cId="1744025112" sldId="2142533120"/>
            <ac:spMk id="20" creationId="{A97232B9-E546-333C-C2F9-A42251CA2CE0}"/>
          </ac:spMkLst>
        </pc:spChg>
        <pc:spChg chg="mod ord">
          <ac:chgData name="Pranay Gurumukhi" userId="8a075444-1b31-490a-9344-81a2765c5dcf" providerId="ADAL" clId="{C84E57F3-619D-46AA-A915-572FA8D03708}" dt="2026-08-21T08:10:48.097" v="7533" actId="166"/>
          <ac:spMkLst>
            <pc:docMk/>
            <pc:sldMk cId="1744025112" sldId="2142533120"/>
            <ac:spMk id="23" creationId="{CB37BACF-1279-B8B6-EAE7-C19E2E4CDA40}"/>
          </ac:spMkLst>
        </pc:spChg>
        <pc:spChg chg="mod">
          <ac:chgData name="Pranay Gurumukhi" userId="8a075444-1b31-490a-9344-81a2765c5dcf" providerId="ADAL" clId="{C84E57F3-619D-46AA-A915-572FA8D03708}" dt="2026-08-21T06:39:24.777" v="5335" actId="20577"/>
          <ac:spMkLst>
            <pc:docMk/>
            <pc:sldMk cId="1744025112" sldId="2142533120"/>
            <ac:spMk id="24" creationId="{B46477B6-6EA1-68B8-9CEA-2C680E7FB442}"/>
          </ac:spMkLst>
        </pc:spChg>
        <pc:spChg chg="mod">
          <ac:chgData name="Pranay Gurumukhi" userId="8a075444-1b31-490a-9344-81a2765c5dcf" providerId="ADAL" clId="{C84E57F3-619D-46AA-A915-572FA8D03708}" dt="2026-08-21T08:11:06.362" v="7535" actId="1076"/>
          <ac:spMkLst>
            <pc:docMk/>
            <pc:sldMk cId="1744025112" sldId="2142533120"/>
            <ac:spMk id="26" creationId="{F38F03A3-4249-3136-2C0A-37D565065F4E}"/>
          </ac:spMkLst>
        </pc:spChg>
        <pc:spChg chg="mod">
          <ac:chgData name="Pranay Gurumukhi" userId="8a075444-1b31-490a-9344-81a2765c5dcf" providerId="ADAL" clId="{C84E57F3-619D-46AA-A915-572FA8D03708}" dt="2026-08-21T08:11:18.443" v="7536" actId="1076"/>
          <ac:spMkLst>
            <pc:docMk/>
            <pc:sldMk cId="1744025112" sldId="2142533120"/>
            <ac:spMk id="28" creationId="{21D565D4-D7AE-08FD-089C-7A9C82C02265}"/>
          </ac:spMkLst>
        </pc:spChg>
        <pc:spChg chg="del">
          <ac:chgData name="Pranay Gurumukhi" userId="8a075444-1b31-490a-9344-81a2765c5dcf" providerId="ADAL" clId="{C84E57F3-619D-46AA-A915-572FA8D03708}" dt="2026-08-21T08:11:20.021" v="7537" actId="478"/>
          <ac:spMkLst>
            <pc:docMk/>
            <pc:sldMk cId="1744025112" sldId="2142533120"/>
            <ac:spMk id="30" creationId="{35B48059-1B4A-BC6B-01BB-4F90E52CAAEB}"/>
          </ac:spMkLst>
        </pc:spChg>
        <pc:spChg chg="mod">
          <ac:chgData name="Pranay Gurumukhi" userId="8a075444-1b31-490a-9344-81a2765c5dcf" providerId="ADAL" clId="{C84E57F3-619D-46AA-A915-572FA8D03708}" dt="2026-08-21T08:08:56.059" v="7440" actId="1076"/>
          <ac:spMkLst>
            <pc:docMk/>
            <pc:sldMk cId="1744025112" sldId="2142533120"/>
            <ac:spMk id="32" creationId="{D21268BD-AA7B-CD43-C6B2-69CFB0D89419}"/>
          </ac:spMkLst>
        </pc:spChg>
        <pc:spChg chg="mod">
          <ac:chgData name="Pranay Gurumukhi" userId="8a075444-1b31-490a-9344-81a2765c5dcf" providerId="ADAL" clId="{C84E57F3-619D-46AA-A915-572FA8D03708}" dt="2026-08-21T08:09:52.150" v="7526" actId="20577"/>
          <ac:spMkLst>
            <pc:docMk/>
            <pc:sldMk cId="1744025112" sldId="2142533120"/>
            <ac:spMk id="34" creationId="{5A153E3F-14A5-DF64-C36F-ECCA15685F46}"/>
          </ac:spMkLst>
        </pc:spChg>
        <pc:picChg chg="add mod ord">
          <ac:chgData name="Pranay Gurumukhi" userId="8a075444-1b31-490a-9344-81a2765c5dcf" providerId="ADAL" clId="{C84E57F3-619D-46AA-A915-572FA8D03708}" dt="2026-08-21T08:08:50.702" v="7439" actId="167"/>
          <ac:picMkLst>
            <pc:docMk/>
            <pc:sldMk cId="1744025112" sldId="2142533120"/>
            <ac:picMk id="3" creationId="{B38FDB42-C306-9F2C-AB24-9B2F059EB857}"/>
          </ac:picMkLst>
        </pc:picChg>
        <pc:picChg chg="del">
          <ac:chgData name="Pranay Gurumukhi" userId="8a075444-1b31-490a-9344-81a2765c5dcf" providerId="ADAL" clId="{C84E57F3-619D-46AA-A915-572FA8D03708}" dt="2026-08-21T06:39:09.446" v="5309" actId="478"/>
          <ac:picMkLst>
            <pc:docMk/>
            <pc:sldMk cId="1744025112" sldId="2142533120"/>
            <ac:picMk id="4" creationId="{3D2BCB6F-528A-ADA4-CB1E-6360144E34FC}"/>
          </ac:picMkLst>
        </pc:picChg>
        <pc:picChg chg="del">
          <ac:chgData name="Pranay Gurumukhi" userId="8a075444-1b31-490a-9344-81a2765c5dcf" providerId="ADAL" clId="{C84E57F3-619D-46AA-A915-572FA8D03708}" dt="2026-08-21T06:39:10.281" v="5310" actId="478"/>
          <ac:picMkLst>
            <pc:docMk/>
            <pc:sldMk cId="1744025112" sldId="2142533120"/>
            <ac:picMk id="6" creationId="{CD2FF1BA-CAEF-FC43-06E6-107C24828F51}"/>
          </ac:picMkLst>
        </pc:picChg>
        <pc:picChg chg="add mod ord">
          <ac:chgData name="Pranay Gurumukhi" userId="8a075444-1b31-490a-9344-81a2765c5dcf" providerId="ADAL" clId="{C84E57F3-619D-46AA-A915-572FA8D03708}" dt="2026-08-21T08:08:50.702" v="7439" actId="167"/>
          <ac:picMkLst>
            <pc:docMk/>
            <pc:sldMk cId="1744025112" sldId="2142533120"/>
            <ac:picMk id="7" creationId="{62B4E563-18CB-7C39-37AB-55658D3510FD}"/>
          </ac:picMkLst>
        </pc:picChg>
        <pc:picChg chg="add del">
          <ac:chgData name="Pranay Gurumukhi" userId="8a075444-1b31-490a-9344-81a2765c5dcf" providerId="ADAL" clId="{C84E57F3-619D-46AA-A915-572FA8D03708}" dt="2026-08-21T08:08:17.339" v="7430" actId="22"/>
          <ac:picMkLst>
            <pc:docMk/>
            <pc:sldMk cId="1744025112" sldId="2142533120"/>
            <ac:picMk id="9" creationId="{BF5A2566-B8CA-4389-FF4F-B0207C3CB73C}"/>
          </ac:picMkLst>
        </pc:picChg>
      </pc:sldChg>
      <pc:sldChg chg="add del">
        <pc:chgData name="Pranay Gurumukhi" userId="8a075444-1b31-490a-9344-81a2765c5dcf" providerId="ADAL" clId="{C84E57F3-619D-46AA-A915-572FA8D03708}" dt="2026-08-21T08:10:29.364" v="7528" actId="47"/>
        <pc:sldMkLst>
          <pc:docMk/>
          <pc:sldMk cId="2500651551" sldId="2142533121"/>
        </pc:sldMkLst>
      </pc:sldChg>
      <pc:sldChg chg="addSp delSp modSp add mod ord">
        <pc:chgData name="Pranay Gurumukhi" userId="8a075444-1b31-490a-9344-81a2765c5dcf" providerId="ADAL" clId="{C84E57F3-619D-46AA-A915-572FA8D03708}" dt="2026-08-21T08:43:57.015" v="8672" actId="1076"/>
        <pc:sldMkLst>
          <pc:docMk/>
          <pc:sldMk cId="1937691289" sldId="2142533122"/>
        </pc:sldMkLst>
        <pc:spChg chg="del">
          <ac:chgData name="Pranay Gurumukhi" userId="8a075444-1b31-490a-9344-81a2765c5dcf" providerId="ADAL" clId="{C84E57F3-619D-46AA-A915-572FA8D03708}" dt="2026-08-21T06:49:52.427" v="5344" actId="478"/>
          <ac:spMkLst>
            <pc:docMk/>
            <pc:sldMk cId="1937691289" sldId="2142533122"/>
            <ac:spMk id="8" creationId="{53221061-3410-F710-5D94-1015FB2609B3}"/>
          </ac:spMkLst>
        </pc:spChg>
        <pc:spChg chg="del">
          <ac:chgData name="Pranay Gurumukhi" userId="8a075444-1b31-490a-9344-81a2765c5dcf" providerId="ADAL" clId="{C84E57F3-619D-46AA-A915-572FA8D03708}" dt="2026-08-21T06:49:52.427" v="5344" actId="478"/>
          <ac:spMkLst>
            <pc:docMk/>
            <pc:sldMk cId="1937691289" sldId="2142533122"/>
            <ac:spMk id="9" creationId="{EAD4703B-F4E1-8EEB-69DA-82FAA26F024D}"/>
          </ac:spMkLst>
        </pc:spChg>
        <pc:spChg chg="add mod">
          <ac:chgData name="Pranay Gurumukhi" userId="8a075444-1b31-490a-9344-81a2765c5dcf" providerId="ADAL" clId="{C84E57F3-619D-46AA-A915-572FA8D03708}" dt="2026-08-21T08:15:17.477" v="8030" actId="20577"/>
          <ac:spMkLst>
            <pc:docMk/>
            <pc:sldMk cId="1937691289" sldId="2142533122"/>
            <ac:spMk id="10" creationId="{7D6420D0-1D17-705D-7301-9B5E13D1A533}"/>
          </ac:spMkLst>
        </pc:spChg>
        <pc:spChg chg="del">
          <ac:chgData name="Pranay Gurumukhi" userId="8a075444-1b31-490a-9344-81a2765c5dcf" providerId="ADAL" clId="{C84E57F3-619D-46AA-A915-572FA8D03708}" dt="2026-08-21T06:49:52.427" v="5344" actId="478"/>
          <ac:spMkLst>
            <pc:docMk/>
            <pc:sldMk cId="1937691289" sldId="2142533122"/>
            <ac:spMk id="11" creationId="{DA850A90-3919-C199-494E-9A8478EBE0C1}"/>
          </ac:spMkLst>
        </pc:spChg>
        <pc:spChg chg="del">
          <ac:chgData name="Pranay Gurumukhi" userId="8a075444-1b31-490a-9344-81a2765c5dcf" providerId="ADAL" clId="{C84E57F3-619D-46AA-A915-572FA8D03708}" dt="2026-08-21T06:49:52.427" v="5344" actId="478"/>
          <ac:spMkLst>
            <pc:docMk/>
            <pc:sldMk cId="1937691289" sldId="2142533122"/>
            <ac:spMk id="12" creationId="{3E8895FB-8056-268B-477A-514760DEF312}"/>
          </ac:spMkLst>
        </pc:spChg>
        <pc:spChg chg="mod">
          <ac:chgData name="Pranay Gurumukhi" userId="8a075444-1b31-490a-9344-81a2765c5dcf" providerId="ADAL" clId="{C84E57F3-619D-46AA-A915-572FA8D03708}" dt="2026-08-21T08:24:11.952" v="8421" actId="1036"/>
          <ac:spMkLst>
            <pc:docMk/>
            <pc:sldMk cId="1937691289" sldId="2142533122"/>
            <ac:spMk id="13" creationId="{44CE2716-2002-53F3-BE32-E00E6E861231}"/>
          </ac:spMkLst>
        </pc:spChg>
        <pc:spChg chg="del">
          <ac:chgData name="Pranay Gurumukhi" userId="8a075444-1b31-490a-9344-81a2765c5dcf" providerId="ADAL" clId="{C84E57F3-619D-46AA-A915-572FA8D03708}" dt="2026-08-21T06:49:52.427" v="5344" actId="478"/>
          <ac:spMkLst>
            <pc:docMk/>
            <pc:sldMk cId="1937691289" sldId="2142533122"/>
            <ac:spMk id="14" creationId="{396F89B1-4ABD-BA3F-B3FD-C37B4D6F6EFF}"/>
          </ac:spMkLst>
        </pc:spChg>
        <pc:spChg chg="del">
          <ac:chgData name="Pranay Gurumukhi" userId="8a075444-1b31-490a-9344-81a2765c5dcf" providerId="ADAL" clId="{C84E57F3-619D-46AA-A915-572FA8D03708}" dt="2026-08-21T06:49:52.427" v="5344" actId="478"/>
          <ac:spMkLst>
            <pc:docMk/>
            <pc:sldMk cId="1937691289" sldId="2142533122"/>
            <ac:spMk id="15" creationId="{F65C6502-1AF7-9D75-0EE5-478F492AA249}"/>
          </ac:spMkLst>
        </pc:spChg>
        <pc:spChg chg="mod">
          <ac:chgData name="Pranay Gurumukhi" userId="8a075444-1b31-490a-9344-81a2765c5dcf" providerId="ADAL" clId="{C84E57F3-619D-46AA-A915-572FA8D03708}" dt="2026-08-21T08:24:11.952" v="8421" actId="1036"/>
          <ac:spMkLst>
            <pc:docMk/>
            <pc:sldMk cId="1937691289" sldId="2142533122"/>
            <ac:spMk id="16" creationId="{4A3C5B40-51AF-5368-ED81-F9A16CB38FC5}"/>
          </ac:spMkLst>
        </pc:spChg>
        <pc:spChg chg="del">
          <ac:chgData name="Pranay Gurumukhi" userId="8a075444-1b31-490a-9344-81a2765c5dcf" providerId="ADAL" clId="{C84E57F3-619D-46AA-A915-572FA8D03708}" dt="2026-08-21T06:49:52.427" v="5344" actId="478"/>
          <ac:spMkLst>
            <pc:docMk/>
            <pc:sldMk cId="1937691289" sldId="2142533122"/>
            <ac:spMk id="18" creationId="{5A272C6D-5B22-1B33-A3CF-B826813954AC}"/>
          </ac:spMkLst>
        </pc:spChg>
        <pc:spChg chg="del">
          <ac:chgData name="Pranay Gurumukhi" userId="8a075444-1b31-490a-9344-81a2765c5dcf" providerId="ADAL" clId="{C84E57F3-619D-46AA-A915-572FA8D03708}" dt="2026-08-21T06:49:52.427" v="5344" actId="478"/>
          <ac:spMkLst>
            <pc:docMk/>
            <pc:sldMk cId="1937691289" sldId="2142533122"/>
            <ac:spMk id="19" creationId="{E0C7E3F3-CF4D-5A5E-169A-908B1C1FF24C}"/>
          </ac:spMkLst>
        </pc:spChg>
        <pc:spChg chg="mod">
          <ac:chgData name="Pranay Gurumukhi" userId="8a075444-1b31-490a-9344-81a2765c5dcf" providerId="ADAL" clId="{C84E57F3-619D-46AA-A915-572FA8D03708}" dt="2026-08-21T08:24:15.784" v="8422" actId="1076"/>
          <ac:spMkLst>
            <pc:docMk/>
            <pc:sldMk cId="1937691289" sldId="2142533122"/>
            <ac:spMk id="20" creationId="{34DF8BBD-F36F-5714-6FCB-AACEB45202EE}"/>
          </ac:spMkLst>
        </pc:spChg>
        <pc:spChg chg="del">
          <ac:chgData name="Pranay Gurumukhi" userId="8a075444-1b31-490a-9344-81a2765c5dcf" providerId="ADAL" clId="{C84E57F3-619D-46AA-A915-572FA8D03708}" dt="2026-08-21T06:49:52.427" v="5344" actId="478"/>
          <ac:spMkLst>
            <pc:docMk/>
            <pc:sldMk cId="1937691289" sldId="2142533122"/>
            <ac:spMk id="21" creationId="{6D9AFF36-EBDA-3966-3370-4BC052AF1514}"/>
          </ac:spMkLst>
        </pc:spChg>
        <pc:spChg chg="add">
          <ac:chgData name="Pranay Gurumukhi" userId="8a075444-1b31-490a-9344-81a2765c5dcf" providerId="ADAL" clId="{C84E57F3-619D-46AA-A915-572FA8D03708}" dt="2026-08-21T08:24:17.070" v="8423" actId="22"/>
          <ac:spMkLst>
            <pc:docMk/>
            <pc:sldMk cId="1937691289" sldId="2142533122"/>
            <ac:spMk id="22" creationId="{1782F84D-DBFD-15FB-D6E4-4102400B171D}"/>
          </ac:spMkLst>
        </pc:spChg>
        <pc:spChg chg="mod">
          <ac:chgData name="Pranay Gurumukhi" userId="8a075444-1b31-490a-9344-81a2765c5dcf" providerId="ADAL" clId="{C84E57F3-619D-46AA-A915-572FA8D03708}" dt="2026-08-21T08:24:11.952" v="8421" actId="1036"/>
          <ac:spMkLst>
            <pc:docMk/>
            <pc:sldMk cId="1937691289" sldId="2142533122"/>
            <ac:spMk id="23" creationId="{AB5B5327-02CA-DA39-9E6E-FBA78748C2FF}"/>
          </ac:spMkLst>
        </pc:spChg>
        <pc:spChg chg="mod">
          <ac:chgData name="Pranay Gurumukhi" userId="8a075444-1b31-490a-9344-81a2765c5dcf" providerId="ADAL" clId="{C84E57F3-619D-46AA-A915-572FA8D03708}" dt="2026-08-21T06:50:03.071" v="5358" actId="20577"/>
          <ac:spMkLst>
            <pc:docMk/>
            <pc:sldMk cId="1937691289" sldId="2142533122"/>
            <ac:spMk id="24" creationId="{A5624C4C-7FF5-293C-87AB-C0F8BBDB79A2}"/>
          </ac:spMkLst>
        </pc:spChg>
        <pc:spChg chg="mod ord">
          <ac:chgData name="Pranay Gurumukhi" userId="8a075444-1b31-490a-9344-81a2765c5dcf" providerId="ADAL" clId="{C84E57F3-619D-46AA-A915-572FA8D03708}" dt="2026-08-21T08:43:57.015" v="8672" actId="1076"/>
          <ac:spMkLst>
            <pc:docMk/>
            <pc:sldMk cId="1937691289" sldId="2142533122"/>
            <ac:spMk id="26" creationId="{8E45FB82-E2C1-9F49-22A3-B74108A03539}"/>
          </ac:spMkLst>
        </pc:spChg>
        <pc:spChg chg="add">
          <ac:chgData name="Pranay Gurumukhi" userId="8a075444-1b31-490a-9344-81a2765c5dcf" providerId="ADAL" clId="{C84E57F3-619D-46AA-A915-572FA8D03708}" dt="2026-08-21T08:24:17.070" v="8423" actId="22"/>
          <ac:spMkLst>
            <pc:docMk/>
            <pc:sldMk cId="1937691289" sldId="2142533122"/>
            <ac:spMk id="27" creationId="{4072A3FC-31EB-2320-DE4E-9CA17EA4FCF9}"/>
          </ac:spMkLst>
        </pc:spChg>
        <pc:spChg chg="mod">
          <ac:chgData name="Pranay Gurumukhi" userId="8a075444-1b31-490a-9344-81a2765c5dcf" providerId="ADAL" clId="{C84E57F3-619D-46AA-A915-572FA8D03708}" dt="2026-08-21T08:24:11.952" v="8421" actId="1036"/>
          <ac:spMkLst>
            <pc:docMk/>
            <pc:sldMk cId="1937691289" sldId="2142533122"/>
            <ac:spMk id="28" creationId="{E512DD93-E418-12F9-F81C-3F3D57C68700}"/>
          </ac:spMkLst>
        </pc:spChg>
        <pc:spChg chg="del">
          <ac:chgData name="Pranay Gurumukhi" userId="8a075444-1b31-490a-9344-81a2765c5dcf" providerId="ADAL" clId="{C84E57F3-619D-46AA-A915-572FA8D03708}" dt="2026-08-21T08:16:10.645" v="8040" actId="478"/>
          <ac:spMkLst>
            <pc:docMk/>
            <pc:sldMk cId="1937691289" sldId="2142533122"/>
            <ac:spMk id="30" creationId="{B043CAAC-6DE0-8E02-245E-84C54033DE58}"/>
          </ac:spMkLst>
        </pc:spChg>
        <pc:spChg chg="add mod">
          <ac:chgData name="Pranay Gurumukhi" userId="8a075444-1b31-490a-9344-81a2765c5dcf" providerId="ADAL" clId="{C84E57F3-619D-46AA-A915-572FA8D03708}" dt="2026-08-21T08:43:53.221" v="8670" actId="14100"/>
          <ac:spMkLst>
            <pc:docMk/>
            <pc:sldMk cId="1937691289" sldId="2142533122"/>
            <ac:spMk id="31" creationId="{7A34D4A3-5027-964B-9F3D-D4068D9EBA18}"/>
          </ac:spMkLst>
        </pc:spChg>
        <pc:spChg chg="mod">
          <ac:chgData name="Pranay Gurumukhi" userId="8a075444-1b31-490a-9344-81a2765c5dcf" providerId="ADAL" clId="{C84E57F3-619D-46AA-A915-572FA8D03708}" dt="2026-08-21T08:24:11.952" v="8421" actId="1036"/>
          <ac:spMkLst>
            <pc:docMk/>
            <pc:sldMk cId="1937691289" sldId="2142533122"/>
            <ac:spMk id="32" creationId="{BDA364FF-CC17-1BF2-700E-558BCE963467}"/>
          </ac:spMkLst>
        </pc:spChg>
        <pc:picChg chg="del">
          <ac:chgData name="Pranay Gurumukhi" userId="8a075444-1b31-490a-9344-81a2765c5dcf" providerId="ADAL" clId="{C84E57F3-619D-46AA-A915-572FA8D03708}" dt="2026-08-21T06:49:52.427" v="5344" actId="478"/>
          <ac:picMkLst>
            <pc:docMk/>
            <pc:sldMk cId="1937691289" sldId="2142533122"/>
            <ac:picMk id="3" creationId="{652C58E5-2ED3-4C01-8D33-F6C42C8F5F50}"/>
          </ac:picMkLst>
        </pc:picChg>
        <pc:picChg chg="add mod ord">
          <ac:chgData name="Pranay Gurumukhi" userId="8a075444-1b31-490a-9344-81a2765c5dcf" providerId="ADAL" clId="{C84E57F3-619D-46AA-A915-572FA8D03708}" dt="2026-08-21T08:24:11.952" v="8421" actId="1036"/>
          <ac:picMkLst>
            <pc:docMk/>
            <pc:sldMk cId="1937691289" sldId="2142533122"/>
            <ac:picMk id="4" creationId="{95549E41-62B4-4576-65FB-C1281BEC39EF}"/>
          </ac:picMkLst>
        </pc:picChg>
        <pc:picChg chg="add mod ord">
          <ac:chgData name="Pranay Gurumukhi" userId="8a075444-1b31-490a-9344-81a2765c5dcf" providerId="ADAL" clId="{C84E57F3-619D-46AA-A915-572FA8D03708}" dt="2026-08-21T08:43:45.106" v="8668" actId="1076"/>
          <ac:picMkLst>
            <pc:docMk/>
            <pc:sldMk cId="1937691289" sldId="2142533122"/>
            <ac:picMk id="6" creationId="{24DF2190-34DC-F1B5-7A8E-95C1EF4F71DD}"/>
          </ac:picMkLst>
        </pc:picChg>
      </pc:sldChg>
      <pc:sldChg chg="add del ord replId">
        <pc:chgData name="Pranay Gurumukhi" userId="8a075444-1b31-490a-9344-81a2765c5dcf" providerId="ADAL" clId="{C84E57F3-619D-46AA-A915-572FA8D03708}" dt="2026-08-21T08:16:19.950" v="8041" actId="47"/>
        <pc:sldMkLst>
          <pc:docMk/>
          <pc:sldMk cId="2144000305" sldId="2142533123"/>
        </pc:sldMkLst>
      </pc:sldChg>
      <pc:sldChg chg="addSp delSp modSp add mod">
        <pc:chgData name="Pranay Gurumukhi" userId="8a075444-1b31-490a-9344-81a2765c5dcf" providerId="ADAL" clId="{C84E57F3-619D-46AA-A915-572FA8D03708}" dt="2026-08-21T08:34:29.202" v="8610" actId="1035"/>
        <pc:sldMkLst>
          <pc:docMk/>
          <pc:sldMk cId="276421748" sldId="2142533124"/>
        </pc:sldMkLst>
        <pc:spChg chg="add">
          <ac:chgData name="Pranay Gurumukhi" userId="8a075444-1b31-490a-9344-81a2765c5dcf" providerId="ADAL" clId="{C84E57F3-619D-46AA-A915-572FA8D03708}" dt="2026-08-21T08:24:20.993" v="8424" actId="22"/>
          <ac:spMkLst>
            <pc:docMk/>
            <pc:sldMk cId="276421748" sldId="2142533124"/>
            <ac:spMk id="9" creationId="{40B1DF92-31AA-9EFD-2941-918C0E298D36}"/>
          </ac:spMkLst>
        </pc:spChg>
        <pc:spChg chg="mod">
          <ac:chgData name="Pranay Gurumukhi" userId="8a075444-1b31-490a-9344-81a2765c5dcf" providerId="ADAL" clId="{C84E57F3-619D-46AA-A915-572FA8D03708}" dt="2026-08-21T08:34:29.202" v="8610" actId="1035"/>
          <ac:spMkLst>
            <pc:docMk/>
            <pc:sldMk cId="276421748" sldId="2142533124"/>
            <ac:spMk id="10" creationId="{B28ABBD0-A53D-518C-63E4-B8B202F494A3}"/>
          </ac:spMkLst>
        </pc:spChg>
        <pc:spChg chg="add">
          <ac:chgData name="Pranay Gurumukhi" userId="8a075444-1b31-490a-9344-81a2765c5dcf" providerId="ADAL" clId="{C84E57F3-619D-46AA-A915-572FA8D03708}" dt="2026-08-21T08:24:20.993" v="8424" actId="22"/>
          <ac:spMkLst>
            <pc:docMk/>
            <pc:sldMk cId="276421748" sldId="2142533124"/>
            <ac:spMk id="12" creationId="{DC31C6A5-97D8-A281-5188-C5D42D3295A4}"/>
          </ac:spMkLst>
        </pc:spChg>
        <pc:spChg chg="mod">
          <ac:chgData name="Pranay Gurumukhi" userId="8a075444-1b31-490a-9344-81a2765c5dcf" providerId="ADAL" clId="{C84E57F3-619D-46AA-A915-572FA8D03708}" dt="2026-08-21T08:25:03.067" v="8443" actId="1076"/>
          <ac:spMkLst>
            <pc:docMk/>
            <pc:sldMk cId="276421748" sldId="2142533124"/>
            <ac:spMk id="13" creationId="{A852FFFB-13D7-CEC3-ED3E-80BB66F8671A}"/>
          </ac:spMkLst>
        </pc:spChg>
        <pc:spChg chg="add mod">
          <ac:chgData name="Pranay Gurumukhi" userId="8a075444-1b31-490a-9344-81a2765c5dcf" providerId="ADAL" clId="{C84E57F3-619D-46AA-A915-572FA8D03708}" dt="2026-08-21T08:30:51.341" v="8586" actId="20577"/>
          <ac:spMkLst>
            <pc:docMk/>
            <pc:sldMk cId="276421748" sldId="2142533124"/>
            <ac:spMk id="14" creationId="{BF81BDA3-3D59-57A2-1296-2948E54C8089}"/>
          </ac:spMkLst>
        </pc:spChg>
        <pc:spChg chg="mod">
          <ac:chgData name="Pranay Gurumukhi" userId="8a075444-1b31-490a-9344-81a2765c5dcf" providerId="ADAL" clId="{C84E57F3-619D-46AA-A915-572FA8D03708}" dt="2026-08-21T08:25:07.649" v="8444" actId="1076"/>
          <ac:spMkLst>
            <pc:docMk/>
            <pc:sldMk cId="276421748" sldId="2142533124"/>
            <ac:spMk id="16" creationId="{49B552C1-D491-74DD-1208-DFF6AFFC3813}"/>
          </ac:spMkLst>
        </pc:spChg>
        <pc:spChg chg="mod">
          <ac:chgData name="Pranay Gurumukhi" userId="8a075444-1b31-490a-9344-81a2765c5dcf" providerId="ADAL" clId="{C84E57F3-619D-46AA-A915-572FA8D03708}" dt="2026-08-21T08:26:00.987" v="8513" actId="1076"/>
          <ac:spMkLst>
            <pc:docMk/>
            <pc:sldMk cId="276421748" sldId="2142533124"/>
            <ac:spMk id="20" creationId="{1AC8CEE3-B7BD-A00A-8C28-91F4C0B5039F}"/>
          </ac:spMkLst>
        </pc:spChg>
        <pc:spChg chg="mod">
          <ac:chgData name="Pranay Gurumukhi" userId="8a075444-1b31-490a-9344-81a2765c5dcf" providerId="ADAL" clId="{C84E57F3-619D-46AA-A915-572FA8D03708}" dt="2026-08-21T08:26:09.170" v="8514" actId="1076"/>
          <ac:spMkLst>
            <pc:docMk/>
            <pc:sldMk cId="276421748" sldId="2142533124"/>
            <ac:spMk id="23" creationId="{95E1014C-F730-216D-4DA3-FD7ED060E083}"/>
          </ac:spMkLst>
        </pc:spChg>
        <pc:spChg chg="mod">
          <ac:chgData name="Pranay Gurumukhi" userId="8a075444-1b31-490a-9344-81a2765c5dcf" providerId="ADAL" clId="{C84E57F3-619D-46AA-A915-572FA8D03708}" dt="2026-08-21T06:51:50.413" v="5387" actId="20577"/>
          <ac:spMkLst>
            <pc:docMk/>
            <pc:sldMk cId="276421748" sldId="2142533124"/>
            <ac:spMk id="24" creationId="{D3CC8510-8FBD-5261-D528-1A91FF71E43D}"/>
          </ac:spMkLst>
        </pc:spChg>
        <pc:spChg chg="del">
          <ac:chgData name="Pranay Gurumukhi" userId="8a075444-1b31-490a-9344-81a2765c5dcf" providerId="ADAL" clId="{C84E57F3-619D-46AA-A915-572FA8D03708}" dt="2026-08-21T08:26:12.561" v="8515" actId="478"/>
          <ac:spMkLst>
            <pc:docMk/>
            <pc:sldMk cId="276421748" sldId="2142533124"/>
            <ac:spMk id="26" creationId="{FFFC12F5-810F-B98E-AF35-B9F5945384AE}"/>
          </ac:spMkLst>
        </pc:spChg>
        <pc:spChg chg="del">
          <ac:chgData name="Pranay Gurumukhi" userId="8a075444-1b31-490a-9344-81a2765c5dcf" providerId="ADAL" clId="{C84E57F3-619D-46AA-A915-572FA8D03708}" dt="2026-08-21T08:26:12.561" v="8515" actId="478"/>
          <ac:spMkLst>
            <pc:docMk/>
            <pc:sldMk cId="276421748" sldId="2142533124"/>
            <ac:spMk id="28" creationId="{4A6EEC29-D4F6-7E11-12FF-7E9E87ED664D}"/>
          </ac:spMkLst>
        </pc:spChg>
        <pc:spChg chg="del">
          <ac:chgData name="Pranay Gurumukhi" userId="8a075444-1b31-490a-9344-81a2765c5dcf" providerId="ADAL" clId="{C84E57F3-619D-46AA-A915-572FA8D03708}" dt="2026-08-21T08:26:12.561" v="8515" actId="478"/>
          <ac:spMkLst>
            <pc:docMk/>
            <pc:sldMk cId="276421748" sldId="2142533124"/>
            <ac:spMk id="30" creationId="{A09E82E2-7350-0621-2494-2BCC77750242}"/>
          </ac:spMkLst>
        </pc:spChg>
        <pc:spChg chg="mod">
          <ac:chgData name="Pranay Gurumukhi" userId="8a075444-1b31-490a-9344-81a2765c5dcf" providerId="ADAL" clId="{C84E57F3-619D-46AA-A915-572FA8D03708}" dt="2026-08-21T08:24:56.257" v="8442" actId="1076"/>
          <ac:spMkLst>
            <pc:docMk/>
            <pc:sldMk cId="276421748" sldId="2142533124"/>
            <ac:spMk id="32" creationId="{759901AE-DCB3-9BE4-DE4E-DD2FC54082E6}"/>
          </ac:spMkLst>
        </pc:spChg>
        <pc:picChg chg="add mod ord">
          <ac:chgData name="Pranay Gurumukhi" userId="8a075444-1b31-490a-9344-81a2765c5dcf" providerId="ADAL" clId="{C84E57F3-619D-46AA-A915-572FA8D03708}" dt="2026-08-21T08:24:53.905" v="8441" actId="167"/>
          <ac:picMkLst>
            <pc:docMk/>
            <pc:sldMk cId="276421748" sldId="2142533124"/>
            <ac:picMk id="3" creationId="{C8B2E235-C6A2-E5FD-E8F7-9D0BE696DB33}"/>
          </ac:picMkLst>
        </pc:picChg>
        <pc:picChg chg="del">
          <ac:chgData name="Pranay Gurumukhi" userId="8a075444-1b31-490a-9344-81a2765c5dcf" providerId="ADAL" clId="{C84E57F3-619D-46AA-A915-572FA8D03708}" dt="2026-08-21T06:51:38.976" v="5371" actId="478"/>
          <ac:picMkLst>
            <pc:docMk/>
            <pc:sldMk cId="276421748" sldId="2142533124"/>
            <ac:picMk id="4" creationId="{4F7E8078-FB37-0393-7631-A0CB413B2D48}"/>
          </ac:picMkLst>
        </pc:picChg>
        <pc:picChg chg="del">
          <ac:chgData name="Pranay Gurumukhi" userId="8a075444-1b31-490a-9344-81a2765c5dcf" providerId="ADAL" clId="{C84E57F3-619D-46AA-A915-572FA8D03708}" dt="2026-08-21T06:52:02.654" v="5388" actId="478"/>
          <ac:picMkLst>
            <pc:docMk/>
            <pc:sldMk cId="276421748" sldId="2142533124"/>
            <ac:picMk id="6" creationId="{D1A4E97B-C703-B737-855C-4EAB7A26546F}"/>
          </ac:picMkLst>
        </pc:picChg>
        <pc:picChg chg="add del mod ord">
          <ac:chgData name="Pranay Gurumukhi" userId="8a075444-1b31-490a-9344-81a2765c5dcf" providerId="ADAL" clId="{C84E57F3-619D-46AA-A915-572FA8D03708}" dt="2026-08-21T08:24:53.905" v="8441" actId="167"/>
          <ac:picMkLst>
            <pc:docMk/>
            <pc:sldMk cId="276421748" sldId="2142533124"/>
            <ac:picMk id="7" creationId="{36B17729-46DD-8E8C-0768-A30E918B98AF}"/>
          </ac:picMkLst>
        </pc:picChg>
      </pc:sldChg>
      <pc:sldChg chg="add del replId">
        <pc:chgData name="Pranay Gurumukhi" userId="8a075444-1b31-490a-9344-81a2765c5dcf" providerId="ADAL" clId="{C84E57F3-619D-46AA-A915-572FA8D03708}" dt="2026-08-21T08:26:15.744" v="8516" actId="47"/>
        <pc:sldMkLst>
          <pc:docMk/>
          <pc:sldMk cId="3205737726" sldId="2142533125"/>
        </pc:sldMkLst>
      </pc:sldChg>
    </pc:docChg>
  </pc:docChgLst>
  <pc:docChgLst>
    <pc:chgData name="Pranay Gurumukhi" userId="S::2586365@tcs.com::8a075444-1b31-490a-9344-81a2765c5dcf" providerId="AD" clId="Web-{00000000-0000-0000-0000-000000000000}"/>
    <pc:docChg chg="modSld">
      <pc:chgData name="Pranay Gurumukhi" userId="S::2586365@tcs.com::8a075444-1b31-490a-9344-81a2765c5dcf" providerId="AD" clId="Web-{00000000-0000-0000-0000-000000000000}" dt="2026-08-20T18:42:33.164" v="57" actId="20577"/>
      <pc:docMkLst>
        <pc:docMk/>
      </pc:docMkLst>
      <pc:sldChg chg="modSp">
        <pc:chgData name="Pranay Gurumukhi" userId="S::2586365@tcs.com::8a075444-1b31-490a-9344-81a2765c5dcf" providerId="AD" clId="Web-{00000000-0000-0000-0000-000000000000}" dt="2026-08-20T18:42:33.164" v="57" actId="20577"/>
        <pc:sldMkLst>
          <pc:docMk/>
          <pc:sldMk cId="1047297430" sldId="2142533104"/>
        </pc:sldMkLst>
        <pc:spChg chg="mod">
          <ac:chgData name="Pranay Gurumukhi" userId="S::2586365@tcs.com::8a075444-1b31-490a-9344-81a2765c5dcf" providerId="AD" clId="Web-{00000000-0000-0000-0000-000000000000}" dt="2026-08-20T18:42:33.164" v="57" actId="20577"/>
          <ac:spMkLst>
            <pc:docMk/>
            <pc:sldMk cId="1047297430" sldId="2142533104"/>
            <ac:spMk id="5" creationId="{E2F9A2C0-A846-C7EE-5EB3-1E5D997ACEAC}"/>
          </ac:spMkLst>
        </pc:spChg>
      </pc:sldChg>
    </pc:docChg>
  </pc:docChgLst>
  <pc:docChgLst>
    <pc:chgData name="Pranay Gurumukhi" userId="S::2586365@tcs.com::8a075444-1b31-490a-9344-81a2765c5dcf" providerId="AD" clId="Web-{84C20F90-98B6-3AFC-7F6C-B8141D1061E0}"/>
    <pc:docChg chg="modSld">
      <pc:chgData name="Pranay Gurumukhi" userId="S::2586365@tcs.com::8a075444-1b31-490a-9344-81a2765c5dcf" providerId="AD" clId="Web-{84C20F90-98B6-3AFC-7F6C-B8141D1061E0}" dt="2026-08-20T18:35:02.199" v="302" actId="20577"/>
      <pc:docMkLst>
        <pc:docMk/>
      </pc:docMkLst>
      <pc:sldChg chg="modSp">
        <pc:chgData name="Pranay Gurumukhi" userId="S::2586365@tcs.com::8a075444-1b31-490a-9344-81a2765c5dcf" providerId="AD" clId="Web-{84C20F90-98B6-3AFC-7F6C-B8141D1061E0}" dt="2026-08-20T11:00:56.373" v="5" actId="20577"/>
        <pc:sldMkLst>
          <pc:docMk/>
          <pc:sldMk cId="1637233635" sldId="2142533099"/>
        </pc:sldMkLst>
        <pc:spChg chg="mod">
          <ac:chgData name="Pranay Gurumukhi" userId="S::2586365@tcs.com::8a075444-1b31-490a-9344-81a2765c5dcf" providerId="AD" clId="Web-{84C20F90-98B6-3AFC-7F6C-B8141D1061E0}" dt="2026-08-20T11:00:56.373" v="5" actId="20577"/>
          <ac:spMkLst>
            <pc:docMk/>
            <pc:sldMk cId="1637233635" sldId="2142533099"/>
            <ac:spMk id="5" creationId="{E221E7B6-02D0-0A1E-8239-38E29FA4EA90}"/>
          </ac:spMkLst>
        </pc:spChg>
      </pc:sldChg>
      <pc:sldChg chg="modSp">
        <pc:chgData name="Pranay Gurumukhi" userId="S::2586365@tcs.com::8a075444-1b31-490a-9344-81a2765c5dcf" providerId="AD" clId="Web-{84C20F90-98B6-3AFC-7F6C-B8141D1061E0}" dt="2026-08-20T14:30:32.958" v="189" actId="20577"/>
        <pc:sldMkLst>
          <pc:docMk/>
          <pc:sldMk cId="1847402999" sldId="2142533100"/>
        </pc:sldMkLst>
        <pc:spChg chg="mod">
          <ac:chgData name="Pranay Gurumukhi" userId="S::2586365@tcs.com::8a075444-1b31-490a-9344-81a2765c5dcf" providerId="AD" clId="Web-{84C20F90-98B6-3AFC-7F6C-B8141D1061E0}" dt="2026-08-20T14:30:32.958" v="189" actId="20577"/>
          <ac:spMkLst>
            <pc:docMk/>
            <pc:sldMk cId="1847402999" sldId="2142533100"/>
            <ac:spMk id="5" creationId="{BBA92448-755E-B478-5C5F-72629E23B63B}"/>
          </ac:spMkLst>
        </pc:spChg>
      </pc:sldChg>
      <pc:sldChg chg="modSp">
        <pc:chgData name="Pranay Gurumukhi" userId="S::2586365@tcs.com::8a075444-1b31-490a-9344-81a2765c5dcf" providerId="AD" clId="Web-{84C20F90-98B6-3AFC-7F6C-B8141D1061E0}" dt="2026-08-20T14:47:19.631" v="199" actId="20577"/>
        <pc:sldMkLst>
          <pc:docMk/>
          <pc:sldMk cId="2832512513" sldId="2142533101"/>
        </pc:sldMkLst>
        <pc:spChg chg="mod">
          <ac:chgData name="Pranay Gurumukhi" userId="S::2586365@tcs.com::8a075444-1b31-490a-9344-81a2765c5dcf" providerId="AD" clId="Web-{84C20F90-98B6-3AFC-7F6C-B8141D1061E0}" dt="2026-08-20T14:47:19.631" v="199" actId="20577"/>
          <ac:spMkLst>
            <pc:docMk/>
            <pc:sldMk cId="2832512513" sldId="2142533101"/>
            <ac:spMk id="5" creationId="{F9DA4D4F-DDCE-45E1-4409-CDFCC75A76CD}"/>
          </ac:spMkLst>
        </pc:spChg>
      </pc:sldChg>
      <pc:sldChg chg="modSp">
        <pc:chgData name="Pranay Gurumukhi" userId="S::2586365@tcs.com::8a075444-1b31-490a-9344-81a2765c5dcf" providerId="AD" clId="Web-{84C20F90-98B6-3AFC-7F6C-B8141D1061E0}" dt="2026-08-20T16:52:13.404" v="232" actId="20577"/>
        <pc:sldMkLst>
          <pc:docMk/>
          <pc:sldMk cId="2310180925" sldId="2142533102"/>
        </pc:sldMkLst>
        <pc:spChg chg="mod">
          <ac:chgData name="Pranay Gurumukhi" userId="S::2586365@tcs.com::8a075444-1b31-490a-9344-81a2765c5dcf" providerId="AD" clId="Web-{84C20F90-98B6-3AFC-7F6C-B8141D1061E0}" dt="2026-08-20T16:52:13.404" v="232" actId="20577"/>
          <ac:spMkLst>
            <pc:docMk/>
            <pc:sldMk cId="2310180925" sldId="2142533102"/>
            <ac:spMk id="5" creationId="{75D70FD3-DD89-3017-1AFE-661B1F78AE59}"/>
          </ac:spMkLst>
        </pc:spChg>
      </pc:sldChg>
      <pc:sldChg chg="modSp">
        <pc:chgData name="Pranay Gurumukhi" userId="S::2586365@tcs.com::8a075444-1b31-490a-9344-81a2765c5dcf" providerId="AD" clId="Web-{84C20F90-98B6-3AFC-7F6C-B8141D1061E0}" dt="2026-08-20T18:35:02.199" v="302" actId="20577"/>
        <pc:sldMkLst>
          <pc:docMk/>
          <pc:sldMk cId="3666862359" sldId="2142533103"/>
        </pc:sldMkLst>
        <pc:spChg chg="mod">
          <ac:chgData name="Pranay Gurumukhi" userId="S::2586365@tcs.com::8a075444-1b31-490a-9344-81a2765c5dcf" providerId="AD" clId="Web-{84C20F90-98B6-3AFC-7F6C-B8141D1061E0}" dt="2026-08-20T18:35:02.199" v="302" actId="20577"/>
          <ac:spMkLst>
            <pc:docMk/>
            <pc:sldMk cId="3666862359" sldId="2142533103"/>
            <ac:spMk id="5" creationId="{E1643569-E8CA-AAA2-FDC0-42EB3108797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13B8F0-6A13-4C09-87E6-7C343222BC63}"/>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CA42B828-E838-46A6-BE5A-0BCB34CA9A31}"/>
              </a:ext>
            </a:extLst>
          </p:cNvPr>
          <p:cNvSpPr>
            <a:spLocks noGrp="1"/>
          </p:cNvSpPr>
          <p:nvPr>
            <p:ph type="body" sz="quarter" idx="10"/>
          </p:nvPr>
        </p:nvSpPr>
        <p:spPr>
          <a:xfrm>
            <a:off x="382921" y="2849126"/>
            <a:ext cx="5390651" cy="345544"/>
          </a:xfrm>
        </p:spPr>
        <p:txBody>
          <a:bodyPr vert="horz" wrap="square" lIns="0" tIns="17145" rIns="0" bIns="0" rtlCol="0">
            <a:spAutoFit/>
          </a:bodyPr>
          <a:lstStyle>
            <a:lvl1pPr>
              <a:defRPr lang="en-US" dirty="0" smtClean="0"/>
            </a:lvl1pPr>
            <a:lvl2pPr marL="609585" indent="0">
              <a:buNone/>
              <a:defRPr lang="en-US" dirty="0" smtClean="0"/>
            </a:lvl2pPr>
            <a:lvl3pPr>
              <a:defRPr lang="en-US" dirty="0" smtClean="0"/>
            </a:lvl3pPr>
            <a:lvl4pPr>
              <a:defRPr lang="en-US" dirty="0" smtClean="0"/>
            </a:lvl4pPr>
            <a:lvl5pPr>
              <a:defRPr lang="en-US" dirty="0"/>
            </a:lvl5pPr>
          </a:lstStyle>
          <a:p>
            <a:pPr marL="0" lvl="0" indent="0">
              <a:buClr>
                <a:srgbClr val="808285"/>
              </a:buClr>
              <a:buFont typeface="Wingdings" panose="05000000000000000000" pitchFamily="2" charset="2"/>
              <a:buNone/>
            </a:pPr>
            <a:r>
              <a:rPr lang="en-US"/>
              <a:t>Click to edit Master text styles</a:t>
            </a:r>
          </a:p>
        </p:txBody>
      </p:sp>
      <p:sp>
        <p:nvSpPr>
          <p:cNvPr id="10" name="Text Placeholder 9">
            <a:extLst>
              <a:ext uri="{FF2B5EF4-FFF2-40B4-BE49-F238E27FC236}">
                <a16:creationId xmlns:a16="http://schemas.microsoft.com/office/drawing/2014/main" id="{084EFB8F-EA4A-4341-A4CD-09652A6EE590}"/>
              </a:ext>
            </a:extLst>
          </p:cNvPr>
          <p:cNvSpPr>
            <a:spLocks noGrp="1"/>
          </p:cNvSpPr>
          <p:nvPr>
            <p:ph type="body" sz="quarter" idx="11" hasCustomPrompt="1"/>
          </p:nvPr>
        </p:nvSpPr>
        <p:spPr>
          <a:xfrm>
            <a:off x="374984" y="5819827"/>
            <a:ext cx="1775480" cy="205121"/>
          </a:xfrm>
        </p:spPr>
        <p:txBody>
          <a:bodyPr vert="horz" wrap="square" lIns="0" tIns="0" rIns="0" bIns="0" rtlCol="0">
            <a:spAutoFit/>
          </a:bodyPr>
          <a:lstStyle>
            <a:lvl1pPr marL="0" indent="0">
              <a:buFont typeface="Arial" panose="020B0604020202020204" pitchFamily="34" charset="0"/>
              <a:buNone/>
              <a:defRPr lang="en-US" sz="1333" smtClean="0">
                <a:solidFill>
                  <a:srgbClr val="F4F3F9"/>
                </a:solidFill>
              </a:defRPr>
            </a:lvl1pPr>
            <a:lvl2pPr>
              <a:defRPr lang="en-US" sz="1600" smtClean="0">
                <a:solidFill>
                  <a:schemeClr val="tx1">
                    <a:lumMod val="75000"/>
                    <a:lumOff val="25000"/>
                  </a:schemeClr>
                </a:solidFill>
              </a:defRPr>
            </a:lvl2pPr>
            <a:lvl3pPr>
              <a:defRPr lang="en-US" sz="1600" smtClean="0">
                <a:solidFill>
                  <a:schemeClr val="tx1">
                    <a:lumMod val="75000"/>
                    <a:lumOff val="25000"/>
                  </a:schemeClr>
                </a:solidFill>
              </a:defRPr>
            </a:lvl3pPr>
            <a:lvl4pPr>
              <a:defRPr lang="en-US" sz="1600" smtClean="0">
                <a:solidFill>
                  <a:schemeClr val="tx1">
                    <a:lumMod val="75000"/>
                    <a:lumOff val="25000"/>
                  </a:schemeClr>
                </a:solidFill>
              </a:defRPr>
            </a:lvl4pPr>
            <a:lvl5pPr>
              <a:defRPr lang="en-US" sz="1600">
                <a:solidFill>
                  <a:schemeClr val="tx1">
                    <a:lumMod val="75000"/>
                    <a:lumOff val="25000"/>
                  </a:schemeClr>
                </a:solidFill>
              </a:defRPr>
            </a:lvl5pPr>
          </a:lstStyle>
          <a:p>
            <a:pPr marL="228594" lvl="0" indent="-228594" defTabSz="1219110">
              <a:buClr>
                <a:srgbClr val="808285"/>
              </a:buClr>
            </a:pPr>
            <a:r>
              <a:rPr lang="en-US"/>
              <a:t>Date</a:t>
            </a:r>
          </a:p>
        </p:txBody>
      </p:sp>
      <p:sp>
        <p:nvSpPr>
          <p:cNvPr id="16" name="Picture Placeholder 15">
            <a:extLst>
              <a:ext uri="{FF2B5EF4-FFF2-40B4-BE49-F238E27FC236}">
                <a16:creationId xmlns:a16="http://schemas.microsoft.com/office/drawing/2014/main" id="{C9950366-8950-4BD8-A107-00F386B8B2D5}"/>
              </a:ext>
            </a:extLst>
          </p:cNvPr>
          <p:cNvSpPr>
            <a:spLocks noGrp="1"/>
          </p:cNvSpPr>
          <p:nvPr>
            <p:ph type="pic" sz="quarter" idx="12"/>
          </p:nvPr>
        </p:nvSpPr>
        <p:spPr>
          <a:xfrm>
            <a:off x="5864352" y="1806577"/>
            <a:ext cx="6327648" cy="4217459"/>
          </a:xfrm>
          <a:noFill/>
          <a:ln>
            <a:noFill/>
          </a:ln>
        </p:spPr>
        <p:txBody>
          <a:bodyPr vert="horz" wrap="square" lIns="0" tIns="17145" rIns="0" bIns="0" rtlCol="0" anchor="ctr" anchorCtr="0">
            <a:noAutofit/>
          </a:bodyPr>
          <a:lstStyle>
            <a:lvl1pPr marL="0" indent="0" algn="ctr">
              <a:buFont typeface="Arial" panose="020B0604020202020204" pitchFamily="34" charset="0"/>
              <a:buNone/>
              <a:defRPr lang="en-US" sz="4800" b="1">
                <a:solidFill>
                  <a:schemeClr val="bg1"/>
                </a:solidFill>
              </a:defRPr>
            </a:lvl1pPr>
          </a:lstStyle>
          <a:p>
            <a:pPr marL="761981" lvl="0" indent="-761981" algn="ctr">
              <a:buClr>
                <a:srgbClr val="808285"/>
              </a:buClr>
            </a:pPr>
            <a:endParaRPr lang="en-US"/>
          </a:p>
        </p:txBody>
      </p:sp>
    </p:spTree>
    <p:extLst>
      <p:ext uri="{BB962C8B-B14F-4D97-AF65-F5344CB8AC3E}">
        <p14:creationId xmlns:p14="http://schemas.microsoft.com/office/powerpoint/2010/main" val="1505742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8A457-80B8-3ABF-1567-EBE8EFC162CD}"/>
              </a:ext>
            </a:extLst>
          </p:cNvPr>
          <p:cNvSpPr>
            <a:spLocks noGrp="1"/>
          </p:cNvSpPr>
          <p:nvPr>
            <p:ph type="title"/>
          </p:nvPr>
        </p:nvSpPr>
        <p:spPr/>
        <p:txBody>
          <a:bodyPr/>
          <a:lstStyle/>
          <a:p>
            <a:r>
              <a:rPr lang="en-US"/>
              <a:t>Click to edit Master title style</a:t>
            </a:r>
            <a:endParaRPr lang="en-IN"/>
          </a:p>
        </p:txBody>
      </p:sp>
      <p:sp>
        <p:nvSpPr>
          <p:cNvPr id="3" name="Footer Placeholder 2">
            <a:extLst>
              <a:ext uri="{FF2B5EF4-FFF2-40B4-BE49-F238E27FC236}">
                <a16:creationId xmlns:a16="http://schemas.microsoft.com/office/drawing/2014/main" id="{85C70F37-B49E-0168-2281-737CE349EEE1}"/>
              </a:ext>
            </a:extLst>
          </p:cNvPr>
          <p:cNvSpPr>
            <a:spLocks noGrp="1"/>
          </p:cNvSpPr>
          <p:nvPr>
            <p:ph type="ftr" sz="quarter" idx="10"/>
          </p:nvPr>
        </p:nvSpPr>
        <p:spPr/>
        <p:txBody>
          <a:bodyPr/>
          <a:lstStyle/>
          <a:p>
            <a:r>
              <a:rPr lang="en-US"/>
              <a:t>TCS Confidential</a:t>
            </a:r>
          </a:p>
        </p:txBody>
      </p:sp>
    </p:spTree>
    <p:extLst>
      <p:ext uri="{BB962C8B-B14F-4D97-AF65-F5344CB8AC3E}">
        <p14:creationId xmlns:p14="http://schemas.microsoft.com/office/powerpoint/2010/main" val="3787604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D8D87-8B94-4E76-9CDA-6586738B099F}"/>
              </a:ext>
            </a:extLst>
          </p:cNvPr>
          <p:cNvSpPr>
            <a:spLocks noGrp="1"/>
          </p:cNvSpPr>
          <p:nvPr>
            <p:ph type="title"/>
          </p:nvPr>
        </p:nvSpPr>
        <p:spPr/>
        <p:txBody>
          <a:bodyPr/>
          <a:lstStyle>
            <a:lvl1pPr>
              <a:defRPr>
                <a:solidFill>
                  <a:schemeClr val="tx1"/>
                </a:solidFill>
              </a:defRPr>
            </a:lvl1pPr>
          </a:lstStyle>
          <a:p>
            <a:r>
              <a:rPr lang="en-GB"/>
              <a:t>Click to edit Master title style</a:t>
            </a:r>
            <a:endParaRPr lang="en-US"/>
          </a:p>
        </p:txBody>
      </p:sp>
      <p:sp>
        <p:nvSpPr>
          <p:cNvPr id="3" name="Footer Placeholder 2">
            <a:extLst>
              <a:ext uri="{FF2B5EF4-FFF2-40B4-BE49-F238E27FC236}">
                <a16:creationId xmlns:a16="http://schemas.microsoft.com/office/drawing/2014/main" id="{524D5C33-AE96-4EA1-B2BB-AAA290AC8AAD}"/>
              </a:ext>
            </a:extLst>
          </p:cNvPr>
          <p:cNvSpPr>
            <a:spLocks noGrp="1"/>
          </p:cNvSpPr>
          <p:nvPr>
            <p:ph type="ftr" sz="quarter" idx="10"/>
          </p:nvPr>
        </p:nvSpPr>
        <p:spPr/>
        <p:txBody>
          <a:bodyPr/>
          <a:lstStyle/>
          <a:p>
            <a:r>
              <a:rPr lang="en-US"/>
              <a:t>TCS Confidential</a:t>
            </a:r>
          </a:p>
        </p:txBody>
      </p:sp>
    </p:spTree>
    <p:extLst>
      <p:ext uri="{BB962C8B-B14F-4D97-AF65-F5344CB8AC3E}">
        <p14:creationId xmlns:p14="http://schemas.microsoft.com/office/powerpoint/2010/main" val="572288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00BE381-38C8-4224-A4AC-6073EF1F1A8A}"/>
              </a:ext>
            </a:extLst>
          </p:cNvPr>
          <p:cNvSpPr>
            <a:spLocks noGrp="1"/>
          </p:cNvSpPr>
          <p:nvPr>
            <p:ph type="ftr" sz="quarter" idx="10"/>
          </p:nvPr>
        </p:nvSpPr>
        <p:spPr/>
        <p:txBody>
          <a:bodyPr/>
          <a:lstStyle/>
          <a:p>
            <a:r>
              <a:rPr lang="en-US"/>
              <a:t>TCS Confidential</a:t>
            </a:r>
          </a:p>
        </p:txBody>
      </p:sp>
    </p:spTree>
    <p:extLst>
      <p:ext uri="{BB962C8B-B14F-4D97-AF65-F5344CB8AC3E}">
        <p14:creationId xmlns:p14="http://schemas.microsoft.com/office/powerpoint/2010/main" val="72337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331209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46266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561267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0115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1079205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4243581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8/21/2026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1859404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8/21/2026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1326994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8/21/2026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0445817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2556641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1524089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599821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4309870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4.xml"/><Relationship Id="rId7" Type="http://schemas.microsoft.com/office/2007/relationships/hdphoto" Target="../media/hdphoto1.wdp"/><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theme" Target="../theme/theme2.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3.xml"/><Relationship Id="rId1" Type="http://schemas.openxmlformats.org/officeDocument/2006/relationships/slideLayout" Target="../slideLayouts/slideLayout6.xml"/><Relationship Id="rId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4.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Title Placeholder 8">
            <a:extLst>
              <a:ext uri="{FF2B5EF4-FFF2-40B4-BE49-F238E27FC236}">
                <a16:creationId xmlns:a16="http://schemas.microsoft.com/office/drawing/2014/main" id="{668164AE-F168-4FCE-AA1F-1E4E8F1F51C5}"/>
              </a:ext>
            </a:extLst>
          </p:cNvPr>
          <p:cNvSpPr>
            <a:spLocks noGrp="1"/>
          </p:cNvSpPr>
          <p:nvPr>
            <p:ph type="title"/>
          </p:nvPr>
        </p:nvSpPr>
        <p:spPr>
          <a:xfrm>
            <a:off x="374985" y="1701803"/>
            <a:ext cx="5390651" cy="508687"/>
          </a:xfrm>
          <a:prstGeom prst="rect">
            <a:avLst/>
          </a:prstGeom>
        </p:spPr>
        <p:txBody>
          <a:bodyPr vert="horz" wrap="square" lIns="0" tIns="12065" rIns="0" bIns="0" rtlCol="0">
            <a:noAutofit/>
          </a:bodyPr>
          <a:lstStyle/>
          <a:p>
            <a:pPr lvl="0"/>
            <a:r>
              <a:rPr lang="en-US"/>
              <a:t>Click to edit Master title style</a:t>
            </a:r>
          </a:p>
        </p:txBody>
      </p:sp>
      <p:sp>
        <p:nvSpPr>
          <p:cNvPr id="14" name="Text Placeholder 13">
            <a:extLst>
              <a:ext uri="{FF2B5EF4-FFF2-40B4-BE49-F238E27FC236}">
                <a16:creationId xmlns:a16="http://schemas.microsoft.com/office/drawing/2014/main" id="{337FA0A2-4E48-428C-81A4-88A7A7B842EB}"/>
              </a:ext>
            </a:extLst>
          </p:cNvPr>
          <p:cNvSpPr>
            <a:spLocks noGrp="1"/>
          </p:cNvSpPr>
          <p:nvPr>
            <p:ph type="body" idx="1"/>
          </p:nvPr>
        </p:nvSpPr>
        <p:spPr>
          <a:xfrm>
            <a:off x="382921" y="2849125"/>
            <a:ext cx="5390651" cy="351379"/>
          </a:xfrm>
          <a:prstGeom prst="rect">
            <a:avLst/>
          </a:prstGeom>
        </p:spPr>
        <p:txBody>
          <a:bodyPr vert="horz" wrap="square" lIns="0" tIns="17145" rIns="0" bIns="0" rtlCol="0">
            <a:spAutoFit/>
          </a:bodyPr>
          <a:lstStyle/>
          <a:p>
            <a:pPr lvl="0">
              <a:buClr>
                <a:srgbClr val="808285"/>
              </a:buClr>
              <a:buFont typeface="Wingdings" panose="05000000000000000000" pitchFamily="2" charset="2"/>
            </a:pPr>
            <a:r>
              <a:rPr lang="en-US"/>
              <a:t>Click to edit Master text styles</a:t>
            </a:r>
          </a:p>
        </p:txBody>
      </p:sp>
      <p:sp>
        <p:nvSpPr>
          <p:cNvPr id="8" name="Rectangle 7">
            <a:extLst>
              <a:ext uri="{FF2B5EF4-FFF2-40B4-BE49-F238E27FC236}">
                <a16:creationId xmlns:a16="http://schemas.microsoft.com/office/drawing/2014/main" id="{1C957E12-0440-4D5C-9072-175DEC38AD94}"/>
              </a:ext>
            </a:extLst>
          </p:cNvPr>
          <p:cNvSpPr/>
          <p:nvPr userDrawn="1"/>
        </p:nvSpPr>
        <p:spPr>
          <a:xfrm>
            <a:off x="94187" y="134303"/>
            <a:ext cx="197916" cy="194384"/>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2133"/>
          </a:p>
        </p:txBody>
      </p:sp>
      <p:cxnSp>
        <p:nvCxnSpPr>
          <p:cNvPr id="10" name="Straight Connector 9">
            <a:extLst>
              <a:ext uri="{FF2B5EF4-FFF2-40B4-BE49-F238E27FC236}">
                <a16:creationId xmlns:a16="http://schemas.microsoft.com/office/drawing/2014/main" id="{2CE361A6-FC04-4C80-AD58-57FE37906695}"/>
              </a:ext>
            </a:extLst>
          </p:cNvPr>
          <p:cNvCxnSpPr>
            <a:cxnSpLocks/>
          </p:cNvCxnSpPr>
          <p:nvPr userDrawn="1"/>
        </p:nvCxnSpPr>
        <p:spPr>
          <a:xfrm>
            <a:off x="121439" y="364669"/>
            <a:ext cx="143408" cy="0"/>
          </a:xfrm>
          <a:prstGeom prst="line">
            <a:avLst/>
          </a:prstGeom>
          <a:ln>
            <a:solidFill>
              <a:srgbClr val="E41165"/>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E56692C-A765-4A72-8AA2-C67B8F258FD6}"/>
              </a:ext>
            </a:extLst>
          </p:cNvPr>
          <p:cNvSpPr txBox="1"/>
          <p:nvPr userDrawn="1"/>
        </p:nvSpPr>
        <p:spPr>
          <a:xfrm>
            <a:off x="94187" y="441069"/>
            <a:ext cx="197916" cy="194384"/>
          </a:xfrm>
          <a:prstGeom prst="rect">
            <a:avLst/>
          </a:prstGeom>
          <a:noFill/>
        </p:spPr>
        <p:txBody>
          <a:bodyPr wrap="none" lIns="0" tIns="0" rIns="0" bIns="0" rtlCol="0" anchor="ctr" anchorCtr="0">
            <a:noAutofit/>
          </a:bodyPr>
          <a:lstStyle/>
          <a:p>
            <a:pPr algn="ctr"/>
            <a:endParaRPr lang="en-US" sz="2133">
              <a:solidFill>
                <a:schemeClr val="tx1"/>
              </a:solidFill>
            </a:endParaRPr>
          </a:p>
        </p:txBody>
      </p:sp>
      <p:sp>
        <p:nvSpPr>
          <p:cNvPr id="12" name="Rectangle 11">
            <a:extLst>
              <a:ext uri="{FF2B5EF4-FFF2-40B4-BE49-F238E27FC236}">
                <a16:creationId xmlns:a16="http://schemas.microsoft.com/office/drawing/2014/main" id="{02FC862A-724A-41E3-A5D2-E4E804057869}"/>
              </a:ext>
            </a:extLst>
          </p:cNvPr>
          <p:cNvSpPr/>
          <p:nvPr userDrawn="1"/>
        </p:nvSpPr>
        <p:spPr>
          <a:xfrm>
            <a:off x="49735" y="85017"/>
            <a:ext cx="286816" cy="52755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55"/>
          </a:p>
        </p:txBody>
      </p:sp>
      <p:pic>
        <p:nvPicPr>
          <p:cNvPr id="2" name="Graphic 1">
            <a:extLst>
              <a:ext uri="{FF2B5EF4-FFF2-40B4-BE49-F238E27FC236}">
                <a16:creationId xmlns:a16="http://schemas.microsoft.com/office/drawing/2014/main" id="{1A761FED-0055-CDA3-3E8A-063C631B9D32}"/>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5201" t="38245" r="4369" b="37400"/>
          <a:stretch/>
        </p:blipFill>
        <p:spPr>
          <a:xfrm>
            <a:off x="385158" y="251510"/>
            <a:ext cx="2061701" cy="555276"/>
          </a:xfrm>
          <a:prstGeom prst="rect">
            <a:avLst/>
          </a:prstGeom>
        </p:spPr>
      </p:pic>
      <p:pic>
        <p:nvPicPr>
          <p:cNvPr id="3" name="Picture 2" descr="A white logo on a black background&#10;&#10;Description automatically generated">
            <a:extLst>
              <a:ext uri="{FF2B5EF4-FFF2-40B4-BE49-F238E27FC236}">
                <a16:creationId xmlns:a16="http://schemas.microsoft.com/office/drawing/2014/main" id="{CD307A22-5360-79FD-CEEE-5141CCF997A5}"/>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2000" t="24814" r="21396" b="24815"/>
          <a:stretch/>
        </p:blipFill>
        <p:spPr>
          <a:xfrm>
            <a:off x="11177574" y="134302"/>
            <a:ext cx="724551" cy="644764"/>
          </a:xfrm>
          <a:prstGeom prst="rect">
            <a:avLst/>
          </a:prstGeom>
        </p:spPr>
      </p:pic>
      <p:pic>
        <p:nvPicPr>
          <p:cNvPr id="4" name="Graphic 3">
            <a:extLst>
              <a:ext uri="{FF2B5EF4-FFF2-40B4-BE49-F238E27FC236}">
                <a16:creationId xmlns:a16="http://schemas.microsoft.com/office/drawing/2014/main" id="{8CB24FA0-8218-0522-590F-FEE653E4B487}"/>
              </a:ext>
            </a:extLst>
          </p:cNvPr>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385158" y="6389007"/>
            <a:ext cx="1467371" cy="192969"/>
          </a:xfrm>
          <a:prstGeom prst="rect">
            <a:avLst/>
          </a:prstGeom>
        </p:spPr>
      </p:pic>
    </p:spTree>
    <p:extLst>
      <p:ext uri="{BB962C8B-B14F-4D97-AF65-F5344CB8AC3E}">
        <p14:creationId xmlns:p14="http://schemas.microsoft.com/office/powerpoint/2010/main" val="88328675"/>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1219170" rtl="0" eaLnBrk="1" latinLnBrk="0" hangingPunct="1">
        <a:lnSpc>
          <a:spcPct val="100000"/>
        </a:lnSpc>
        <a:spcBef>
          <a:spcPct val="0"/>
        </a:spcBef>
        <a:buNone/>
        <a:defRPr lang="en-US" sz="3200" b="0" i="0" kern="0" spc="-7" baseline="0" dirty="0">
          <a:solidFill>
            <a:srgbClr val="F4F3F9"/>
          </a:solidFill>
          <a:latin typeface="Calibri"/>
          <a:ea typeface="+mj-ea"/>
          <a:cs typeface="Calibri"/>
        </a:defRPr>
      </a:lvl1pPr>
    </p:titleStyle>
    <p:bodyStyle>
      <a:lvl1pPr marL="0" indent="0" algn="l" defTabSz="1219170" rtl="0" eaLnBrk="1" latinLnBrk="0" hangingPunct="1">
        <a:lnSpc>
          <a:spcPct val="100000"/>
        </a:lnSpc>
        <a:spcBef>
          <a:spcPts val="0"/>
        </a:spcBef>
        <a:buFont typeface="Arial" panose="020B0604020202020204" pitchFamily="34" charset="0"/>
        <a:buNone/>
        <a:defRPr lang="en-US" sz="2133" kern="1200" spc="3" dirty="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696">
          <p15:clr>
            <a:srgbClr val="F26B43"/>
          </p15:clr>
        </p15:guide>
        <p15:guide id="2" orient="horz" pos="3803">
          <p15:clr>
            <a:srgbClr val="F26B43"/>
          </p15:clr>
        </p15:guide>
        <p15:guide id="3" orient="horz" pos="480">
          <p15:clr>
            <a:srgbClr val="F26B43"/>
          </p15:clr>
        </p15:guide>
        <p15:guide id="4" orient="horz" pos="1128">
          <p15:clr>
            <a:srgbClr val="F26B43"/>
          </p15:clr>
        </p15:guide>
        <p15:guide id="5" pos="240">
          <p15:clr>
            <a:srgbClr val="F26B43"/>
          </p15:clr>
        </p15:guide>
        <p15:guide id="6" pos="74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74E41C23-2A04-440A-A439-8B36022F5942}"/>
              </a:ext>
            </a:extLst>
          </p:cNvPr>
          <p:cNvSpPr/>
          <p:nvPr userDrawn="1"/>
        </p:nvSpPr>
        <p:spPr>
          <a:xfrm>
            <a:off x="94187" y="134303"/>
            <a:ext cx="197916" cy="194384"/>
          </a:xfrm>
          <a:prstGeom prst="rect">
            <a:avLst/>
          </a:prstGeom>
          <a:solidFill>
            <a:srgbClr val="4E84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2133"/>
          </a:p>
        </p:txBody>
      </p:sp>
      <p:sp>
        <p:nvSpPr>
          <p:cNvPr id="2" name="Title Placeholder 1">
            <a:extLst>
              <a:ext uri="{FF2B5EF4-FFF2-40B4-BE49-F238E27FC236}">
                <a16:creationId xmlns:a16="http://schemas.microsoft.com/office/drawing/2014/main" id="{CCADBEFC-FA18-4CB3-8943-7B03BFC04162}"/>
              </a:ext>
            </a:extLst>
          </p:cNvPr>
          <p:cNvSpPr>
            <a:spLocks noGrp="1"/>
          </p:cNvSpPr>
          <p:nvPr>
            <p:ph type="title"/>
          </p:nvPr>
        </p:nvSpPr>
        <p:spPr>
          <a:xfrm>
            <a:off x="257323" y="143888"/>
            <a:ext cx="10514927" cy="737369"/>
          </a:xfrm>
          <a:prstGeom prst="rect">
            <a:avLst/>
          </a:prstGeom>
        </p:spPr>
        <p:txBody>
          <a:bodyPr vert="horz" lIns="91440" tIns="45720" rIns="91440" bIns="45720" rtlCol="0" anchor="t">
            <a:noAutofit/>
          </a:bodyPr>
          <a:lstStyle/>
          <a:p>
            <a:pPr lvl="0"/>
            <a:r>
              <a:rPr lang="en-GB"/>
              <a:t>Click to edit Master title style</a:t>
            </a:r>
            <a:endParaRPr lang="en-US"/>
          </a:p>
        </p:txBody>
      </p:sp>
      <p:cxnSp>
        <p:nvCxnSpPr>
          <p:cNvPr id="25" name="Straight Connector 24">
            <a:extLst>
              <a:ext uri="{FF2B5EF4-FFF2-40B4-BE49-F238E27FC236}">
                <a16:creationId xmlns:a16="http://schemas.microsoft.com/office/drawing/2014/main" id="{2062E987-DCEA-4D36-A8D6-3A4C817A4EDF}"/>
              </a:ext>
            </a:extLst>
          </p:cNvPr>
          <p:cNvCxnSpPr/>
          <p:nvPr userDrawn="1"/>
        </p:nvCxnSpPr>
        <p:spPr>
          <a:xfrm>
            <a:off x="6086669" y="6590128"/>
            <a:ext cx="0" cy="169560"/>
          </a:xfrm>
          <a:prstGeom prst="line">
            <a:avLst/>
          </a:prstGeom>
          <a:ln>
            <a:solidFill>
              <a:srgbClr val="808285"/>
            </a:solidFill>
          </a:ln>
        </p:spPr>
        <p:style>
          <a:lnRef idx="1">
            <a:schemeClr val="accent1"/>
          </a:lnRef>
          <a:fillRef idx="0">
            <a:schemeClr val="accent1"/>
          </a:fillRef>
          <a:effectRef idx="0">
            <a:schemeClr val="accent1"/>
          </a:effectRef>
          <a:fontRef idx="minor">
            <a:schemeClr val="tx1"/>
          </a:fontRef>
        </p:style>
      </p:cxnSp>
      <p:sp>
        <p:nvSpPr>
          <p:cNvPr id="26" name="Footer Placeholder 25">
            <a:extLst>
              <a:ext uri="{FF2B5EF4-FFF2-40B4-BE49-F238E27FC236}">
                <a16:creationId xmlns:a16="http://schemas.microsoft.com/office/drawing/2014/main" id="{6AC0F397-9BF6-4594-946F-74C8A8FA0175}"/>
              </a:ext>
            </a:extLst>
          </p:cNvPr>
          <p:cNvSpPr>
            <a:spLocks noGrp="1"/>
          </p:cNvSpPr>
          <p:nvPr>
            <p:ph type="ftr" sz="quarter" idx="3"/>
          </p:nvPr>
        </p:nvSpPr>
        <p:spPr>
          <a:xfrm>
            <a:off x="6108699" y="6590128"/>
            <a:ext cx="2501900" cy="169560"/>
          </a:xfrm>
          <a:prstGeom prst="rect">
            <a:avLst/>
          </a:prstGeom>
        </p:spPr>
        <p:txBody>
          <a:bodyPr vert="horz" lIns="64008" tIns="45720" rIns="91440" bIns="45720" rtlCol="0" anchor="ctr"/>
          <a:lstStyle>
            <a:lvl1pPr>
              <a:defRPr lang="en-US" sz="933">
                <a:solidFill>
                  <a:schemeClr val="tx1">
                    <a:lumMod val="75000"/>
                    <a:lumOff val="25000"/>
                  </a:schemeClr>
                </a:solidFill>
              </a:defRPr>
            </a:lvl1pPr>
          </a:lstStyle>
          <a:p>
            <a:r>
              <a:rPr lang="en-US"/>
              <a:t>TCS Confidential</a:t>
            </a:r>
          </a:p>
        </p:txBody>
      </p:sp>
      <p:sp>
        <p:nvSpPr>
          <p:cNvPr id="28" name="Rectangle 71">
            <a:extLst>
              <a:ext uri="{FF2B5EF4-FFF2-40B4-BE49-F238E27FC236}">
                <a16:creationId xmlns:a16="http://schemas.microsoft.com/office/drawing/2014/main" id="{D6FF4C5E-6B0C-4334-B3AE-3C2ABAF43B4C}"/>
              </a:ext>
            </a:extLst>
          </p:cNvPr>
          <p:cNvSpPr txBox="1">
            <a:spLocks noChangeArrowheads="1"/>
          </p:cNvSpPr>
          <p:nvPr userDrawn="1"/>
        </p:nvSpPr>
        <p:spPr bwMode="auto">
          <a:xfrm>
            <a:off x="5732464" y="6590128"/>
            <a:ext cx="400784" cy="16956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defPPr>
              <a:defRPr lang="en-US"/>
            </a:defPPr>
            <a:lvl1pPr marR="0" lvl="0" indent="0" algn="ctr" defTabSz="914400" fontAlgn="auto">
              <a:lnSpc>
                <a:spcPct val="100000"/>
              </a:lnSpc>
              <a:spcBef>
                <a:spcPts val="0"/>
              </a:spcBef>
              <a:spcAft>
                <a:spcPts val="0"/>
              </a:spcAft>
              <a:buClrTx/>
              <a:buSzTx/>
              <a:buFontTx/>
              <a:buNone/>
              <a:tabLst/>
              <a:defRPr sz="800" b="1">
                <a:solidFill>
                  <a:schemeClr val="bg1">
                    <a:lumMod val="50000"/>
                  </a:schemeClr>
                </a:solidFill>
                <a:latin typeface="+mj-lt"/>
                <a:cs typeface="Arial"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pPr lvl="0"/>
            <a:fld id="{13B55AB4-0D57-4FBE-946B-A81E4A9D2A4C}" type="slidenum">
              <a:rPr lang="en-US" sz="933" noProof="0" smtClean="0"/>
              <a:pPr lvl="0"/>
              <a:t>‹#›</a:t>
            </a:fld>
            <a:r>
              <a:rPr lang="en-US" sz="933" noProof="0"/>
              <a:t> </a:t>
            </a:r>
          </a:p>
        </p:txBody>
      </p:sp>
      <p:cxnSp>
        <p:nvCxnSpPr>
          <p:cNvPr id="29" name="Straight Connector 28">
            <a:extLst>
              <a:ext uri="{FF2B5EF4-FFF2-40B4-BE49-F238E27FC236}">
                <a16:creationId xmlns:a16="http://schemas.microsoft.com/office/drawing/2014/main" id="{F6F403C3-AECA-43E3-B70F-8CE8C20C79F8}"/>
              </a:ext>
            </a:extLst>
          </p:cNvPr>
          <p:cNvCxnSpPr>
            <a:cxnSpLocks/>
          </p:cNvCxnSpPr>
          <p:nvPr userDrawn="1"/>
        </p:nvCxnSpPr>
        <p:spPr>
          <a:xfrm>
            <a:off x="121439" y="364669"/>
            <a:ext cx="143408" cy="0"/>
          </a:xfrm>
          <a:prstGeom prst="line">
            <a:avLst/>
          </a:prstGeom>
          <a:ln>
            <a:solidFill>
              <a:srgbClr val="4E84C4"/>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3AF0D48-F837-443A-B742-FA8AFEE7A4BD}"/>
              </a:ext>
            </a:extLst>
          </p:cNvPr>
          <p:cNvSpPr txBox="1"/>
          <p:nvPr userDrawn="1"/>
        </p:nvSpPr>
        <p:spPr>
          <a:xfrm>
            <a:off x="94187" y="441069"/>
            <a:ext cx="197916" cy="194384"/>
          </a:xfrm>
          <a:prstGeom prst="rect">
            <a:avLst/>
          </a:prstGeom>
          <a:noFill/>
        </p:spPr>
        <p:txBody>
          <a:bodyPr wrap="none" lIns="0" tIns="0" rIns="0" bIns="0" rtlCol="0" anchor="ctr" anchorCtr="0">
            <a:noAutofit/>
          </a:bodyPr>
          <a:lstStyle/>
          <a:p>
            <a:pPr algn="ctr"/>
            <a:endParaRPr lang="en-US" sz="2133">
              <a:solidFill>
                <a:schemeClr val="tx1"/>
              </a:solidFill>
            </a:endParaRPr>
          </a:p>
        </p:txBody>
      </p:sp>
      <p:sp>
        <p:nvSpPr>
          <p:cNvPr id="13" name="Rectangle 12">
            <a:extLst>
              <a:ext uri="{FF2B5EF4-FFF2-40B4-BE49-F238E27FC236}">
                <a16:creationId xmlns:a16="http://schemas.microsoft.com/office/drawing/2014/main" id="{E5AFFEEF-BA33-4360-BE60-2A11102F0184}"/>
              </a:ext>
            </a:extLst>
          </p:cNvPr>
          <p:cNvSpPr/>
          <p:nvPr userDrawn="1"/>
        </p:nvSpPr>
        <p:spPr>
          <a:xfrm>
            <a:off x="5287" y="85017"/>
            <a:ext cx="286816" cy="5275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55"/>
          </a:p>
        </p:txBody>
      </p:sp>
      <p:pic>
        <p:nvPicPr>
          <p:cNvPr id="4" name="Picture 3">
            <a:extLst>
              <a:ext uri="{FF2B5EF4-FFF2-40B4-BE49-F238E27FC236}">
                <a16:creationId xmlns:a16="http://schemas.microsoft.com/office/drawing/2014/main" id="{C4F129F2-59C7-B08E-D41C-9CDA632C494F}"/>
              </a:ext>
            </a:extLst>
          </p:cNvPr>
          <p:cNvPicPr>
            <a:picLocks noChangeAspect="1"/>
          </p:cNvPicPr>
          <p:nvPr userDrawn="1"/>
        </p:nvPicPr>
        <p:blipFill>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l="728" r="728"/>
          <a:stretch/>
        </p:blipFill>
        <p:spPr>
          <a:xfrm>
            <a:off x="11527699" y="6303459"/>
            <a:ext cx="461476" cy="410656"/>
          </a:xfrm>
          <a:prstGeom prst="rect">
            <a:avLst/>
          </a:prstGeom>
        </p:spPr>
      </p:pic>
      <p:pic>
        <p:nvPicPr>
          <p:cNvPr id="7" name="Picture 6" descr="A black background with a black square&#10;&#10;Description automatically generated with medium confidence">
            <a:extLst>
              <a:ext uri="{FF2B5EF4-FFF2-40B4-BE49-F238E27FC236}">
                <a16:creationId xmlns:a16="http://schemas.microsoft.com/office/drawing/2014/main" id="{11E1F401-B60E-B711-064B-41AD2F5D7540}"/>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94187" y="6406364"/>
            <a:ext cx="1602922" cy="410656"/>
          </a:xfrm>
          <a:prstGeom prst="rect">
            <a:avLst/>
          </a:prstGeom>
        </p:spPr>
      </p:pic>
    </p:spTree>
    <p:extLst>
      <p:ext uri="{BB962C8B-B14F-4D97-AF65-F5344CB8AC3E}">
        <p14:creationId xmlns:p14="http://schemas.microsoft.com/office/powerpoint/2010/main" val="2732766895"/>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80" r:id="rId4"/>
  </p:sldLayoutIdLst>
  <p:hf sldNum="0" hdr="0" dt="0"/>
  <p:txStyles>
    <p:titleStyle>
      <a:lvl1pPr algn="l" defTabSz="1219110" rtl="0" eaLnBrk="1" latinLnBrk="0" hangingPunct="1">
        <a:lnSpc>
          <a:spcPct val="90000"/>
        </a:lnSpc>
        <a:spcBef>
          <a:spcPct val="0"/>
        </a:spcBef>
        <a:buNone/>
        <a:defRPr lang="en-US" sz="2800" b="0" kern="0" baseline="0" dirty="0">
          <a:solidFill>
            <a:schemeClr val="tx1"/>
          </a:solidFill>
          <a:latin typeface="+mj-lt"/>
          <a:ea typeface="+mj-ea"/>
          <a:cs typeface="+mj-cs"/>
        </a:defRPr>
      </a:lvl1pPr>
    </p:titleStyle>
    <p:bodyStyle>
      <a:lvl1pPr marL="228594" indent="-228594" algn="l" defTabSz="1219110" rtl="0" eaLnBrk="1" latinLnBrk="0" hangingPunct="1">
        <a:lnSpc>
          <a:spcPct val="90000"/>
        </a:lnSpc>
        <a:spcBef>
          <a:spcPts val="1333"/>
        </a:spcBef>
        <a:buClr>
          <a:srgbClr val="007DC5"/>
        </a:buClr>
        <a:buFont typeface="Arial" panose="020B0604020202020204" pitchFamily="34" charset="0"/>
        <a:buChar char="•"/>
        <a:defRPr lang="en-US" sz="1600" kern="1200" smtClean="0">
          <a:solidFill>
            <a:schemeClr val="tx1"/>
          </a:solidFill>
          <a:latin typeface="+mn-lt"/>
          <a:ea typeface="+mn-ea"/>
          <a:cs typeface="+mn-cs"/>
        </a:defRPr>
      </a:lvl1pPr>
      <a:lvl2pPr marL="228594" indent="-228594" algn="l" defTabSz="1219110" rtl="0" eaLnBrk="1" latinLnBrk="0" hangingPunct="1">
        <a:lnSpc>
          <a:spcPct val="90000"/>
        </a:lnSpc>
        <a:spcBef>
          <a:spcPts val="667"/>
        </a:spcBef>
        <a:buClr>
          <a:srgbClr val="007DC5"/>
        </a:buClr>
        <a:buFont typeface="Arial" panose="020B0604020202020204" pitchFamily="34" charset="0"/>
        <a:buChar char="•"/>
        <a:defRPr lang="en-US" sz="1600" kern="1200" dirty="0" smtClean="0">
          <a:solidFill>
            <a:schemeClr val="tx1"/>
          </a:solidFill>
          <a:latin typeface="+mn-lt"/>
          <a:ea typeface="+mn-ea"/>
          <a:cs typeface="+mn-cs"/>
        </a:defRPr>
      </a:lvl2pPr>
      <a:lvl3pPr marL="228594" indent="-228594" algn="l" defTabSz="1219110" rtl="0" eaLnBrk="1" latinLnBrk="0" hangingPunct="1">
        <a:lnSpc>
          <a:spcPct val="90000"/>
        </a:lnSpc>
        <a:spcBef>
          <a:spcPts val="667"/>
        </a:spcBef>
        <a:buClr>
          <a:srgbClr val="007DC5"/>
        </a:buClr>
        <a:buFont typeface="Arial" panose="020B0604020202020204" pitchFamily="34" charset="0"/>
        <a:buChar char="•"/>
        <a:defRPr lang="en-US" sz="1600" kern="1200" dirty="0" smtClean="0">
          <a:solidFill>
            <a:schemeClr val="tx1"/>
          </a:solidFill>
          <a:latin typeface="+mn-lt"/>
          <a:ea typeface="+mn-ea"/>
          <a:cs typeface="+mn-cs"/>
        </a:defRPr>
      </a:lvl3pPr>
      <a:lvl4pPr marL="228594" indent="-228594" algn="l" defTabSz="1219110" rtl="0" eaLnBrk="1" latinLnBrk="0" hangingPunct="1">
        <a:lnSpc>
          <a:spcPct val="90000"/>
        </a:lnSpc>
        <a:spcBef>
          <a:spcPts val="667"/>
        </a:spcBef>
        <a:buClr>
          <a:srgbClr val="007DC5"/>
        </a:buClr>
        <a:buFont typeface="Arial" panose="020B0604020202020204" pitchFamily="34" charset="0"/>
        <a:buChar char="•"/>
        <a:defRPr lang="en-US" sz="1600" kern="1200" dirty="0" smtClean="0">
          <a:solidFill>
            <a:schemeClr val="tx1"/>
          </a:solidFill>
          <a:latin typeface="+mn-lt"/>
          <a:ea typeface="+mn-ea"/>
          <a:cs typeface="+mn-cs"/>
        </a:defRPr>
      </a:lvl4pPr>
      <a:lvl5pPr marL="228594" indent="-228594" algn="l" defTabSz="1219110" rtl="0" eaLnBrk="1" latinLnBrk="0" hangingPunct="1">
        <a:lnSpc>
          <a:spcPct val="90000"/>
        </a:lnSpc>
        <a:spcBef>
          <a:spcPts val="667"/>
        </a:spcBef>
        <a:buClr>
          <a:srgbClr val="007DC5"/>
        </a:buClr>
        <a:buFont typeface="Arial" panose="020B0604020202020204" pitchFamily="34" charset="0"/>
        <a:buChar char="•"/>
        <a:defRPr lang="en-US" sz="1600" kern="1200" dirty="0">
          <a:solidFill>
            <a:schemeClr val="tx1"/>
          </a:solidFill>
          <a:latin typeface="+mn-lt"/>
          <a:ea typeface="+mn-ea"/>
          <a:cs typeface="+mn-cs"/>
        </a:defRPr>
      </a:lvl5pPr>
      <a:lvl6pPr marL="3352548" indent="-304776" algn="l" defTabSz="121911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104" indent="-304776" algn="l" defTabSz="121911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658" indent="-304776" algn="l" defTabSz="121911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212" indent="-304776" algn="l" defTabSz="121911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10" rtl="0" eaLnBrk="1" latinLnBrk="0" hangingPunct="1">
        <a:defRPr sz="2400" kern="1200">
          <a:solidFill>
            <a:schemeClr val="tx1"/>
          </a:solidFill>
          <a:latin typeface="+mn-lt"/>
          <a:ea typeface="+mn-ea"/>
          <a:cs typeface="+mn-cs"/>
        </a:defRPr>
      </a:lvl1pPr>
      <a:lvl2pPr marL="609555" algn="l" defTabSz="1219110" rtl="0" eaLnBrk="1" latinLnBrk="0" hangingPunct="1">
        <a:defRPr sz="2400" kern="1200">
          <a:solidFill>
            <a:schemeClr val="tx1"/>
          </a:solidFill>
          <a:latin typeface="+mn-lt"/>
          <a:ea typeface="+mn-ea"/>
          <a:cs typeface="+mn-cs"/>
        </a:defRPr>
      </a:lvl2pPr>
      <a:lvl3pPr marL="1219110" algn="l" defTabSz="1219110" rtl="0" eaLnBrk="1" latinLnBrk="0" hangingPunct="1">
        <a:defRPr sz="2400" kern="1200">
          <a:solidFill>
            <a:schemeClr val="tx1"/>
          </a:solidFill>
          <a:latin typeface="+mn-lt"/>
          <a:ea typeface="+mn-ea"/>
          <a:cs typeface="+mn-cs"/>
        </a:defRPr>
      </a:lvl3pPr>
      <a:lvl4pPr marL="1828664" algn="l" defTabSz="1219110" rtl="0" eaLnBrk="1" latinLnBrk="0" hangingPunct="1">
        <a:defRPr sz="2400" kern="1200">
          <a:solidFill>
            <a:schemeClr val="tx1"/>
          </a:solidFill>
          <a:latin typeface="+mn-lt"/>
          <a:ea typeface="+mn-ea"/>
          <a:cs typeface="+mn-cs"/>
        </a:defRPr>
      </a:lvl4pPr>
      <a:lvl5pPr marL="2438218" algn="l" defTabSz="1219110" rtl="0" eaLnBrk="1" latinLnBrk="0" hangingPunct="1">
        <a:defRPr sz="2400" kern="1200">
          <a:solidFill>
            <a:schemeClr val="tx1"/>
          </a:solidFill>
          <a:latin typeface="+mn-lt"/>
          <a:ea typeface="+mn-ea"/>
          <a:cs typeface="+mn-cs"/>
        </a:defRPr>
      </a:lvl5pPr>
      <a:lvl6pPr marL="3047772" algn="l" defTabSz="1219110" rtl="0" eaLnBrk="1" latinLnBrk="0" hangingPunct="1">
        <a:defRPr sz="2400" kern="1200">
          <a:solidFill>
            <a:schemeClr val="tx1"/>
          </a:solidFill>
          <a:latin typeface="+mn-lt"/>
          <a:ea typeface="+mn-ea"/>
          <a:cs typeface="+mn-cs"/>
        </a:defRPr>
      </a:lvl6pPr>
      <a:lvl7pPr marL="3657327" algn="l" defTabSz="1219110" rtl="0" eaLnBrk="1" latinLnBrk="0" hangingPunct="1">
        <a:defRPr sz="2400" kern="1200">
          <a:solidFill>
            <a:schemeClr val="tx1"/>
          </a:solidFill>
          <a:latin typeface="+mn-lt"/>
          <a:ea typeface="+mn-ea"/>
          <a:cs typeface="+mn-cs"/>
        </a:defRPr>
      </a:lvl7pPr>
      <a:lvl8pPr marL="4266880" algn="l" defTabSz="1219110" rtl="0" eaLnBrk="1" latinLnBrk="0" hangingPunct="1">
        <a:defRPr sz="2400" kern="1200">
          <a:solidFill>
            <a:schemeClr val="tx1"/>
          </a:solidFill>
          <a:latin typeface="+mn-lt"/>
          <a:ea typeface="+mn-ea"/>
          <a:cs typeface="+mn-cs"/>
        </a:defRPr>
      </a:lvl8pPr>
      <a:lvl9pPr marL="4876435" algn="l" defTabSz="121911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guide id="3" orient="horz" pos="85">
          <p15:clr>
            <a:srgbClr val="F26B43"/>
          </p15:clr>
        </p15:guide>
        <p15:guide id="4" orient="horz" pos="557">
          <p15:clr>
            <a:srgbClr val="F26B43"/>
          </p15:clr>
        </p15:guide>
        <p15:guide id="5" orient="horz" pos="705">
          <p15:clr>
            <a:srgbClr val="F26B43"/>
          </p15:clr>
        </p15:guide>
        <p15:guide id="6" orient="horz" pos="3943">
          <p15:clr>
            <a:srgbClr val="F26B43"/>
          </p15:clr>
        </p15:guide>
        <p15:guide id="8" pos="7447">
          <p15:clr>
            <a:srgbClr val="F26B43"/>
          </p15:clr>
        </p15:guide>
        <p15:guide id="9" pos="240">
          <p15:clr>
            <a:srgbClr val="F26B43"/>
          </p15:clr>
        </p15:guide>
        <p15:guide id="10" orient="horz" pos="422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8216FA1-4A56-46E6-BB77-D6006B7684D3}"/>
              </a:ext>
            </a:extLst>
          </p:cNvPr>
          <p:cNvSpPr/>
          <p:nvPr userDrawn="1"/>
        </p:nvSpPr>
        <p:spPr>
          <a:xfrm>
            <a:off x="94187" y="134303"/>
            <a:ext cx="197916" cy="194384"/>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2133"/>
          </a:p>
        </p:txBody>
      </p:sp>
      <p:cxnSp>
        <p:nvCxnSpPr>
          <p:cNvPr id="12" name="Straight Connector 11">
            <a:extLst>
              <a:ext uri="{FF2B5EF4-FFF2-40B4-BE49-F238E27FC236}">
                <a16:creationId xmlns:a16="http://schemas.microsoft.com/office/drawing/2014/main" id="{47FEFDF6-0C60-43AA-ADD5-901E502E80B5}"/>
              </a:ext>
            </a:extLst>
          </p:cNvPr>
          <p:cNvCxnSpPr>
            <a:cxnSpLocks/>
          </p:cNvCxnSpPr>
          <p:nvPr userDrawn="1"/>
        </p:nvCxnSpPr>
        <p:spPr>
          <a:xfrm>
            <a:off x="121439" y="364669"/>
            <a:ext cx="143408" cy="0"/>
          </a:xfrm>
          <a:prstGeom prst="line">
            <a:avLst/>
          </a:prstGeom>
          <a:ln>
            <a:solidFill>
              <a:srgbClr val="E41165"/>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938AF1A-EA00-4882-84C6-CBA46A27A7C5}"/>
              </a:ext>
            </a:extLst>
          </p:cNvPr>
          <p:cNvSpPr txBox="1"/>
          <p:nvPr userDrawn="1"/>
        </p:nvSpPr>
        <p:spPr>
          <a:xfrm>
            <a:off x="94187" y="441069"/>
            <a:ext cx="197916" cy="194384"/>
          </a:xfrm>
          <a:prstGeom prst="rect">
            <a:avLst/>
          </a:prstGeom>
          <a:noFill/>
        </p:spPr>
        <p:txBody>
          <a:bodyPr wrap="none" lIns="0" tIns="0" rIns="0" bIns="0" rtlCol="0" anchor="ctr" anchorCtr="0">
            <a:noAutofit/>
          </a:bodyPr>
          <a:lstStyle/>
          <a:p>
            <a:pPr algn="ctr"/>
            <a:endParaRPr lang="en-US" sz="2133">
              <a:solidFill>
                <a:schemeClr val="tx1"/>
              </a:solidFill>
            </a:endParaRPr>
          </a:p>
        </p:txBody>
      </p:sp>
      <p:sp>
        <p:nvSpPr>
          <p:cNvPr id="30" name="Rectangle 29">
            <a:extLst>
              <a:ext uri="{FF2B5EF4-FFF2-40B4-BE49-F238E27FC236}">
                <a16:creationId xmlns:a16="http://schemas.microsoft.com/office/drawing/2014/main" id="{959FF134-DE23-4F75-9D1F-AEB44451BFD7}"/>
              </a:ext>
            </a:extLst>
          </p:cNvPr>
          <p:cNvSpPr/>
          <p:nvPr userDrawn="1"/>
        </p:nvSpPr>
        <p:spPr>
          <a:xfrm>
            <a:off x="49735" y="85017"/>
            <a:ext cx="286816" cy="52755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55"/>
          </a:p>
        </p:txBody>
      </p:sp>
      <p:sp>
        <p:nvSpPr>
          <p:cNvPr id="9" name="Rectangle 8">
            <a:extLst>
              <a:ext uri="{FF2B5EF4-FFF2-40B4-BE49-F238E27FC236}">
                <a16:creationId xmlns:a16="http://schemas.microsoft.com/office/drawing/2014/main" id="{2D4BC39D-DEC7-4FC1-BFC5-98DE92A66721}"/>
              </a:ext>
            </a:extLst>
          </p:cNvPr>
          <p:cNvSpPr/>
          <p:nvPr userDrawn="1"/>
        </p:nvSpPr>
        <p:spPr>
          <a:xfrm>
            <a:off x="389465" y="3193989"/>
            <a:ext cx="3533967" cy="467586"/>
          </a:xfrm>
          <a:prstGeom prst="rect">
            <a:avLst/>
          </a:prstGeom>
        </p:spPr>
        <p:txBody>
          <a:bodyPr vert="horz" wrap="square" lIns="0" tIns="16087" rIns="0" bIns="0" rtlCol="0" anchor="ctr">
            <a:spAutoFit/>
          </a:bodyPr>
          <a:lstStyle/>
          <a:p>
            <a:pPr lvl="0"/>
            <a:r>
              <a:rPr lang="en-US" sz="2933" b="0" kern="0" baseline="0">
                <a:solidFill>
                  <a:schemeClr val="bg1"/>
                </a:solidFill>
                <a:latin typeface="+mj-lt"/>
                <a:ea typeface="+mj-ea"/>
                <a:cs typeface="+mj-cs"/>
              </a:rPr>
              <a:t>Thank you</a:t>
            </a:r>
          </a:p>
        </p:txBody>
      </p:sp>
      <p:sp>
        <p:nvSpPr>
          <p:cNvPr id="10" name="object 5">
            <a:extLst>
              <a:ext uri="{FF2B5EF4-FFF2-40B4-BE49-F238E27FC236}">
                <a16:creationId xmlns:a16="http://schemas.microsoft.com/office/drawing/2014/main" id="{37FEB07C-5878-4697-A42C-CB8DD47499D0}"/>
              </a:ext>
            </a:extLst>
          </p:cNvPr>
          <p:cNvSpPr txBox="1"/>
          <p:nvPr userDrawn="1"/>
        </p:nvSpPr>
        <p:spPr>
          <a:xfrm>
            <a:off x="385158" y="6570134"/>
            <a:ext cx="2526461" cy="143565"/>
          </a:xfrm>
          <a:prstGeom prst="rect">
            <a:avLst/>
          </a:prstGeom>
        </p:spPr>
        <p:txBody>
          <a:bodyPr vert="horz" wrap="none" lIns="0" tIns="0" rIns="0" bIns="0" rtlCol="0">
            <a:spAutoFit/>
          </a:bodyPr>
          <a:lstStyle/>
          <a:p>
            <a:pPr marL="7701">
              <a:lnSpc>
                <a:spcPct val="100000"/>
              </a:lnSpc>
              <a:spcBef>
                <a:spcPts val="60"/>
              </a:spcBef>
            </a:pPr>
            <a:r>
              <a:rPr sz="933" b="0" spc="-3">
                <a:solidFill>
                  <a:schemeClr val="bg1"/>
                </a:solidFill>
                <a:latin typeface="Calibri"/>
                <a:cs typeface="Calibri"/>
              </a:rPr>
              <a:t>Copyright</a:t>
            </a:r>
            <a:r>
              <a:rPr sz="933" b="0" spc="-9">
                <a:solidFill>
                  <a:schemeClr val="bg1"/>
                </a:solidFill>
                <a:latin typeface="Calibri"/>
                <a:cs typeface="Calibri"/>
              </a:rPr>
              <a:t> </a:t>
            </a:r>
            <a:r>
              <a:rPr sz="933" b="0">
                <a:solidFill>
                  <a:schemeClr val="bg1"/>
                </a:solidFill>
                <a:latin typeface="Calibri"/>
                <a:cs typeface="Calibri"/>
              </a:rPr>
              <a:t>©</a:t>
            </a:r>
            <a:r>
              <a:rPr sz="933" b="0" spc="-9">
                <a:solidFill>
                  <a:schemeClr val="bg1"/>
                </a:solidFill>
                <a:latin typeface="Calibri"/>
                <a:cs typeface="Calibri"/>
              </a:rPr>
              <a:t> </a:t>
            </a:r>
            <a:r>
              <a:rPr sz="933" b="0">
                <a:solidFill>
                  <a:schemeClr val="bg1"/>
                </a:solidFill>
                <a:latin typeface="Calibri"/>
                <a:cs typeface="Calibri"/>
              </a:rPr>
              <a:t>202</a:t>
            </a:r>
            <a:r>
              <a:rPr lang="en-IN" sz="933" b="0">
                <a:solidFill>
                  <a:schemeClr val="bg1"/>
                </a:solidFill>
                <a:latin typeface="Calibri"/>
                <a:cs typeface="Calibri"/>
              </a:rPr>
              <a:t>4</a:t>
            </a:r>
            <a:r>
              <a:rPr sz="933" b="0" spc="-3">
                <a:solidFill>
                  <a:schemeClr val="bg1"/>
                </a:solidFill>
                <a:latin typeface="Calibri"/>
                <a:cs typeface="Calibri"/>
              </a:rPr>
              <a:t> Tata</a:t>
            </a:r>
            <a:r>
              <a:rPr sz="933" b="0" spc="-9">
                <a:solidFill>
                  <a:schemeClr val="bg1"/>
                </a:solidFill>
                <a:latin typeface="Calibri"/>
                <a:cs typeface="Calibri"/>
              </a:rPr>
              <a:t> </a:t>
            </a:r>
            <a:r>
              <a:rPr sz="933" b="0" spc="-3">
                <a:solidFill>
                  <a:schemeClr val="bg1"/>
                </a:solidFill>
                <a:latin typeface="Calibri"/>
                <a:cs typeface="Calibri"/>
              </a:rPr>
              <a:t>Consultancy</a:t>
            </a:r>
            <a:r>
              <a:rPr sz="933" b="0" spc="-9">
                <a:solidFill>
                  <a:schemeClr val="bg1"/>
                </a:solidFill>
                <a:latin typeface="Calibri"/>
                <a:cs typeface="Calibri"/>
              </a:rPr>
              <a:t> </a:t>
            </a:r>
            <a:r>
              <a:rPr sz="933" b="0" spc="-3">
                <a:solidFill>
                  <a:schemeClr val="bg1"/>
                </a:solidFill>
                <a:latin typeface="Calibri"/>
                <a:cs typeface="Calibri"/>
              </a:rPr>
              <a:t>Services Limited</a:t>
            </a:r>
            <a:endParaRPr sz="933" b="0">
              <a:solidFill>
                <a:schemeClr val="bg1"/>
              </a:solidFill>
              <a:latin typeface="Calibri"/>
              <a:cs typeface="Calibri"/>
            </a:endParaRPr>
          </a:p>
        </p:txBody>
      </p:sp>
      <p:pic>
        <p:nvPicPr>
          <p:cNvPr id="3" name="Graphic 2">
            <a:extLst>
              <a:ext uri="{FF2B5EF4-FFF2-40B4-BE49-F238E27FC236}">
                <a16:creationId xmlns:a16="http://schemas.microsoft.com/office/drawing/2014/main" id="{27600BCE-C87B-5B0A-0301-F38ED7B5A0D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5201" t="38245" r="4369" b="37400"/>
          <a:stretch/>
        </p:blipFill>
        <p:spPr>
          <a:xfrm>
            <a:off x="385158" y="251510"/>
            <a:ext cx="2061701" cy="555276"/>
          </a:xfrm>
          <a:prstGeom prst="rect">
            <a:avLst/>
          </a:prstGeom>
        </p:spPr>
      </p:pic>
      <p:pic>
        <p:nvPicPr>
          <p:cNvPr id="4" name="Picture 3" descr="A white logo on a black background&#10;&#10;Description automatically generated">
            <a:extLst>
              <a:ext uri="{FF2B5EF4-FFF2-40B4-BE49-F238E27FC236}">
                <a16:creationId xmlns:a16="http://schemas.microsoft.com/office/drawing/2014/main" id="{078D749F-9A1E-D7FD-4C7C-00FD0CEBD3B4}"/>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2000" t="24814" r="21396" b="24815"/>
          <a:stretch/>
        </p:blipFill>
        <p:spPr>
          <a:xfrm>
            <a:off x="11177574" y="134302"/>
            <a:ext cx="724551" cy="644764"/>
          </a:xfrm>
          <a:prstGeom prst="rect">
            <a:avLst/>
          </a:prstGeom>
        </p:spPr>
      </p:pic>
    </p:spTree>
    <p:extLst>
      <p:ext uri="{BB962C8B-B14F-4D97-AF65-F5344CB8AC3E}">
        <p14:creationId xmlns:p14="http://schemas.microsoft.com/office/powerpoint/2010/main" val="1611020844"/>
      </p:ext>
    </p:extLst>
  </p:cSld>
  <p:clrMap bg1="lt1" tx1="dk1" bg2="lt2" tx2="dk2" accent1="accent1" accent2="accent2" accent3="accent3" accent4="accent4" accent5="accent5" accent6="accent6" hlink="hlink" folHlink="folHlink"/>
  <p:sldLayoutIdLst>
    <p:sldLayoutId id="2147483667" r:id="rId1"/>
  </p:sldLayoutIdLst>
  <p:hf sldNum="0" hdr="0" dt="0"/>
  <p:txStyles>
    <p:titleStyle>
      <a:lvl1pPr algn="l" defTabSz="1219110" rtl="0" eaLnBrk="1" latinLnBrk="0" hangingPunct="1">
        <a:lnSpc>
          <a:spcPct val="90000"/>
        </a:lnSpc>
        <a:spcBef>
          <a:spcPct val="0"/>
        </a:spcBef>
        <a:buNone/>
        <a:defRPr lang="en-US" sz="2933" b="0" kern="0" baseline="0" dirty="0">
          <a:solidFill>
            <a:schemeClr val="bg1"/>
          </a:solidFill>
          <a:latin typeface="+mj-lt"/>
          <a:ea typeface="+mj-ea"/>
          <a:cs typeface="+mj-cs"/>
        </a:defRPr>
      </a:lvl1pPr>
    </p:titleStyle>
    <p:bodyStyle>
      <a:lvl1pPr marL="304776" indent="-304776" algn="l" defTabSz="1219110" rtl="0" eaLnBrk="1" latinLnBrk="0" hangingPunct="1">
        <a:lnSpc>
          <a:spcPct val="90000"/>
        </a:lnSpc>
        <a:spcBef>
          <a:spcPts val="1333"/>
        </a:spcBef>
        <a:buClr>
          <a:srgbClr val="E41165"/>
        </a:buClr>
        <a:buFont typeface="Arial" panose="020B0604020202020204" pitchFamily="34" charset="0"/>
        <a:buChar char="•"/>
        <a:defRPr lang="en-US" sz="1600" kern="1200" smtClean="0">
          <a:solidFill>
            <a:schemeClr val="bg1"/>
          </a:solidFill>
          <a:latin typeface="+mn-lt"/>
          <a:ea typeface="+mn-ea"/>
          <a:cs typeface="+mn-cs"/>
        </a:defRPr>
      </a:lvl1pPr>
      <a:lvl2pPr marL="914332" indent="-304776" algn="l" defTabSz="1219110" rtl="0" eaLnBrk="1" latinLnBrk="0" hangingPunct="1">
        <a:lnSpc>
          <a:spcPct val="90000"/>
        </a:lnSpc>
        <a:spcBef>
          <a:spcPts val="667"/>
        </a:spcBef>
        <a:buClr>
          <a:srgbClr val="E41165"/>
        </a:buClr>
        <a:buFont typeface="Arial" panose="020B0604020202020204" pitchFamily="34" charset="0"/>
        <a:buChar char="•"/>
        <a:defRPr lang="en-US" sz="1600" kern="1200" dirty="0" smtClean="0">
          <a:solidFill>
            <a:schemeClr val="bg1"/>
          </a:solidFill>
          <a:latin typeface="+mn-lt"/>
          <a:ea typeface="+mn-ea"/>
          <a:cs typeface="+mn-cs"/>
        </a:defRPr>
      </a:lvl2pPr>
      <a:lvl3pPr marL="1523887" indent="-304776" algn="l" defTabSz="1219110" rtl="0" eaLnBrk="1" latinLnBrk="0" hangingPunct="1">
        <a:lnSpc>
          <a:spcPct val="90000"/>
        </a:lnSpc>
        <a:spcBef>
          <a:spcPts val="667"/>
        </a:spcBef>
        <a:buFont typeface="Arial" panose="020B0604020202020204" pitchFamily="34" charset="0"/>
        <a:buChar char="•"/>
        <a:defRPr lang="en-US" sz="1600" kern="1200" dirty="0" smtClean="0">
          <a:solidFill>
            <a:schemeClr val="bg1"/>
          </a:solidFill>
          <a:latin typeface="+mn-lt"/>
          <a:ea typeface="+mn-ea"/>
          <a:cs typeface="+mn-cs"/>
        </a:defRPr>
      </a:lvl3pPr>
      <a:lvl4pPr marL="2133440" indent="-304776" algn="l" defTabSz="1219110" rtl="0" eaLnBrk="1" latinLnBrk="0" hangingPunct="1">
        <a:lnSpc>
          <a:spcPct val="90000"/>
        </a:lnSpc>
        <a:spcBef>
          <a:spcPts val="667"/>
        </a:spcBef>
        <a:buFont typeface="Arial" panose="020B0604020202020204" pitchFamily="34" charset="0"/>
        <a:buChar char="•"/>
        <a:defRPr lang="en-US" sz="1600" kern="1200" dirty="0" smtClean="0">
          <a:solidFill>
            <a:schemeClr val="bg1"/>
          </a:solidFill>
          <a:latin typeface="+mn-lt"/>
          <a:ea typeface="+mn-ea"/>
          <a:cs typeface="+mn-cs"/>
        </a:defRPr>
      </a:lvl4pPr>
      <a:lvl5pPr marL="2742994" indent="-304776" algn="l" defTabSz="1219110" rtl="0" eaLnBrk="1" latinLnBrk="0" hangingPunct="1">
        <a:lnSpc>
          <a:spcPct val="90000"/>
        </a:lnSpc>
        <a:spcBef>
          <a:spcPts val="667"/>
        </a:spcBef>
        <a:buFont typeface="Arial" panose="020B0604020202020204" pitchFamily="34" charset="0"/>
        <a:buChar char="•"/>
        <a:defRPr lang="en-US" sz="1600" kern="1200" dirty="0">
          <a:solidFill>
            <a:schemeClr val="bg1"/>
          </a:solidFill>
          <a:latin typeface="+mn-lt"/>
          <a:ea typeface="+mn-ea"/>
          <a:cs typeface="+mn-cs"/>
        </a:defRPr>
      </a:lvl5pPr>
      <a:lvl6pPr marL="3352548" indent="-304776" algn="l" defTabSz="121911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104" indent="-304776" algn="l" defTabSz="121911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658" indent="-304776" algn="l" defTabSz="121911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212" indent="-304776" algn="l" defTabSz="121911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10" rtl="0" eaLnBrk="1" latinLnBrk="0" hangingPunct="1">
        <a:defRPr sz="2400" kern="1200">
          <a:solidFill>
            <a:schemeClr val="tx1"/>
          </a:solidFill>
          <a:latin typeface="+mn-lt"/>
          <a:ea typeface="+mn-ea"/>
          <a:cs typeface="+mn-cs"/>
        </a:defRPr>
      </a:lvl1pPr>
      <a:lvl2pPr marL="609555" algn="l" defTabSz="1219110" rtl="0" eaLnBrk="1" latinLnBrk="0" hangingPunct="1">
        <a:defRPr sz="2400" kern="1200">
          <a:solidFill>
            <a:schemeClr val="tx1"/>
          </a:solidFill>
          <a:latin typeface="+mn-lt"/>
          <a:ea typeface="+mn-ea"/>
          <a:cs typeface="+mn-cs"/>
        </a:defRPr>
      </a:lvl2pPr>
      <a:lvl3pPr marL="1219110" algn="l" defTabSz="1219110" rtl="0" eaLnBrk="1" latinLnBrk="0" hangingPunct="1">
        <a:defRPr sz="2400" kern="1200">
          <a:solidFill>
            <a:schemeClr val="tx1"/>
          </a:solidFill>
          <a:latin typeface="+mn-lt"/>
          <a:ea typeface="+mn-ea"/>
          <a:cs typeface="+mn-cs"/>
        </a:defRPr>
      </a:lvl3pPr>
      <a:lvl4pPr marL="1828664" algn="l" defTabSz="1219110" rtl="0" eaLnBrk="1" latinLnBrk="0" hangingPunct="1">
        <a:defRPr sz="2400" kern="1200">
          <a:solidFill>
            <a:schemeClr val="tx1"/>
          </a:solidFill>
          <a:latin typeface="+mn-lt"/>
          <a:ea typeface="+mn-ea"/>
          <a:cs typeface="+mn-cs"/>
        </a:defRPr>
      </a:lvl4pPr>
      <a:lvl5pPr marL="2438218" algn="l" defTabSz="1219110" rtl="0" eaLnBrk="1" latinLnBrk="0" hangingPunct="1">
        <a:defRPr sz="2400" kern="1200">
          <a:solidFill>
            <a:schemeClr val="tx1"/>
          </a:solidFill>
          <a:latin typeface="+mn-lt"/>
          <a:ea typeface="+mn-ea"/>
          <a:cs typeface="+mn-cs"/>
        </a:defRPr>
      </a:lvl5pPr>
      <a:lvl6pPr marL="3047772" algn="l" defTabSz="1219110" rtl="0" eaLnBrk="1" latinLnBrk="0" hangingPunct="1">
        <a:defRPr sz="2400" kern="1200">
          <a:solidFill>
            <a:schemeClr val="tx1"/>
          </a:solidFill>
          <a:latin typeface="+mn-lt"/>
          <a:ea typeface="+mn-ea"/>
          <a:cs typeface="+mn-cs"/>
        </a:defRPr>
      </a:lvl6pPr>
      <a:lvl7pPr marL="3657327" algn="l" defTabSz="1219110" rtl="0" eaLnBrk="1" latinLnBrk="0" hangingPunct="1">
        <a:defRPr sz="2400" kern="1200">
          <a:solidFill>
            <a:schemeClr val="tx1"/>
          </a:solidFill>
          <a:latin typeface="+mn-lt"/>
          <a:ea typeface="+mn-ea"/>
          <a:cs typeface="+mn-cs"/>
        </a:defRPr>
      </a:lvl7pPr>
      <a:lvl8pPr marL="4266880" algn="l" defTabSz="1219110" rtl="0" eaLnBrk="1" latinLnBrk="0" hangingPunct="1">
        <a:defRPr sz="2400" kern="1200">
          <a:solidFill>
            <a:schemeClr val="tx1"/>
          </a:solidFill>
          <a:latin typeface="+mn-lt"/>
          <a:ea typeface="+mn-ea"/>
          <a:cs typeface="+mn-cs"/>
        </a:defRPr>
      </a:lvl8pPr>
      <a:lvl9pPr marL="4876435" algn="l" defTabSz="121911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guide id="3" orient="horz" pos="85">
          <p15:clr>
            <a:srgbClr val="F26B43"/>
          </p15:clr>
        </p15:guide>
        <p15:guide id="4" orient="horz" pos="480">
          <p15:clr>
            <a:srgbClr val="F26B43"/>
          </p15:clr>
        </p15:guide>
        <p15:guide id="5" orient="horz" pos="705">
          <p15:clr>
            <a:srgbClr val="F26B43"/>
          </p15:clr>
        </p15:guide>
        <p15:guide id="6" orient="horz" pos="3943">
          <p15:clr>
            <a:srgbClr val="F26B43"/>
          </p15:clr>
        </p15:guide>
        <p15:guide id="8" pos="7447">
          <p15:clr>
            <a:srgbClr val="F26B43"/>
          </p15:clr>
        </p15:guide>
        <p15:guide id="9" pos="240">
          <p15:clr>
            <a:srgbClr val="F26B43"/>
          </p15:clr>
        </p15:guide>
        <p15:guide id="10" orient="horz" pos="4224">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8/21/2026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1063078449"/>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3.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jpe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
  <Relationship Id="rId1" Type="http://schemas.openxmlformats.org/officeDocument/2006/relationships/slideLayout" Target="../slideLayouts/slideLayout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761F9-9DB3-F717-111B-0047BCD77C0E}"/>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57C66F73-72F2-2148-F682-BAE9DC51C29D}"/>
              </a:ext>
            </a:extLst>
          </p:cNvPr>
          <p:cNvSpPr>
            <a:spLocks noGrp="1"/>
          </p:cNvSpPr>
          <p:nvPr>
            <p:ph type="body" sz="quarter" idx="11"/>
          </p:nvPr>
        </p:nvSpPr>
        <p:spPr>
          <a:xfrm>
            <a:off x="931038" y="4202665"/>
            <a:ext cx="1775480" cy="205121"/>
          </a:xfrm>
        </p:spPr>
        <p:txBody>
          <a:bodyPr/>
          <a:lstStyle/>
          <a:p>
            <a:fld id="{816AD2CC-6F43-41C6-BAFE-FDD822A868A0}" type="datetime4">
              <a:rPr lang="en-US" smtClean="0"/>
              <a:t>August 21, 2026</a:t>
            </a:fld>
            <a:endParaRPr lang="en-US"/>
          </a:p>
        </p:txBody>
      </p:sp>
      <p:sp>
        <p:nvSpPr>
          <p:cNvPr id="5" name="Title 4">
            <a:extLst>
              <a:ext uri="{FF2B5EF4-FFF2-40B4-BE49-F238E27FC236}">
                <a16:creationId xmlns:a16="http://schemas.microsoft.com/office/drawing/2014/main" id="{FA1DD508-ADD8-F020-0DF6-718A90CB501B}"/>
              </a:ext>
            </a:extLst>
          </p:cNvPr>
          <p:cNvSpPr>
            <a:spLocks noGrp="1"/>
          </p:cNvSpPr>
          <p:nvPr>
            <p:ph type="title"/>
          </p:nvPr>
        </p:nvSpPr>
        <p:spPr>
          <a:xfrm>
            <a:off x="931038" y="2986905"/>
            <a:ext cx="5868499" cy="508687"/>
          </a:xfrm>
        </p:spPr>
        <p:txBody>
          <a:bodyPr vert="horz" wrap="square" lIns="0" tIns="12065" rIns="0" bIns="0" rtlCol="0" anchor="t">
            <a:noAutofit/>
          </a:bodyPr>
          <a:lstStyle/>
          <a:p>
            <a:r>
              <a:rPr lang="en-IN">
                <a:ea typeface="Calibri"/>
              </a:rPr>
              <a:t>UI Review</a:t>
            </a:r>
            <a:endParaRPr lang="en-US">
              <a:ea typeface="Calibri"/>
            </a:endParaRPr>
          </a:p>
        </p:txBody>
      </p:sp>
      <p:sp>
        <p:nvSpPr>
          <p:cNvPr id="2" name="Title 4">
            <a:extLst>
              <a:ext uri="{FF2B5EF4-FFF2-40B4-BE49-F238E27FC236}">
                <a16:creationId xmlns:a16="http://schemas.microsoft.com/office/drawing/2014/main" id="{2868AF53-7C17-3C65-57A7-F5A63CA64D96}"/>
              </a:ext>
            </a:extLst>
          </p:cNvPr>
          <p:cNvSpPr txBox="1">
            <a:spLocks/>
          </p:cNvSpPr>
          <p:nvPr/>
        </p:nvSpPr>
        <p:spPr>
          <a:xfrm>
            <a:off x="931038" y="3594785"/>
            <a:ext cx="5868499" cy="508687"/>
          </a:xfrm>
          <a:prstGeom prst="rect">
            <a:avLst/>
          </a:prstGeom>
        </p:spPr>
        <p:txBody>
          <a:bodyPr vert="horz" wrap="square" lIns="0" tIns="12065" rIns="0" bIns="0" rtlCol="0" anchor="t">
            <a:noAutofit/>
          </a:bodyPr>
          <a:lstStyle>
            <a:lvl1pPr algn="l" defTabSz="1219170" rtl="0" eaLnBrk="1" latinLnBrk="0" hangingPunct="1">
              <a:lnSpc>
                <a:spcPct val="100000"/>
              </a:lnSpc>
              <a:spcBef>
                <a:spcPct val="0"/>
              </a:spcBef>
              <a:buNone/>
              <a:defRPr lang="en-US" sz="3200" b="0" i="0" kern="0" spc="-7" baseline="0" dirty="0">
                <a:solidFill>
                  <a:srgbClr val="F4F3F9"/>
                </a:solidFill>
                <a:latin typeface="Calibri"/>
                <a:ea typeface="+mj-ea"/>
                <a:cs typeface="Calibri"/>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IN" sz="2000" b="0" i="0" u="none" strike="noStrike" kern="0" cap="none" spc="-7" normalizeH="0" baseline="0" noProof="0">
                <a:ln>
                  <a:noFill/>
                </a:ln>
                <a:solidFill>
                  <a:srgbClr val="F4F3F9"/>
                </a:solidFill>
                <a:effectLst/>
                <a:uLnTx/>
                <a:uFillTx/>
                <a:latin typeface="Calibri"/>
                <a:ea typeface="+mj-ea"/>
                <a:cs typeface="Calibri"/>
              </a:rPr>
              <a:t>TCS Accessibility AI - Assure</a:t>
            </a:r>
            <a:endParaRPr kumimoji="0" lang="en-US" sz="3200" b="0" i="0" u="none" strike="noStrike" kern="0" cap="none" spc="-7" normalizeH="0" baseline="0" noProof="0">
              <a:ln>
                <a:noFill/>
              </a:ln>
              <a:solidFill>
                <a:srgbClr val="F4F3F9"/>
              </a:solidFill>
              <a:effectLst/>
              <a:uLnTx/>
              <a:uFillTx/>
              <a:latin typeface="Calibri"/>
              <a:ea typeface="+mj-ea"/>
              <a:cs typeface="Calibri"/>
            </a:endParaRPr>
          </a:p>
        </p:txBody>
      </p:sp>
    </p:spTree>
    <p:extLst>
      <p:ext uri="{BB962C8B-B14F-4D97-AF65-F5344CB8AC3E}">
        <p14:creationId xmlns:p14="http://schemas.microsoft.com/office/powerpoint/2010/main" val="31484520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86E8306-B4C0-D24C-88ED-A9635F0545EE}"/>
              </a:ext>
            </a:extLst>
          </p:cNvPr>
          <p:cNvSpPr>
            <a:spLocks noGrp="1"/>
          </p:cNvSpPr>
          <p:nvPr>
            <p:ph type="ftr" sz="quarter" idx="10"/>
          </p:nvPr>
        </p:nvSpPr>
        <p:spPr/>
        <p:txBody>
          <a:bodyPr/>
          <a:lstStyle/>
          <a:p>
            <a:r>
              <a:rPr lang="en-US"/>
              <a:t>TCS Confidential</a:t>
            </a:r>
          </a:p>
        </p:txBody>
      </p:sp>
      <p:pic>
        <p:nvPicPr>
          <p:cNvPr id="3" name="Content Placeholder 3">
            <a:extLst>
              <a:ext uri="{FF2B5EF4-FFF2-40B4-BE49-F238E27FC236}">
                <a16:creationId xmlns:a16="http://schemas.microsoft.com/office/drawing/2014/main" id="{F7143454-2F63-3321-2B11-A4A211C3F102}"/>
              </a:ext>
            </a:extLst>
          </p:cNvPr>
          <p:cNvPicPr>
            <a:picLocks noChangeAspect="1"/>
          </p:cNvPicPr>
          <p:nvPr/>
        </p:nvPicPr>
        <p:blipFill>
          <a:blip r:embed="rId2"/>
          <a:stretch>
            <a:fillRect/>
          </a:stretch>
        </p:blipFill>
        <p:spPr>
          <a:xfrm>
            <a:off x="484316" y="869114"/>
            <a:ext cx="10870457" cy="5184458"/>
          </a:xfrm>
          <a:prstGeom prst="rect">
            <a:avLst/>
          </a:prstGeom>
        </p:spPr>
      </p:pic>
      <p:sp>
        <p:nvSpPr>
          <p:cNvPr id="4" name="Oval 3">
            <a:extLst>
              <a:ext uri="{FF2B5EF4-FFF2-40B4-BE49-F238E27FC236}">
                <a16:creationId xmlns:a16="http://schemas.microsoft.com/office/drawing/2014/main" id="{2A61FB0C-8D1E-1A68-6D9E-EE4D25A6A46F}"/>
              </a:ext>
            </a:extLst>
          </p:cNvPr>
          <p:cNvSpPr/>
          <p:nvPr/>
        </p:nvSpPr>
        <p:spPr>
          <a:xfrm>
            <a:off x="3572203" y="1444253"/>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5" name="Oval 4">
            <a:extLst>
              <a:ext uri="{FF2B5EF4-FFF2-40B4-BE49-F238E27FC236}">
                <a16:creationId xmlns:a16="http://schemas.microsoft.com/office/drawing/2014/main" id="{C477B66D-6A36-0811-4B40-4DE190B055D0}"/>
              </a:ext>
            </a:extLst>
          </p:cNvPr>
          <p:cNvSpPr/>
          <p:nvPr/>
        </p:nvSpPr>
        <p:spPr>
          <a:xfrm>
            <a:off x="3998992" y="2025780"/>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rPr>
              <a:t>2</a:t>
            </a:r>
            <a:endParaRPr lang="en-US"/>
          </a:p>
        </p:txBody>
      </p:sp>
      <p:sp>
        <p:nvSpPr>
          <p:cNvPr id="6" name="Oval 5">
            <a:extLst>
              <a:ext uri="{FF2B5EF4-FFF2-40B4-BE49-F238E27FC236}">
                <a16:creationId xmlns:a16="http://schemas.microsoft.com/office/drawing/2014/main" id="{54D2EDDA-B4B1-7D1F-8FFC-B1A03ADEC802}"/>
              </a:ext>
            </a:extLst>
          </p:cNvPr>
          <p:cNvSpPr/>
          <p:nvPr/>
        </p:nvSpPr>
        <p:spPr>
          <a:xfrm>
            <a:off x="4289755" y="2587252"/>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rPr>
              <a:t>3</a:t>
            </a:r>
            <a:endParaRPr lang="en-US"/>
          </a:p>
        </p:txBody>
      </p:sp>
      <p:sp>
        <p:nvSpPr>
          <p:cNvPr id="7" name="Oval 6">
            <a:extLst>
              <a:ext uri="{FF2B5EF4-FFF2-40B4-BE49-F238E27FC236}">
                <a16:creationId xmlns:a16="http://schemas.microsoft.com/office/drawing/2014/main" id="{44E3AD9F-0F16-3EF8-6B46-F06F0648E24C}"/>
              </a:ext>
            </a:extLst>
          </p:cNvPr>
          <p:cNvSpPr/>
          <p:nvPr/>
        </p:nvSpPr>
        <p:spPr>
          <a:xfrm>
            <a:off x="3427491" y="3178805"/>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rPr>
              <a:t>4</a:t>
            </a:r>
            <a:endParaRPr lang="en-US"/>
          </a:p>
        </p:txBody>
      </p:sp>
      <p:sp>
        <p:nvSpPr>
          <p:cNvPr id="8" name="Rectangle 7">
            <a:extLst>
              <a:ext uri="{FF2B5EF4-FFF2-40B4-BE49-F238E27FC236}">
                <a16:creationId xmlns:a16="http://schemas.microsoft.com/office/drawing/2014/main" id="{FC210AD2-6EB4-3AA7-D289-CB6B4B7BE9E4}"/>
              </a:ext>
            </a:extLst>
          </p:cNvPr>
          <p:cNvSpPr/>
          <p:nvPr/>
        </p:nvSpPr>
        <p:spPr>
          <a:xfrm>
            <a:off x="10073062" y="2024072"/>
            <a:ext cx="128633" cy="3205109"/>
          </a:xfrm>
          <a:prstGeom prst="rect">
            <a:avLst/>
          </a:prstGeom>
          <a:solidFill>
            <a:srgbClr val="F0EFA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6AD10A1A-69B1-5BC8-CB56-C90497653CA5}"/>
              </a:ext>
            </a:extLst>
          </p:cNvPr>
          <p:cNvSpPr/>
          <p:nvPr/>
        </p:nvSpPr>
        <p:spPr>
          <a:xfrm>
            <a:off x="9844333" y="1885409"/>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rPr>
              <a:t>5</a:t>
            </a:r>
            <a:endParaRPr lang="en-US"/>
          </a:p>
        </p:txBody>
      </p:sp>
      <p:sp>
        <p:nvSpPr>
          <p:cNvPr id="10" name="Oval 9">
            <a:extLst>
              <a:ext uri="{FF2B5EF4-FFF2-40B4-BE49-F238E27FC236}">
                <a16:creationId xmlns:a16="http://schemas.microsoft.com/office/drawing/2014/main" id="{92820854-4A4A-50C4-DEDF-12BA1AF4FE7C}"/>
              </a:ext>
            </a:extLst>
          </p:cNvPr>
          <p:cNvSpPr/>
          <p:nvPr/>
        </p:nvSpPr>
        <p:spPr>
          <a:xfrm>
            <a:off x="8089727" y="1885409"/>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rPr>
              <a:t>6</a:t>
            </a:r>
            <a:endParaRPr lang="en-US"/>
          </a:p>
        </p:txBody>
      </p:sp>
      <p:sp>
        <p:nvSpPr>
          <p:cNvPr id="11" name="Rectangle 10">
            <a:extLst>
              <a:ext uri="{FF2B5EF4-FFF2-40B4-BE49-F238E27FC236}">
                <a16:creationId xmlns:a16="http://schemas.microsoft.com/office/drawing/2014/main" id="{6D0EAA36-75CF-37A5-2D7C-1CC3A79F9470}"/>
              </a:ext>
            </a:extLst>
          </p:cNvPr>
          <p:cNvSpPr/>
          <p:nvPr/>
        </p:nvSpPr>
        <p:spPr>
          <a:xfrm>
            <a:off x="8286812" y="2105023"/>
            <a:ext cx="900432" cy="182230"/>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CCBF7C0-956A-20D9-2D1E-F4126563000C}"/>
              </a:ext>
            </a:extLst>
          </p:cNvPr>
          <p:cNvSpPr/>
          <p:nvPr/>
        </p:nvSpPr>
        <p:spPr>
          <a:xfrm>
            <a:off x="7488148" y="2446882"/>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rPr>
              <a:t>7</a:t>
            </a:r>
            <a:endParaRPr lang="en-US"/>
          </a:p>
        </p:txBody>
      </p:sp>
      <p:sp>
        <p:nvSpPr>
          <p:cNvPr id="13" name="Oval 12">
            <a:extLst>
              <a:ext uri="{FF2B5EF4-FFF2-40B4-BE49-F238E27FC236}">
                <a16:creationId xmlns:a16="http://schemas.microsoft.com/office/drawing/2014/main" id="{57FD15DC-3328-0A07-A6A3-914ACB87CAF7}"/>
              </a:ext>
            </a:extLst>
          </p:cNvPr>
          <p:cNvSpPr/>
          <p:nvPr/>
        </p:nvSpPr>
        <p:spPr>
          <a:xfrm>
            <a:off x="7488148" y="3178804"/>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rPr>
              <a:t>8</a:t>
            </a:r>
            <a:endParaRPr lang="en-US"/>
          </a:p>
        </p:txBody>
      </p:sp>
      <p:sp>
        <p:nvSpPr>
          <p:cNvPr id="14" name="Oval 13">
            <a:extLst>
              <a:ext uri="{FF2B5EF4-FFF2-40B4-BE49-F238E27FC236}">
                <a16:creationId xmlns:a16="http://schemas.microsoft.com/office/drawing/2014/main" id="{C5558E6D-7DB5-14DB-7B82-BBD76C017E49}"/>
              </a:ext>
            </a:extLst>
          </p:cNvPr>
          <p:cNvSpPr/>
          <p:nvPr/>
        </p:nvSpPr>
        <p:spPr>
          <a:xfrm>
            <a:off x="9693937" y="3760330"/>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rPr>
              <a:t>9</a:t>
            </a:r>
            <a:endParaRPr lang="en-US"/>
          </a:p>
        </p:txBody>
      </p:sp>
      <p:sp>
        <p:nvSpPr>
          <p:cNvPr id="15" name="Oval 14">
            <a:extLst>
              <a:ext uri="{FF2B5EF4-FFF2-40B4-BE49-F238E27FC236}">
                <a16:creationId xmlns:a16="http://schemas.microsoft.com/office/drawing/2014/main" id="{D6C5DC91-5141-A61C-FDDB-CECC4CCD0E02}"/>
              </a:ext>
            </a:extLst>
          </p:cNvPr>
          <p:cNvSpPr/>
          <p:nvPr/>
        </p:nvSpPr>
        <p:spPr>
          <a:xfrm>
            <a:off x="9032200" y="3990935"/>
            <a:ext cx="650371" cy="288731"/>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rPr>
              <a:t>11</a:t>
            </a:r>
            <a:endParaRPr lang="en-US"/>
          </a:p>
        </p:txBody>
      </p:sp>
      <p:sp>
        <p:nvSpPr>
          <p:cNvPr id="16" name="Rectangle 15">
            <a:extLst>
              <a:ext uri="{FF2B5EF4-FFF2-40B4-BE49-F238E27FC236}">
                <a16:creationId xmlns:a16="http://schemas.microsoft.com/office/drawing/2014/main" id="{978485AF-C437-2C8E-530E-3819B6205220}"/>
              </a:ext>
            </a:extLst>
          </p:cNvPr>
          <p:cNvSpPr/>
          <p:nvPr/>
        </p:nvSpPr>
        <p:spPr>
          <a:xfrm>
            <a:off x="8286812" y="4772023"/>
            <a:ext cx="900432" cy="182230"/>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FCA8085-5209-67AA-DE8F-2D3BEA5300DF}"/>
              </a:ext>
            </a:extLst>
          </p:cNvPr>
          <p:cNvSpPr/>
          <p:nvPr/>
        </p:nvSpPr>
        <p:spPr>
          <a:xfrm>
            <a:off x="8089727" y="4863224"/>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rPr>
              <a:t>6</a:t>
            </a:r>
            <a:endParaRPr lang="en-US"/>
          </a:p>
        </p:txBody>
      </p:sp>
      <p:sp>
        <p:nvSpPr>
          <p:cNvPr id="18" name="Oval 17">
            <a:extLst>
              <a:ext uri="{FF2B5EF4-FFF2-40B4-BE49-F238E27FC236}">
                <a16:creationId xmlns:a16="http://schemas.microsoft.com/office/drawing/2014/main" id="{50762906-94B8-5019-CC8B-183796F6BDB4}"/>
              </a:ext>
            </a:extLst>
          </p:cNvPr>
          <p:cNvSpPr/>
          <p:nvPr/>
        </p:nvSpPr>
        <p:spPr>
          <a:xfrm>
            <a:off x="8380489" y="4281698"/>
            <a:ext cx="650371" cy="288731"/>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rPr>
              <a:t>12</a:t>
            </a:r>
            <a:endParaRPr lang="en-US"/>
          </a:p>
        </p:txBody>
      </p:sp>
      <p:sp>
        <p:nvSpPr>
          <p:cNvPr id="19" name="Oval 18">
            <a:extLst>
              <a:ext uri="{FF2B5EF4-FFF2-40B4-BE49-F238E27FC236}">
                <a16:creationId xmlns:a16="http://schemas.microsoft.com/office/drawing/2014/main" id="{C1B1DF80-E976-F11A-67F2-2D1C79B82294}"/>
              </a:ext>
            </a:extLst>
          </p:cNvPr>
          <p:cNvSpPr/>
          <p:nvPr/>
        </p:nvSpPr>
        <p:spPr>
          <a:xfrm>
            <a:off x="7438015" y="3750303"/>
            <a:ext cx="650371" cy="288731"/>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rPr>
              <a:t>10</a:t>
            </a:r>
            <a:endParaRPr lang="en-US"/>
          </a:p>
        </p:txBody>
      </p:sp>
      <p:sp>
        <p:nvSpPr>
          <p:cNvPr id="20" name="Oval 19">
            <a:extLst>
              <a:ext uri="{FF2B5EF4-FFF2-40B4-BE49-F238E27FC236}">
                <a16:creationId xmlns:a16="http://schemas.microsoft.com/office/drawing/2014/main" id="{1EBF96E1-B6D0-C75A-2E8D-95D73624E856}"/>
              </a:ext>
            </a:extLst>
          </p:cNvPr>
          <p:cNvSpPr/>
          <p:nvPr/>
        </p:nvSpPr>
        <p:spPr>
          <a:xfrm>
            <a:off x="1668086" y="4039034"/>
            <a:ext cx="650371" cy="288731"/>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rPr>
              <a:t>13</a:t>
            </a:r>
            <a:endParaRPr lang="en-US"/>
          </a:p>
        </p:txBody>
      </p:sp>
      <p:sp>
        <p:nvSpPr>
          <p:cNvPr id="21" name="Title 23">
            <a:extLst>
              <a:ext uri="{FF2B5EF4-FFF2-40B4-BE49-F238E27FC236}">
                <a16:creationId xmlns:a16="http://schemas.microsoft.com/office/drawing/2014/main" id="{674A377F-F3C2-5AB2-2403-4206866EBB2F}"/>
              </a:ext>
            </a:extLst>
          </p:cNvPr>
          <p:cNvSpPr txBox="1">
            <a:spLocks/>
          </p:cNvSpPr>
          <p:nvPr/>
        </p:nvSpPr>
        <p:spPr>
          <a:xfrm>
            <a:off x="257323" y="143888"/>
            <a:ext cx="10514927" cy="737369"/>
          </a:xfrm>
          <a:prstGeom prst="rect">
            <a:avLst/>
          </a:prstGeom>
        </p:spPr>
        <p:txBody>
          <a:bodyPr/>
          <a:lstStyle>
            <a:lvl1pPr algn="l" defTabSz="1219110" rtl="0" eaLnBrk="1" latinLnBrk="0" hangingPunct="1">
              <a:lnSpc>
                <a:spcPct val="90000"/>
              </a:lnSpc>
              <a:spcBef>
                <a:spcPct val="0"/>
              </a:spcBef>
              <a:buNone/>
              <a:defRPr lang="en-US" sz="2800" b="0" kern="0" baseline="0" dirty="0">
                <a:solidFill>
                  <a:schemeClr val="tx1"/>
                </a:solidFill>
                <a:latin typeface="+mj-lt"/>
                <a:ea typeface="+mj-ea"/>
                <a:cs typeface="+mj-cs"/>
              </a:defRPr>
            </a:lvl1pPr>
          </a:lstStyle>
          <a:p>
            <a:r>
              <a:rPr lang="en-US" sz="2000"/>
              <a:t>Screen – Login (All Users)</a:t>
            </a:r>
          </a:p>
        </p:txBody>
      </p:sp>
    </p:spTree>
    <p:extLst>
      <p:ext uri="{BB962C8B-B14F-4D97-AF65-F5344CB8AC3E}">
        <p14:creationId xmlns:p14="http://schemas.microsoft.com/office/powerpoint/2010/main" val="3247742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BF97BB3-7E1D-6993-28BD-78464113CE6F}"/>
              </a:ext>
            </a:extLst>
          </p:cNvPr>
          <p:cNvSpPr>
            <a:spLocks noGrp="1"/>
          </p:cNvSpPr>
          <p:nvPr>
            <p:ph idx="1"/>
          </p:nvPr>
        </p:nvSpPr>
        <p:spPr>
          <a:xfrm>
            <a:off x="838200" y="612441"/>
            <a:ext cx="10515600" cy="5564522"/>
          </a:xfrm>
        </p:spPr>
        <p:txBody>
          <a:bodyPr vert="horz" lIns="91440" tIns="45720" rIns="91440" bIns="45720" rtlCol="0" anchor="t">
            <a:normAutofit/>
          </a:bodyPr>
          <a:lstStyle/>
          <a:p>
            <a:pPr marL="514350" indent="-514350">
              <a:buAutoNum type="arabicPeriod"/>
            </a:pPr>
            <a:r>
              <a:rPr lang="en-US" sz="1600">
                <a:latin typeface="Calibri"/>
                <a:ea typeface="Calibri"/>
                <a:cs typeface="Calibri"/>
              </a:rPr>
              <a:t>Houschka Rounded Alt 24 </a:t>
            </a:r>
            <a:r>
              <a:rPr lang="en-US" sz="1600" err="1">
                <a:latin typeface="Calibri"/>
                <a:ea typeface="Calibri"/>
                <a:cs typeface="Calibri"/>
              </a:rPr>
              <a:t>px</a:t>
            </a:r>
            <a:endParaRPr lang="en-US" sz="1600">
              <a:latin typeface="Calibri"/>
              <a:ea typeface="Calibri"/>
              <a:cs typeface="Calibri"/>
            </a:endParaRPr>
          </a:p>
          <a:p>
            <a:pPr marL="514350" indent="-514350">
              <a:buAutoNum type="arabicPeriod"/>
            </a:pPr>
            <a:r>
              <a:rPr lang="en-US" sz="1600">
                <a:latin typeface="Calibri"/>
                <a:ea typeface="Calibri"/>
                <a:cs typeface="Calibri"/>
              </a:rPr>
              <a:t>Houschka Rounded Alt 36 </a:t>
            </a:r>
            <a:r>
              <a:rPr lang="en-US" sz="1600" err="1">
                <a:latin typeface="Calibri"/>
                <a:ea typeface="Calibri"/>
                <a:cs typeface="Calibri"/>
              </a:rPr>
              <a:t>px</a:t>
            </a:r>
            <a:endParaRPr lang="en-US" sz="1600">
              <a:latin typeface="Calibri"/>
              <a:ea typeface="Calibri"/>
              <a:cs typeface="Calibri"/>
            </a:endParaRPr>
          </a:p>
          <a:p>
            <a:pPr marL="514350" indent="-514350">
              <a:buAutoNum type="arabicPeriod"/>
            </a:pPr>
            <a:r>
              <a:rPr lang="en-US" sz="1600">
                <a:latin typeface="Calibri"/>
                <a:ea typeface="Calibri"/>
                <a:cs typeface="Calibri"/>
              </a:rPr>
              <a:t>Calibri 20 </a:t>
            </a:r>
            <a:r>
              <a:rPr lang="en-US" sz="1600" err="1">
                <a:latin typeface="Calibri"/>
                <a:ea typeface="Calibri"/>
                <a:cs typeface="Calibri"/>
              </a:rPr>
              <a:t>px</a:t>
            </a:r>
            <a:endParaRPr lang="en-US" sz="1600">
              <a:latin typeface="Calibri"/>
              <a:ea typeface="Calibri"/>
              <a:cs typeface="Calibri"/>
            </a:endParaRPr>
          </a:p>
          <a:p>
            <a:pPr marL="514350" indent="-514350">
              <a:buAutoNum type="arabicPeriod"/>
            </a:pPr>
            <a:r>
              <a:rPr lang="en-US" sz="1600">
                <a:latin typeface="Calibri"/>
                <a:ea typeface="Calibri"/>
                <a:cs typeface="Calibri"/>
              </a:rPr>
              <a:t>Card title: </a:t>
            </a:r>
            <a:r>
              <a:rPr lang="en-US" sz="1600" err="1">
                <a:latin typeface="Calibri"/>
                <a:ea typeface="Calibri"/>
                <a:cs typeface="Calibri"/>
              </a:rPr>
              <a:t>Houschka</a:t>
            </a:r>
            <a:r>
              <a:rPr lang="en-US" sz="1600">
                <a:latin typeface="Calibri"/>
                <a:ea typeface="Calibri"/>
                <a:cs typeface="Calibri"/>
              </a:rPr>
              <a:t> Rounded Alt 24 </a:t>
            </a:r>
            <a:r>
              <a:rPr lang="en-US" sz="1600" err="1">
                <a:latin typeface="Calibri"/>
                <a:ea typeface="Calibri"/>
                <a:cs typeface="Calibri"/>
              </a:rPr>
              <a:t>px</a:t>
            </a:r>
            <a:r>
              <a:rPr lang="en-US" sz="1600">
                <a:latin typeface="Calibri"/>
                <a:ea typeface="Calibri"/>
                <a:cs typeface="Calibri"/>
              </a:rPr>
              <a:t>, Body text: Calibri 20 </a:t>
            </a:r>
            <a:r>
              <a:rPr lang="en-US" sz="1600" err="1">
                <a:latin typeface="Calibri"/>
                <a:ea typeface="Calibri"/>
                <a:cs typeface="Calibri"/>
              </a:rPr>
              <a:t>px</a:t>
            </a:r>
            <a:endParaRPr lang="en-US" sz="1600">
              <a:latin typeface="Calibri"/>
              <a:ea typeface="Calibri"/>
              <a:cs typeface="Calibri"/>
            </a:endParaRPr>
          </a:p>
          <a:p>
            <a:pPr marL="514350" indent="-514350">
              <a:buAutoNum type="arabicPeriod"/>
            </a:pPr>
            <a:r>
              <a:rPr lang="en-US" sz="1600">
                <a:latin typeface="Calibri"/>
                <a:ea typeface="Calibri"/>
                <a:cs typeface="Calibri"/>
              </a:rPr>
              <a:t>The height of the login background box should be 760 </a:t>
            </a:r>
            <a:r>
              <a:rPr lang="en-US" sz="1600" err="1">
                <a:latin typeface="Calibri"/>
                <a:ea typeface="Calibri"/>
                <a:cs typeface="Calibri"/>
              </a:rPr>
              <a:t>px</a:t>
            </a:r>
            <a:r>
              <a:rPr lang="en-US" sz="1600">
                <a:latin typeface="Calibri"/>
                <a:ea typeface="Calibri"/>
                <a:cs typeface="Calibri"/>
              </a:rPr>
              <a:t>, as per design.</a:t>
            </a:r>
          </a:p>
          <a:p>
            <a:pPr marL="514350" indent="-514350">
              <a:buAutoNum type="arabicPeriod"/>
            </a:pPr>
            <a:r>
              <a:rPr lang="en-US" sz="1600">
                <a:latin typeface="Calibri"/>
                <a:ea typeface="Calibri"/>
                <a:cs typeface="Calibri"/>
              </a:rPr>
              <a:t>In the design, there is a line gradient highlight to the top and bottom of the box. Please note the same from the design.</a:t>
            </a:r>
          </a:p>
          <a:p>
            <a:pPr marL="514350" indent="-514350">
              <a:buAutoNum type="arabicPeriod"/>
            </a:pPr>
            <a:r>
              <a:rPr lang="en-US" sz="1600">
                <a:latin typeface="Calibri"/>
                <a:ea typeface="Calibri"/>
                <a:cs typeface="Calibri"/>
              </a:rPr>
              <a:t>Please note the type specifications for Log In and the text below:</a:t>
            </a:r>
            <a:br>
              <a:rPr lang="en-US" sz="1600">
                <a:latin typeface="Calibri"/>
                <a:ea typeface="Calibri"/>
                <a:cs typeface="Calibri"/>
              </a:rPr>
            </a:br>
            <a:r>
              <a:rPr lang="en-US" sz="1600">
                <a:latin typeface="Calibri"/>
                <a:ea typeface="Calibri"/>
                <a:cs typeface="Calibri"/>
              </a:rPr>
              <a:t>Login title: </a:t>
            </a:r>
            <a:r>
              <a:rPr lang="en-US" sz="1600" err="1">
                <a:latin typeface="Calibri"/>
                <a:ea typeface="Calibri"/>
                <a:cs typeface="Calibri"/>
              </a:rPr>
              <a:t>Houschka</a:t>
            </a:r>
            <a:r>
              <a:rPr lang="en-US" sz="1600">
                <a:latin typeface="Calibri"/>
                <a:ea typeface="Calibri"/>
                <a:cs typeface="Calibri"/>
              </a:rPr>
              <a:t> Rounded Alt 32 </a:t>
            </a:r>
            <a:r>
              <a:rPr lang="en-US" sz="1600" err="1">
                <a:latin typeface="Calibri"/>
                <a:ea typeface="Calibri"/>
                <a:cs typeface="Calibri"/>
              </a:rPr>
              <a:t>px</a:t>
            </a:r>
            <a:r>
              <a:rPr lang="en-US" sz="1600">
                <a:latin typeface="Calibri"/>
                <a:ea typeface="Calibri"/>
                <a:cs typeface="Calibri"/>
              </a:rPr>
              <a:t>, sub title text: Calibri: 18 </a:t>
            </a:r>
            <a:r>
              <a:rPr lang="en-US" sz="1600" err="1">
                <a:latin typeface="Calibri"/>
                <a:ea typeface="Calibri"/>
                <a:cs typeface="Calibri"/>
              </a:rPr>
              <a:t>px</a:t>
            </a:r>
            <a:endParaRPr lang="en-US" sz="1600">
              <a:latin typeface="Calibri"/>
              <a:ea typeface="Calibri"/>
              <a:cs typeface="Calibri"/>
            </a:endParaRPr>
          </a:p>
          <a:p>
            <a:pPr marL="514350" indent="-514350">
              <a:buAutoNum type="arabicPeriod"/>
            </a:pPr>
            <a:r>
              <a:rPr lang="en-US" sz="1600">
                <a:latin typeface="Calibri"/>
                <a:ea typeface="Calibri"/>
                <a:cs typeface="Calibri"/>
              </a:rPr>
              <a:t>Please add the icons for the email and password within the box as per design</a:t>
            </a:r>
          </a:p>
          <a:p>
            <a:pPr marL="514350" indent="-514350">
              <a:buAutoNum type="arabicPeriod"/>
            </a:pPr>
            <a:r>
              <a:rPr lang="en-US" sz="1600">
                <a:latin typeface="Calibri"/>
                <a:ea typeface="Calibri"/>
                <a:cs typeface="Calibri"/>
              </a:rPr>
              <a:t>Forgot password text link will be here, below password dialogue box</a:t>
            </a:r>
          </a:p>
          <a:p>
            <a:pPr marL="514350" indent="-514350">
              <a:buAutoNum type="arabicPeriod"/>
            </a:pPr>
            <a:r>
              <a:rPr lang="en-US" sz="1600">
                <a:latin typeface="Calibri"/>
                <a:ea typeface="Calibri"/>
                <a:cs typeface="Calibri"/>
              </a:rPr>
              <a:t>Remember me check box is missing above the login button</a:t>
            </a:r>
          </a:p>
          <a:p>
            <a:pPr marL="514350" indent="-514350">
              <a:buAutoNum type="arabicPeriod"/>
            </a:pPr>
            <a:r>
              <a:rPr lang="en-US" sz="1600">
                <a:latin typeface="Calibri"/>
                <a:ea typeface="Calibri"/>
                <a:cs typeface="Calibri"/>
              </a:rPr>
              <a:t>The login button is gradient in the design. Please note and apply.</a:t>
            </a:r>
            <a:br>
              <a:rPr lang="en-US" sz="1600">
                <a:latin typeface="Calibri"/>
                <a:ea typeface="Calibri"/>
                <a:cs typeface="Calibri"/>
              </a:rPr>
            </a:br>
            <a:r>
              <a:rPr lang="en-US" sz="1600">
                <a:latin typeface="Calibri"/>
                <a:ea typeface="Calibri"/>
                <a:cs typeface="Calibri"/>
              </a:rPr>
              <a:t>The icon on the button is different from the design. Please ensure it is the same</a:t>
            </a:r>
            <a:br>
              <a:rPr lang="en-US" sz="1600">
                <a:latin typeface="Calibri"/>
                <a:ea typeface="Calibri"/>
                <a:cs typeface="Calibri"/>
              </a:rPr>
            </a:br>
            <a:r>
              <a:rPr lang="en-US" sz="1600">
                <a:latin typeface="Calibri"/>
                <a:ea typeface="Calibri"/>
                <a:cs typeface="Calibri"/>
              </a:rPr>
              <a:t>Also the font for the Login text on the button should be as per design: </a:t>
            </a:r>
            <a:r>
              <a:rPr lang="en-US" sz="1600" err="1">
                <a:latin typeface="Calibri"/>
                <a:ea typeface="Calibri"/>
                <a:cs typeface="Calibri"/>
              </a:rPr>
              <a:t>Houschka</a:t>
            </a:r>
            <a:r>
              <a:rPr lang="en-US" sz="1600">
                <a:latin typeface="Calibri"/>
                <a:ea typeface="Calibri"/>
                <a:cs typeface="Calibri"/>
              </a:rPr>
              <a:t> Rounded Alt, 20 </a:t>
            </a:r>
            <a:r>
              <a:rPr lang="en-US" sz="1600" err="1">
                <a:latin typeface="Calibri"/>
                <a:ea typeface="Calibri"/>
                <a:cs typeface="Calibri"/>
              </a:rPr>
              <a:t>px</a:t>
            </a:r>
            <a:endParaRPr lang="en-US" sz="1600">
              <a:latin typeface="Calibri"/>
              <a:ea typeface="Calibri"/>
              <a:cs typeface="Calibri"/>
            </a:endParaRPr>
          </a:p>
          <a:p>
            <a:pPr marL="514350" indent="-514350">
              <a:buAutoNum type="arabicPeriod"/>
            </a:pPr>
            <a:r>
              <a:rPr lang="en-US" sz="1600">
                <a:latin typeface="Calibri"/>
                <a:ea typeface="Calibri"/>
                <a:cs typeface="Calibri"/>
              </a:rPr>
              <a:t>Please ensure the Sign Up text is in </a:t>
            </a:r>
            <a:r>
              <a:rPr lang="en-US" sz="1600" err="1">
                <a:latin typeface="Calibri"/>
                <a:ea typeface="Calibri"/>
                <a:cs typeface="Calibri"/>
              </a:rPr>
              <a:t>Houschka</a:t>
            </a:r>
            <a:r>
              <a:rPr lang="en-US" sz="1600">
                <a:latin typeface="Calibri"/>
                <a:ea typeface="Calibri"/>
                <a:cs typeface="Calibri"/>
              </a:rPr>
              <a:t> Rounded Alt typeface.</a:t>
            </a:r>
          </a:p>
          <a:p>
            <a:pPr marL="514350" indent="-514350">
              <a:buAutoNum type="arabicPeriod"/>
            </a:pPr>
            <a:r>
              <a:rPr lang="en-US" sz="1600">
                <a:latin typeface="Calibri"/>
                <a:ea typeface="Calibri"/>
                <a:cs typeface="Calibri"/>
              </a:rPr>
              <a:t>Replace the current icons with the approved design-system icons</a:t>
            </a:r>
          </a:p>
          <a:p>
            <a:pPr marL="514350" indent="-514350">
              <a:buAutoNum type="arabicPeriod"/>
            </a:pPr>
            <a:endParaRPr lang="en-US" sz="1600">
              <a:latin typeface="Calibri"/>
              <a:ea typeface="Calibri"/>
              <a:cs typeface="Calibri"/>
            </a:endParaRPr>
          </a:p>
          <a:p>
            <a:pPr marL="514350" indent="-514350">
              <a:buAutoNum type="arabicPeriod"/>
            </a:pPr>
            <a:endParaRPr lang="en-US" sz="1600">
              <a:latin typeface="Calibri"/>
              <a:ea typeface="Calibri"/>
              <a:cs typeface="Calibri"/>
            </a:endParaRPr>
          </a:p>
          <a:p>
            <a:pPr marL="514350" indent="-514350">
              <a:buAutoNum type="arabicPeriod"/>
            </a:pPr>
            <a:endParaRPr lang="en-US" sz="1600">
              <a:latin typeface="Calibri"/>
              <a:ea typeface="Calibri"/>
              <a:cs typeface="Calibri"/>
            </a:endParaRPr>
          </a:p>
          <a:p>
            <a:pPr marL="514350" indent="-514350">
              <a:buAutoNum type="arabicPeriod"/>
            </a:pPr>
            <a:endParaRPr lang="en-US" sz="1600">
              <a:latin typeface="Calibri"/>
              <a:ea typeface="Calibri"/>
              <a:cs typeface="Calibri"/>
            </a:endParaRPr>
          </a:p>
          <a:p>
            <a:pPr marL="514350" indent="-514350">
              <a:buAutoNum type="arabicPeriod"/>
            </a:pPr>
            <a:endParaRPr lang="en-US" sz="1600">
              <a:latin typeface="Calibri"/>
              <a:ea typeface="Calibri"/>
              <a:cs typeface="Calibri"/>
            </a:endParaRPr>
          </a:p>
          <a:p>
            <a:pPr marL="514350" indent="-514350">
              <a:buAutoNum type="arabicPeriod"/>
            </a:pPr>
            <a:endParaRPr lang="en-US" sz="1600">
              <a:latin typeface="Calibri"/>
              <a:ea typeface="Calibri"/>
              <a:cs typeface="Calibri"/>
            </a:endParaRPr>
          </a:p>
        </p:txBody>
      </p:sp>
    </p:spTree>
    <p:extLst>
      <p:ext uri="{BB962C8B-B14F-4D97-AF65-F5344CB8AC3E}">
        <p14:creationId xmlns:p14="http://schemas.microsoft.com/office/powerpoint/2010/main" val="2228033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3D848-F2AB-FC48-0C1E-763DFBB0A92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CC609F8-3920-F496-CFDE-382F5E062A68}"/>
              </a:ext>
            </a:extLst>
          </p:cNvPr>
          <p:cNvPicPr>
            <a:picLocks noChangeAspect="1"/>
          </p:cNvPicPr>
          <p:nvPr/>
        </p:nvPicPr>
        <p:blipFill>
          <a:blip r:embed="rId2"/>
          <a:stretch>
            <a:fillRect/>
          </a:stretch>
        </p:blipFill>
        <p:spPr>
          <a:xfrm>
            <a:off x="31093" y="1458934"/>
            <a:ext cx="6161630" cy="3329577"/>
          </a:xfrm>
          <a:prstGeom prst="rect">
            <a:avLst/>
          </a:prstGeom>
        </p:spPr>
      </p:pic>
      <p:sp>
        <p:nvSpPr>
          <p:cNvPr id="15" name="Rectangle 14">
            <a:extLst>
              <a:ext uri="{FF2B5EF4-FFF2-40B4-BE49-F238E27FC236}">
                <a16:creationId xmlns:a16="http://schemas.microsoft.com/office/drawing/2014/main" id="{4AADDAF7-FC12-188A-BA3F-7FE7C280D20D}"/>
              </a:ext>
            </a:extLst>
          </p:cNvPr>
          <p:cNvSpPr/>
          <p:nvPr/>
        </p:nvSpPr>
        <p:spPr>
          <a:xfrm>
            <a:off x="3877848" y="2035327"/>
            <a:ext cx="2060836" cy="1942050"/>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4" name="Title 23">
            <a:extLst>
              <a:ext uri="{FF2B5EF4-FFF2-40B4-BE49-F238E27FC236}">
                <a16:creationId xmlns:a16="http://schemas.microsoft.com/office/drawing/2014/main" id="{B630F764-B514-1FCB-D3DB-B6F6DA7C41E5}"/>
              </a:ext>
            </a:extLst>
          </p:cNvPr>
          <p:cNvSpPr>
            <a:spLocks noGrp="1"/>
          </p:cNvSpPr>
          <p:nvPr>
            <p:ph type="title"/>
          </p:nvPr>
        </p:nvSpPr>
        <p:spPr/>
        <p:txBody>
          <a:bodyPr/>
          <a:lstStyle/>
          <a:p>
            <a:r>
              <a:rPr lang="en-US" sz="2000"/>
              <a:t>Screen – Forgot Password (All Users)</a:t>
            </a:r>
          </a:p>
        </p:txBody>
      </p:sp>
      <p:sp>
        <p:nvSpPr>
          <p:cNvPr id="4" name="TextBox 3">
            <a:extLst>
              <a:ext uri="{FF2B5EF4-FFF2-40B4-BE49-F238E27FC236}">
                <a16:creationId xmlns:a16="http://schemas.microsoft.com/office/drawing/2014/main" id="{063F7B60-92F3-F0FD-4877-A7BA5B983D23}"/>
              </a:ext>
            </a:extLst>
          </p:cNvPr>
          <p:cNvSpPr txBox="1"/>
          <p:nvPr/>
        </p:nvSpPr>
        <p:spPr>
          <a:xfrm>
            <a:off x="2227005" y="1230331"/>
            <a:ext cx="1769807" cy="207708"/>
          </a:xfrm>
          <a:prstGeom prst="rect">
            <a:avLst/>
          </a:prstGeom>
          <a:noFill/>
        </p:spPr>
        <p:txBody>
          <a:bodyPr wrap="none" lIns="0" tIns="0" rIns="0" bIns="0" rtlCol="0" anchor="ctr" anchorCtr="0">
            <a:noAutofit/>
          </a:bodyPr>
          <a:lstStyle/>
          <a:p>
            <a:pPr algn="ctr"/>
            <a:r>
              <a:rPr lang="en-US" sz="1200">
                <a:solidFill>
                  <a:schemeClr val="tx1"/>
                </a:solidFill>
              </a:rPr>
              <a:t>Developed Screen</a:t>
            </a:r>
          </a:p>
        </p:txBody>
      </p:sp>
      <p:sp>
        <p:nvSpPr>
          <p:cNvPr id="5" name="TextBox 4">
            <a:extLst>
              <a:ext uri="{FF2B5EF4-FFF2-40B4-BE49-F238E27FC236}">
                <a16:creationId xmlns:a16="http://schemas.microsoft.com/office/drawing/2014/main" id="{63E32749-4EC0-8D4C-8A50-51FB99B3AA93}"/>
              </a:ext>
            </a:extLst>
          </p:cNvPr>
          <p:cNvSpPr txBox="1"/>
          <p:nvPr/>
        </p:nvSpPr>
        <p:spPr>
          <a:xfrm>
            <a:off x="8284703" y="1230331"/>
            <a:ext cx="1769807" cy="207708"/>
          </a:xfrm>
          <a:prstGeom prst="rect">
            <a:avLst/>
          </a:prstGeom>
          <a:noFill/>
        </p:spPr>
        <p:txBody>
          <a:bodyPr wrap="none" lIns="0" tIns="0" rIns="0" bIns="0" rtlCol="0" anchor="ctr" anchorCtr="0">
            <a:noAutofit/>
          </a:bodyPr>
          <a:lstStyle/>
          <a:p>
            <a:pPr algn="ctr"/>
            <a:r>
              <a:rPr lang="en-US" sz="1200">
                <a:solidFill>
                  <a:srgbClr val="00B050"/>
                </a:solidFill>
              </a:rPr>
              <a:t>Proposed Design</a:t>
            </a:r>
          </a:p>
        </p:txBody>
      </p:sp>
      <p:pic>
        <p:nvPicPr>
          <p:cNvPr id="8" name="Picture 7">
            <a:extLst>
              <a:ext uri="{FF2B5EF4-FFF2-40B4-BE49-F238E27FC236}">
                <a16:creationId xmlns:a16="http://schemas.microsoft.com/office/drawing/2014/main" id="{7C8E6224-8E7B-F8A5-439A-E63A5BBA3D32}"/>
              </a:ext>
            </a:extLst>
          </p:cNvPr>
          <p:cNvPicPr>
            <a:picLocks noChangeAspect="1"/>
          </p:cNvPicPr>
          <p:nvPr/>
        </p:nvPicPr>
        <p:blipFill>
          <a:blip r:embed="rId3"/>
          <a:srcRect l="6631" r="7040"/>
          <a:stretch>
            <a:fillRect/>
          </a:stretch>
        </p:blipFill>
        <p:spPr>
          <a:xfrm>
            <a:off x="6615424" y="1470229"/>
            <a:ext cx="5319253" cy="3306986"/>
          </a:xfrm>
          <a:prstGeom prst="rect">
            <a:avLst/>
          </a:prstGeom>
        </p:spPr>
      </p:pic>
      <p:sp>
        <p:nvSpPr>
          <p:cNvPr id="7" name="Oval 6">
            <a:extLst>
              <a:ext uri="{FF2B5EF4-FFF2-40B4-BE49-F238E27FC236}">
                <a16:creationId xmlns:a16="http://schemas.microsoft.com/office/drawing/2014/main" id="{B293C8FD-1A64-0EE5-BFB5-6A6AB9F78390}"/>
              </a:ext>
            </a:extLst>
          </p:cNvPr>
          <p:cNvSpPr/>
          <p:nvPr/>
        </p:nvSpPr>
        <p:spPr>
          <a:xfrm>
            <a:off x="3907406" y="2076553"/>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9" name="Oval 8">
            <a:extLst>
              <a:ext uri="{FF2B5EF4-FFF2-40B4-BE49-F238E27FC236}">
                <a16:creationId xmlns:a16="http://schemas.microsoft.com/office/drawing/2014/main" id="{3ECF7B30-C260-59FC-FC25-6192E54DE5BB}"/>
              </a:ext>
            </a:extLst>
          </p:cNvPr>
          <p:cNvSpPr/>
          <p:nvPr/>
        </p:nvSpPr>
        <p:spPr>
          <a:xfrm>
            <a:off x="4763554" y="3698672"/>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10" name="Oval 9">
            <a:extLst>
              <a:ext uri="{FF2B5EF4-FFF2-40B4-BE49-F238E27FC236}">
                <a16:creationId xmlns:a16="http://schemas.microsoft.com/office/drawing/2014/main" id="{EDE720FE-37FF-201A-E07D-E47F4B8392DD}"/>
              </a:ext>
            </a:extLst>
          </p:cNvPr>
          <p:cNvSpPr/>
          <p:nvPr/>
        </p:nvSpPr>
        <p:spPr>
          <a:xfrm>
            <a:off x="124696" y="2217603"/>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11" name="Oval 10">
            <a:extLst>
              <a:ext uri="{FF2B5EF4-FFF2-40B4-BE49-F238E27FC236}">
                <a16:creationId xmlns:a16="http://schemas.microsoft.com/office/drawing/2014/main" id="{331D4D36-BF5B-1534-18D2-45573A69F65F}"/>
              </a:ext>
            </a:extLst>
          </p:cNvPr>
          <p:cNvSpPr/>
          <p:nvPr/>
        </p:nvSpPr>
        <p:spPr>
          <a:xfrm>
            <a:off x="3996812" y="2957289"/>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
        <p:nvSpPr>
          <p:cNvPr id="14" name="Rectangle 13">
            <a:extLst>
              <a:ext uri="{FF2B5EF4-FFF2-40B4-BE49-F238E27FC236}">
                <a16:creationId xmlns:a16="http://schemas.microsoft.com/office/drawing/2014/main" id="{53402EE5-AC09-1404-5C59-8F2D61FE88C9}"/>
              </a:ext>
            </a:extLst>
          </p:cNvPr>
          <p:cNvSpPr/>
          <p:nvPr/>
        </p:nvSpPr>
        <p:spPr>
          <a:xfrm>
            <a:off x="3722761" y="1760154"/>
            <a:ext cx="79866" cy="2554245"/>
          </a:xfrm>
          <a:prstGeom prst="rect">
            <a:avLst/>
          </a:prstGeom>
          <a:solidFill>
            <a:srgbClr val="F0EFA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E93F654-7CEF-8A20-5142-72A08A09758C}"/>
              </a:ext>
            </a:extLst>
          </p:cNvPr>
          <p:cNvSpPr/>
          <p:nvPr/>
        </p:nvSpPr>
        <p:spPr>
          <a:xfrm>
            <a:off x="3473270" y="1648597"/>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17" name="Oval 16">
            <a:extLst>
              <a:ext uri="{FF2B5EF4-FFF2-40B4-BE49-F238E27FC236}">
                <a16:creationId xmlns:a16="http://schemas.microsoft.com/office/drawing/2014/main" id="{E9874244-F872-158A-F94F-CAEA64A4F761}"/>
              </a:ext>
            </a:extLst>
          </p:cNvPr>
          <p:cNvSpPr/>
          <p:nvPr/>
        </p:nvSpPr>
        <p:spPr>
          <a:xfrm>
            <a:off x="4423451" y="2217602"/>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6</a:t>
            </a:r>
          </a:p>
        </p:txBody>
      </p:sp>
      <p:sp>
        <p:nvSpPr>
          <p:cNvPr id="18" name="Oval 17">
            <a:extLst>
              <a:ext uri="{FF2B5EF4-FFF2-40B4-BE49-F238E27FC236}">
                <a16:creationId xmlns:a16="http://schemas.microsoft.com/office/drawing/2014/main" id="{0A11CF2B-A182-A665-816A-1121E2C3F8AA}"/>
              </a:ext>
            </a:extLst>
          </p:cNvPr>
          <p:cNvSpPr/>
          <p:nvPr/>
        </p:nvSpPr>
        <p:spPr>
          <a:xfrm>
            <a:off x="4134027" y="2528784"/>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7</a:t>
            </a:r>
          </a:p>
        </p:txBody>
      </p:sp>
      <p:sp>
        <p:nvSpPr>
          <p:cNvPr id="19" name="Oval 18">
            <a:extLst>
              <a:ext uri="{FF2B5EF4-FFF2-40B4-BE49-F238E27FC236}">
                <a16:creationId xmlns:a16="http://schemas.microsoft.com/office/drawing/2014/main" id="{C13F148D-4162-711A-8C65-72C05355B547}"/>
              </a:ext>
            </a:extLst>
          </p:cNvPr>
          <p:cNvSpPr/>
          <p:nvPr/>
        </p:nvSpPr>
        <p:spPr>
          <a:xfrm>
            <a:off x="4557865" y="2957288"/>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8</a:t>
            </a:r>
          </a:p>
        </p:txBody>
      </p:sp>
      <p:sp>
        <p:nvSpPr>
          <p:cNvPr id="20" name="Oval 19">
            <a:extLst>
              <a:ext uri="{FF2B5EF4-FFF2-40B4-BE49-F238E27FC236}">
                <a16:creationId xmlns:a16="http://schemas.microsoft.com/office/drawing/2014/main" id="{CD2DD8C9-21D4-DB5A-EFE0-5DE8F361CA34}"/>
              </a:ext>
            </a:extLst>
          </p:cNvPr>
          <p:cNvSpPr/>
          <p:nvPr/>
        </p:nvSpPr>
        <p:spPr>
          <a:xfrm>
            <a:off x="5555692" y="3178444"/>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9</a:t>
            </a:r>
          </a:p>
        </p:txBody>
      </p:sp>
      <p:sp>
        <p:nvSpPr>
          <p:cNvPr id="21" name="Oval 20">
            <a:extLst>
              <a:ext uri="{FF2B5EF4-FFF2-40B4-BE49-F238E27FC236}">
                <a16:creationId xmlns:a16="http://schemas.microsoft.com/office/drawing/2014/main" id="{2CEC8AD7-4214-C78E-00E6-B226CDFE263D}"/>
              </a:ext>
            </a:extLst>
          </p:cNvPr>
          <p:cNvSpPr/>
          <p:nvPr/>
        </p:nvSpPr>
        <p:spPr>
          <a:xfrm>
            <a:off x="4958575" y="3270167"/>
            <a:ext cx="485832"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10</a:t>
            </a:r>
          </a:p>
        </p:txBody>
      </p:sp>
      <p:sp>
        <p:nvSpPr>
          <p:cNvPr id="22" name="Oval 21">
            <a:extLst>
              <a:ext uri="{FF2B5EF4-FFF2-40B4-BE49-F238E27FC236}">
                <a16:creationId xmlns:a16="http://schemas.microsoft.com/office/drawing/2014/main" id="{F92159B1-0C3F-8966-37AB-91C2A35173A3}"/>
              </a:ext>
            </a:extLst>
          </p:cNvPr>
          <p:cNvSpPr/>
          <p:nvPr/>
        </p:nvSpPr>
        <p:spPr>
          <a:xfrm>
            <a:off x="5201491" y="1895974"/>
            <a:ext cx="485832"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13</a:t>
            </a:r>
          </a:p>
        </p:txBody>
      </p:sp>
    </p:spTree>
    <p:extLst>
      <p:ext uri="{BB962C8B-B14F-4D97-AF65-F5344CB8AC3E}">
        <p14:creationId xmlns:p14="http://schemas.microsoft.com/office/powerpoint/2010/main" val="2061434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2CF4E-8032-E1AE-4C30-6AAE250F981F}"/>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221E7B6-02D0-0A1E-8239-38E29FA4EA90}"/>
              </a:ext>
            </a:extLst>
          </p:cNvPr>
          <p:cNvSpPr>
            <a:spLocks noGrp="1"/>
          </p:cNvSpPr>
          <p:nvPr>
            <p:ph idx="1"/>
          </p:nvPr>
        </p:nvSpPr>
        <p:spPr>
          <a:xfrm>
            <a:off x="838200" y="612441"/>
            <a:ext cx="10515600" cy="5564522"/>
          </a:xfrm>
        </p:spPr>
        <p:txBody>
          <a:bodyPr vert="horz" lIns="91440" tIns="45720" rIns="91440" bIns="45720" rtlCol="0" anchor="t">
            <a:normAutofit fontScale="72500" lnSpcReduction="10000"/>
          </a:bodyPr>
          <a:lstStyle/>
          <a:p>
            <a:pPr marL="514350" lvl="0" indent="-514350" fontAlgn="t">
              <a:buFont typeface="+mj-lt"/>
              <a:buAutoNum type="arabicPeriod" startAt="1"/>
            </a:pPr>
            <a:r>
              <a:rPr lang="en-US" sz="1600">
                <a:highlight>
                  <a:srgbClr val="FFFF00"/>
                </a:highlight>
                <a:latin typeface="Calibri" panose="020F0502020204030204" pitchFamily="34" charset="0"/>
                <a:ea typeface="Calibri" panose="020F0502020204030204" pitchFamily="34" charset="0"/>
                <a:cs typeface="Calibri" panose="020F0502020204030204" pitchFamily="34" charset="0"/>
              </a:rPr>
              <a:t>Replace the security question recovery flow with the approved OTP-based password reset flow.</a:t>
            </a:r>
          </a:p>
          <a:p>
            <a:pPr marL="514350" lvl="1" indent="0">
              <a:buNone/>
            </a:pPr>
            <a:r>
              <a:rPr lang="en-US" sz="1400" b="1">
                <a:solidFill>
                  <a:srgbClr val="C00000"/>
                </a:solidFill>
                <a:latin typeface="Calibri"/>
              </a:rPr>
              <a:t>Not addressed: </a:t>
            </a:r>
            <a:r>
              <a:rPr lang="en-US" sz="1400" i="1">
                <a:solidFill>
                  <a:srgbClr val="3F3F3F"/>
                </a:solidFill>
                <a:latin typeface="Calibri"/>
              </a:rPr>
              <a:t>The server cannot send email, so an OTP cannot be delivered. Needs an email service first; recovery still uses the security question.</a:t>
            </a:r>
          </a:p>
          <a:p>
            <a:pPr marL="514350" lvl="0" indent="-514350" fontAlgn="t">
              <a:buFont typeface="+mj-lt"/>
              <a:buAutoNum type="arabicPeriod" startAt="2"/>
            </a:pPr>
            <a:r>
              <a:rPr lang="en-US" sz="1600">
                <a:highlight>
                  <a:srgbClr val="FFFF00"/>
                </a:highlight>
                <a:latin typeface="Calibri" panose="020F0502020204030204" pitchFamily="34" charset="0"/>
                <a:ea typeface="Calibri" panose="020F0502020204030204" pitchFamily="34" charset="0"/>
                <a:cs typeface="Calibri" panose="020F0502020204030204" pitchFamily="34" charset="0"/>
              </a:rPr>
              <a:t>Add the Request Reset via Admin option as shown in the proposed design.</a:t>
            </a:r>
          </a:p>
          <a:p>
            <a:pPr marL="514350" lvl="1" indent="0">
              <a:buNone/>
            </a:pPr>
            <a:r>
              <a:rPr lang="en-US" sz="1400" b="1">
                <a:solidFill>
                  <a:srgbClr val="C00000"/>
                </a:solidFill>
                <a:latin typeface="Calibri"/>
              </a:rPr>
              <a:t>Not addressed: </a:t>
            </a:r>
            <a:r>
              <a:rPr lang="en-US" sz="1400" i="1">
                <a:solidFill>
                  <a:srgbClr val="3F3F3F"/>
                </a:solidFill>
                <a:latin typeface="Calibri"/>
              </a:rPr>
              <a:t>Needs a new admin-approved reset workflow on the server (request queue, one-time password, forced change). Deferred pending a security review.</a:t>
            </a:r>
          </a:p>
          <a:p>
            <a:pPr marL="514350" lvl="0" indent="-514350" fontAlgn="t">
              <a:buFont typeface="+mj-lt"/>
              <a:buAutoNum type="arabicPeriod" startAt="3"/>
            </a:pPr>
            <a:r>
              <a:rPr lang="en-US" sz="1600">
                <a:latin typeface="Calibri" panose="020F0502020204030204" pitchFamily="34" charset="0"/>
                <a:ea typeface="Calibri" panose="020F0502020204030204" pitchFamily="34" charset="0"/>
                <a:cs typeface="Calibri" panose="020F0502020204030204" pitchFamily="34" charset="0"/>
              </a:rPr>
              <a:t>Remove the left-side branding panel during password recovery and use the dedicated recovery screen design.</a:t>
            </a:r>
          </a:p>
          <a:p>
            <a:pPr marL="514350" lvl="0" indent="-514350" fontAlgn="t">
              <a:buFont typeface="+mj-lt"/>
              <a:buAutoNum type="arabicPeriod" startAt="4"/>
            </a:pPr>
            <a:r>
              <a:rPr lang="en-US" sz="1600">
                <a:highlight>
                  <a:srgbClr val="FFFF00"/>
                </a:highlight>
                <a:latin typeface="Calibri" panose="020F0502020204030204" pitchFamily="34" charset="0"/>
                <a:ea typeface="Calibri" panose="020F0502020204030204" pitchFamily="34" charset="0"/>
                <a:cs typeface="Calibri" panose="020F0502020204030204" pitchFamily="34" charset="0"/>
              </a:rPr>
              <a:t>Follow the approved recovery flow: Enter Email → Verify OTP → Create New Password → Back to Login.</a:t>
            </a:r>
          </a:p>
          <a:p>
            <a:pPr marL="514350" lvl="1" indent="0">
              <a:buNone/>
            </a:pPr>
            <a:r>
              <a:rPr lang="en-US" sz="1400" b="1">
                <a:solidFill>
                  <a:srgbClr val="C00000"/>
                </a:solidFill>
                <a:latin typeface="Calibri"/>
              </a:rPr>
              <a:t>Not addressed: </a:t>
            </a:r>
            <a:r>
              <a:rPr lang="en-US" sz="1400" i="1">
                <a:solidFill>
                  <a:srgbClr val="3F3F3F"/>
                </a:solidFill>
                <a:latin typeface="Calibri"/>
              </a:rPr>
              <a:t>Depends on OTP (item 1). The current flow is Enter Email → Security Question → New Password → Back to Login.</a:t>
            </a:r>
          </a:p>
          <a:p>
            <a:pPr marL="514350" lvl="0" indent="-514350" fontAlgn="t">
              <a:buFont typeface="+mj-lt"/>
              <a:buAutoNum type="arabicPeriod" startAt="5"/>
            </a:pPr>
            <a:r>
              <a:rPr lang="en-US" sz="1600">
                <a:latin typeface="Calibri" panose="020F0502020204030204" pitchFamily="34" charset="0"/>
                <a:ea typeface="Calibri" panose="020F0502020204030204" pitchFamily="34" charset="0"/>
                <a:cs typeface="Calibri" panose="020F0502020204030204" pitchFamily="34" charset="0"/>
              </a:rPr>
              <a:t>Update the form container size height 759 </a:t>
            </a:r>
            <a:r>
              <a:rPr lang="en-US" sz="1600" err="1">
                <a:latin typeface="Calibri" panose="020F0502020204030204" pitchFamily="34" charset="0"/>
                <a:ea typeface="Calibri" panose="020F0502020204030204" pitchFamily="34" charset="0"/>
                <a:cs typeface="Calibri" panose="020F0502020204030204" pitchFamily="34" charset="0"/>
              </a:rPr>
              <a:t>px</a:t>
            </a:r>
            <a:r>
              <a:rPr lang="en-US" sz="1600">
                <a:latin typeface="Calibri" panose="020F0502020204030204" pitchFamily="34" charset="0"/>
                <a:ea typeface="Calibri" panose="020F0502020204030204" pitchFamily="34" charset="0"/>
                <a:cs typeface="Calibri" panose="020F0502020204030204" pitchFamily="34" charset="0"/>
              </a:rPr>
              <a:t>, spacing, and visual hierarchy to match the proposed design.</a:t>
            </a:r>
          </a:p>
          <a:p>
            <a:pPr marL="514350" lvl="0" indent="-514350" fontAlgn="t">
              <a:buFont typeface="+mj-lt"/>
              <a:buAutoNum type="arabicPeriod" startAt="6"/>
            </a:pPr>
            <a:r>
              <a:rPr lang="en-US" sz="1600">
                <a:latin typeface="Calibri" panose="020F0502020204030204" pitchFamily="34" charset="0"/>
                <a:ea typeface="Calibri" panose="020F0502020204030204" pitchFamily="34" charset="0"/>
                <a:cs typeface="Calibri" panose="020F0502020204030204" pitchFamily="34" charset="0"/>
              </a:rPr>
              <a:t>Modal title should use </a:t>
            </a:r>
            <a:r>
              <a:rPr lang="en-US" sz="1600" err="1">
                <a:latin typeface="Calibri" panose="020F0502020204030204" pitchFamily="34" charset="0"/>
                <a:ea typeface="Calibri" panose="020F0502020204030204" pitchFamily="34" charset="0"/>
                <a:cs typeface="Calibri" panose="020F0502020204030204" pitchFamily="34" charset="0"/>
              </a:rPr>
              <a:t>Houschka</a:t>
            </a:r>
            <a:r>
              <a:rPr lang="en-US" sz="1600">
                <a:latin typeface="Calibri" panose="020F0502020204030204" pitchFamily="34" charset="0"/>
                <a:ea typeface="Calibri" panose="020F0502020204030204" pitchFamily="34" charset="0"/>
                <a:cs typeface="Calibri" panose="020F0502020204030204" pitchFamily="34" charset="0"/>
              </a:rPr>
              <a:t> Rounded Alt, 32 </a:t>
            </a:r>
            <a:r>
              <a:rPr lang="en-US" sz="1600" err="1">
                <a:latin typeface="Calibri" panose="020F0502020204030204" pitchFamily="34" charset="0"/>
                <a:ea typeface="Calibri" panose="020F0502020204030204" pitchFamily="34" charset="0"/>
                <a:cs typeface="Calibri" panose="020F0502020204030204" pitchFamily="34" charset="0"/>
              </a:rPr>
              <a:t>px</a:t>
            </a:r>
            <a:r>
              <a:rPr lang="en-US" sz="1600">
                <a:latin typeface="Calibri" panose="020F0502020204030204" pitchFamily="34" charset="0"/>
                <a:ea typeface="Calibri" panose="020F0502020204030204" pitchFamily="34" charset="0"/>
                <a:cs typeface="Calibri" panose="020F0502020204030204" pitchFamily="34" charset="0"/>
              </a:rPr>
              <a:t> as per design.</a:t>
            </a:r>
          </a:p>
          <a:p>
            <a:pPr marL="514350" lvl="0" indent="-514350" fontAlgn="t">
              <a:buFont typeface="+mj-lt"/>
              <a:buAutoNum type="arabicPeriod" startAt="7"/>
            </a:pPr>
            <a:r>
              <a:rPr lang="en-US" sz="1600">
                <a:latin typeface="Calibri" panose="020F0502020204030204" pitchFamily="34" charset="0"/>
                <a:ea typeface="Calibri" panose="020F0502020204030204" pitchFamily="34" charset="0"/>
                <a:cs typeface="Calibri" panose="020F0502020204030204" pitchFamily="34" charset="0"/>
              </a:rPr>
              <a:t>Subtitle/description text should use Calibri, 18 </a:t>
            </a:r>
            <a:r>
              <a:rPr lang="en-US" sz="1600" err="1">
                <a:latin typeface="Calibri" panose="020F0502020204030204" pitchFamily="34" charset="0"/>
                <a:ea typeface="Calibri" panose="020F0502020204030204" pitchFamily="34" charset="0"/>
                <a:cs typeface="Calibri" panose="020F0502020204030204" pitchFamily="34" charset="0"/>
              </a:rPr>
              <a:t>px</a:t>
            </a:r>
            <a:r>
              <a:rPr lang="en-US" sz="1600">
                <a:latin typeface="Calibri" panose="020F0502020204030204" pitchFamily="34" charset="0"/>
                <a:ea typeface="Calibri" panose="020F0502020204030204" pitchFamily="34" charset="0"/>
                <a:cs typeface="Calibri" panose="020F0502020204030204" pitchFamily="34" charset="0"/>
              </a:rPr>
              <a:t> as per design.</a:t>
            </a:r>
          </a:p>
          <a:p>
            <a:pPr marL="514350" indent="-514350" fontAlgn="t">
              <a:buFont typeface="+mj-lt"/>
              <a:buAutoNum type="arabicPeriod" startAt="8"/>
            </a:pPr>
            <a:r>
              <a:rPr lang="en-US" sz="1600">
                <a:latin typeface="Calibri"/>
                <a:ea typeface="Calibri"/>
                <a:cs typeface="Calibri"/>
              </a:rPr>
              <a:t>Field labels should use Calibri, 20 </a:t>
            </a:r>
            <a:r>
              <a:rPr lang="en-US" sz="1600" err="1">
                <a:latin typeface="Calibri"/>
                <a:ea typeface="Calibri"/>
                <a:cs typeface="Calibri"/>
              </a:rPr>
              <a:t>px</a:t>
            </a:r>
            <a:r>
              <a:rPr lang="en-US" sz="1600">
                <a:latin typeface="Calibri"/>
                <a:ea typeface="Calibri"/>
                <a:cs typeface="Calibri"/>
              </a:rPr>
              <a:t> as per design.</a:t>
            </a:r>
          </a:p>
          <a:p>
            <a:pPr marL="514350" lvl="0" indent="-514350" fontAlgn="t">
              <a:buAutoNum type="arabicPeriod" startAt="9"/>
            </a:pPr>
            <a:r>
              <a:rPr lang="en-US" sz="1600">
                <a:highlight>
                  <a:srgbClr val="FFFF00"/>
                </a:highlight>
                <a:latin typeface="Calibri" panose="020F0502020204030204" pitchFamily="34" charset="0"/>
                <a:ea typeface="Calibri" panose="020F0502020204030204" pitchFamily="34" charset="0"/>
                <a:cs typeface="Calibri" panose="020F0502020204030204" pitchFamily="34" charset="0"/>
              </a:rPr>
              <a:t>Apply the approved gradient styling to the Send OTP button.</a:t>
            </a:r>
          </a:p>
          <a:p>
            <a:pPr marL="514350" lvl="1" indent="0">
              <a:buNone/>
            </a:pPr>
            <a:r>
              <a:rPr lang="en-US" sz="1400" b="1">
                <a:solidFill>
                  <a:srgbClr val="B45F06"/>
                </a:solidFill>
                <a:latin typeface="Calibri"/>
              </a:rPr>
              <a:t>Partially addressed: </a:t>
            </a:r>
            <a:r>
              <a:rPr lang="en-US" sz="1400" i="1">
                <a:solidFill>
                  <a:srgbClr val="3F3F3F"/>
                </a:solidFill>
                <a:latin typeface="Calibri"/>
              </a:rPr>
              <a:t>The gradient is applied to the recovery CTA, but it reads "Continue": there is no Send OTP step without email delivery.</a:t>
            </a:r>
          </a:p>
          <a:p>
            <a:pPr marL="514350" lvl="0" indent="-514350" fontAlgn="t">
              <a:buFont typeface="+mj-lt"/>
              <a:buAutoNum type="arabicPeriod" startAt="10"/>
            </a:pPr>
            <a:r>
              <a:rPr lang="en-US" sz="1600">
                <a:latin typeface="Calibri" panose="020F0502020204030204" pitchFamily="34" charset="0"/>
                <a:ea typeface="Calibri" panose="020F0502020204030204" pitchFamily="34" charset="0"/>
                <a:cs typeface="Calibri" panose="020F0502020204030204" pitchFamily="34" charset="0"/>
              </a:rPr>
              <a:t>CTA button text should use </a:t>
            </a:r>
            <a:r>
              <a:rPr lang="en-US" sz="1600" err="1">
                <a:latin typeface="Calibri" panose="020F0502020204030204" pitchFamily="34" charset="0"/>
                <a:ea typeface="Calibri" panose="020F0502020204030204" pitchFamily="34" charset="0"/>
                <a:cs typeface="Calibri" panose="020F0502020204030204" pitchFamily="34" charset="0"/>
              </a:rPr>
              <a:t>Houschka</a:t>
            </a:r>
            <a:r>
              <a:rPr lang="en-US" sz="1600">
                <a:latin typeface="Calibri" panose="020F0502020204030204" pitchFamily="34" charset="0"/>
                <a:ea typeface="Calibri" panose="020F0502020204030204" pitchFamily="34" charset="0"/>
                <a:cs typeface="Calibri" panose="020F0502020204030204" pitchFamily="34" charset="0"/>
              </a:rPr>
              <a:t> Rounded Alt, 20 </a:t>
            </a:r>
            <a:r>
              <a:rPr lang="en-US" sz="1600" err="1">
                <a:latin typeface="Calibri" panose="020F0502020204030204" pitchFamily="34" charset="0"/>
                <a:ea typeface="Calibri" panose="020F0502020204030204" pitchFamily="34" charset="0"/>
                <a:cs typeface="Calibri" panose="020F0502020204030204" pitchFamily="34" charset="0"/>
              </a:rPr>
              <a:t>px</a:t>
            </a:r>
            <a:r>
              <a:rPr lang="en-US" sz="1600">
                <a:latin typeface="Calibri" panose="020F0502020204030204" pitchFamily="34" charset="0"/>
                <a:ea typeface="Calibri" panose="020F0502020204030204" pitchFamily="34" charset="0"/>
                <a:cs typeface="Calibri" panose="020F0502020204030204" pitchFamily="34" charset="0"/>
              </a:rPr>
              <a:t>.</a:t>
            </a:r>
          </a:p>
          <a:p>
            <a:pPr marL="514350" lvl="0" indent="-514350" fontAlgn="t">
              <a:buFont typeface="+mj-lt"/>
              <a:buAutoNum type="arabicPeriod" startAt="11"/>
            </a:pPr>
            <a:r>
              <a:rPr lang="en-US" sz="1600">
                <a:highlight>
                  <a:srgbClr val="FFFF00"/>
                </a:highlight>
                <a:latin typeface="Calibri" panose="020F0502020204030204" pitchFamily="34" charset="0"/>
                <a:ea typeface="Calibri" panose="020F0502020204030204" pitchFamily="34" charset="0"/>
                <a:cs typeface="Calibri" panose="020F0502020204030204" pitchFamily="34" charset="0"/>
              </a:rPr>
              <a:t>Add the divider and secondary action pattern between Send OTP and Request Reset via Admin as shown in the design.</a:t>
            </a:r>
          </a:p>
          <a:p>
            <a:pPr marL="514350" lvl="1" indent="0">
              <a:buNone/>
            </a:pPr>
            <a:r>
              <a:rPr lang="en-US" sz="1400" b="1">
                <a:solidFill>
                  <a:srgbClr val="C00000"/>
                </a:solidFill>
                <a:latin typeface="Calibri"/>
              </a:rPr>
              <a:t>Not addressed: </a:t>
            </a:r>
            <a:r>
              <a:rPr lang="en-US" sz="1400" i="1">
                <a:solidFill>
                  <a:srgbClr val="3F3F3F"/>
                </a:solidFill>
                <a:latin typeface="Calibri"/>
              </a:rPr>
              <a:t>Depends on the Request Reset via Admin option (item 2).</a:t>
            </a:r>
          </a:p>
          <a:p>
            <a:pPr marL="514350" lvl="0" indent="-514350" fontAlgn="t">
              <a:buFont typeface="+mj-lt"/>
              <a:buAutoNum type="arabicPeriod" startAt="12"/>
            </a:pPr>
            <a:r>
              <a:rPr lang="en-US" sz="1600">
                <a:highlight>
                  <a:srgbClr val="FFFF00"/>
                </a:highlight>
                <a:latin typeface="Calibri" panose="020F0502020204030204" pitchFamily="34" charset="0"/>
                <a:ea typeface="Calibri" panose="020F0502020204030204" pitchFamily="34" charset="0"/>
                <a:cs typeface="Calibri" panose="020F0502020204030204" pitchFamily="34" charset="0"/>
              </a:rPr>
              <a:t>Request Reset via Admin button should follow the approved secondary CTA style and typography from the design system.</a:t>
            </a:r>
          </a:p>
          <a:p>
            <a:pPr marL="514350" lvl="1" indent="0">
              <a:buNone/>
            </a:pPr>
            <a:r>
              <a:rPr lang="en-US" sz="1400" b="1">
                <a:solidFill>
                  <a:srgbClr val="C00000"/>
                </a:solidFill>
                <a:latin typeface="Calibri"/>
              </a:rPr>
              <a:t>Not addressed: </a:t>
            </a:r>
            <a:r>
              <a:rPr lang="en-US" sz="1400" i="1">
                <a:solidFill>
                  <a:srgbClr val="3F3F3F"/>
                </a:solidFill>
                <a:latin typeface="Calibri"/>
              </a:rPr>
              <a:t>Depends on item 2. The secondary CTA style (outline pill) exists and is ready to use.</a:t>
            </a:r>
          </a:p>
          <a:p>
            <a:pPr marL="514350" lvl="0" indent="-514350" fontAlgn="t">
              <a:buFont typeface="+mj-lt"/>
              <a:buAutoNum type="arabicPeriod" startAt="13"/>
            </a:pPr>
            <a:r>
              <a:rPr lang="en-US" sz="1600">
                <a:latin typeface="Calibri" panose="020F0502020204030204" pitchFamily="34" charset="0"/>
                <a:ea typeface="Calibri" panose="020F0502020204030204" pitchFamily="34" charset="0"/>
                <a:cs typeface="Calibri" panose="020F0502020204030204" pitchFamily="34" charset="0"/>
              </a:rPr>
              <a:t>Apply the approved card styling, including border treatment, spacing, and background effects.</a:t>
            </a:r>
          </a:p>
        </p:txBody>
      </p:sp>
    </p:spTree>
    <p:extLst>
      <p:ext uri="{BB962C8B-B14F-4D97-AF65-F5344CB8AC3E}">
        <p14:creationId xmlns:p14="http://schemas.microsoft.com/office/powerpoint/2010/main" val="16372336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E7F4C-C3A6-E0CF-185A-49E17FF10BC8}"/>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D6040354-B4ED-D111-C9E8-73328EB6C84D}"/>
              </a:ext>
            </a:extLst>
          </p:cNvPr>
          <p:cNvSpPr>
            <a:spLocks noGrp="1"/>
          </p:cNvSpPr>
          <p:nvPr>
            <p:ph type="title"/>
          </p:nvPr>
        </p:nvSpPr>
        <p:spPr/>
        <p:txBody>
          <a:bodyPr/>
          <a:lstStyle/>
          <a:p>
            <a:r>
              <a:rPr lang="en-US" sz="2000"/>
              <a:t>Screen – Notification(User)</a:t>
            </a:r>
          </a:p>
        </p:txBody>
      </p:sp>
      <p:sp>
        <p:nvSpPr>
          <p:cNvPr id="2" name="TextBox 1">
            <a:extLst>
              <a:ext uri="{FF2B5EF4-FFF2-40B4-BE49-F238E27FC236}">
                <a16:creationId xmlns:a16="http://schemas.microsoft.com/office/drawing/2014/main" id="{BEA4B083-D155-74E8-B753-EAFEF9DB90D4}"/>
              </a:ext>
            </a:extLst>
          </p:cNvPr>
          <p:cNvSpPr txBox="1"/>
          <p:nvPr/>
        </p:nvSpPr>
        <p:spPr>
          <a:xfrm>
            <a:off x="269408" y="4408643"/>
            <a:ext cx="11165507" cy="2057400"/>
          </a:xfrm>
          <a:prstGeom prst="rect">
            <a:avLst/>
          </a:prstGeom>
          <a:noFill/>
        </p:spPr>
        <p:txBody>
          <a:bodyPr wrap="square" lIns="0" tIns="0" rIns="0" bIns="0" rtlCol="0" anchor="t" anchorCtr="0">
            <a:noAutofit/>
          </a:bodyPr>
          <a:lstStyle/>
          <a:p>
            <a:pPr marL="342900" indent="-342900">
              <a:buFont typeface="+mj-lt"/>
              <a:buAutoNum type="arabicPeriod"/>
            </a:pPr>
            <a:r>
              <a:rPr lang="en-US" sz="1600"/>
              <a:t>Highlight the Notifications icon when the Notifications panel is active.</a:t>
            </a:r>
          </a:p>
          <a:p>
            <a:pPr marL="342900" indent="-342900">
              <a:buFont typeface="+mj-lt"/>
              <a:buAutoNum type="arabicPeriod"/>
            </a:pPr>
            <a:r>
              <a:rPr lang="en-US" sz="1600"/>
              <a:t>Follow the approved notification card design pattern for layout, spacing, and visual hierarchy.</a:t>
            </a:r>
          </a:p>
          <a:p>
            <a:pPr marL="342900" indent="-342900">
              <a:buFont typeface="+mj-lt"/>
              <a:buAutoNum type="arabicPeriod"/>
            </a:pPr>
            <a:r>
              <a:rPr lang="en-US" sz="1600"/>
              <a:t>Notification title should use </a:t>
            </a:r>
            <a:r>
              <a:rPr lang="en-US" sz="1600" err="1"/>
              <a:t>Houschka</a:t>
            </a:r>
            <a:r>
              <a:rPr lang="en-US" sz="1600"/>
              <a:t> Rounded Alt, 18 </a:t>
            </a:r>
            <a:r>
              <a:rPr lang="en-US" sz="1600" err="1"/>
              <a:t>px</a:t>
            </a:r>
            <a:r>
              <a:rPr lang="en-US" sz="1600"/>
              <a:t> as per the approved design.</a:t>
            </a:r>
          </a:p>
          <a:p>
            <a:pPr marL="342900" indent="-342900">
              <a:buFont typeface="+mj-lt"/>
              <a:buAutoNum type="arabicPeriod"/>
            </a:pPr>
            <a:r>
              <a:rPr lang="en-US" sz="1600"/>
              <a:t>Notification Category description text should use Calibri, 16 </a:t>
            </a:r>
            <a:r>
              <a:rPr lang="en-US" sz="1600" err="1"/>
              <a:t>px</a:t>
            </a:r>
            <a:r>
              <a:rPr lang="en-US" sz="1600"/>
              <a:t> as per the approved design.</a:t>
            </a:r>
          </a:p>
          <a:p>
            <a:pPr marL="342900" indent="-342900">
              <a:buFont typeface="+mj-lt"/>
              <a:buAutoNum type="arabicPeriod"/>
            </a:pPr>
            <a:r>
              <a:rPr lang="en-US" sz="1600"/>
              <a:t>Notification details heading text should use Calibri, 16 </a:t>
            </a:r>
            <a:r>
              <a:rPr lang="en-US" sz="1600" err="1"/>
              <a:t>px</a:t>
            </a:r>
            <a:r>
              <a:rPr lang="en-US" sz="1600"/>
              <a:t> followed by subtext Calibri, 14 </a:t>
            </a:r>
            <a:r>
              <a:rPr lang="en-US" sz="1600" err="1"/>
              <a:t>px</a:t>
            </a:r>
            <a:endParaRPr lang="en-US" sz="1600"/>
          </a:p>
          <a:p>
            <a:pPr marL="342900" indent="-342900">
              <a:buFont typeface="+mj-lt"/>
              <a:buAutoNum type="arabicPeriod"/>
            </a:pPr>
            <a:r>
              <a:rPr lang="en-US" sz="1600"/>
              <a:t>Center-align button text across all button variants..</a:t>
            </a:r>
            <a:endParaRPr lang="en-US" sz="1600">
              <a:solidFill>
                <a:schemeClr val="tx1"/>
              </a:solidFill>
            </a:endParaRPr>
          </a:p>
        </p:txBody>
      </p:sp>
      <p:sp>
        <p:nvSpPr>
          <p:cNvPr id="4" name="TextBox 3">
            <a:extLst>
              <a:ext uri="{FF2B5EF4-FFF2-40B4-BE49-F238E27FC236}">
                <a16:creationId xmlns:a16="http://schemas.microsoft.com/office/drawing/2014/main" id="{DA44CCDE-072A-7301-F1D0-2456B7C3A56B}"/>
              </a:ext>
            </a:extLst>
          </p:cNvPr>
          <p:cNvSpPr txBox="1"/>
          <p:nvPr/>
        </p:nvSpPr>
        <p:spPr>
          <a:xfrm>
            <a:off x="2227005" y="512572"/>
            <a:ext cx="1769807" cy="207708"/>
          </a:xfrm>
          <a:prstGeom prst="rect">
            <a:avLst/>
          </a:prstGeom>
          <a:noFill/>
        </p:spPr>
        <p:txBody>
          <a:bodyPr wrap="none" lIns="0" tIns="0" rIns="0" bIns="0" rtlCol="0" anchor="ctr" anchorCtr="0">
            <a:noAutofit/>
          </a:bodyPr>
          <a:lstStyle/>
          <a:p>
            <a:pPr algn="ctr"/>
            <a:r>
              <a:rPr lang="en-US" sz="1200">
                <a:solidFill>
                  <a:schemeClr val="tx1"/>
                </a:solidFill>
              </a:rPr>
              <a:t>Developed Screen</a:t>
            </a:r>
          </a:p>
        </p:txBody>
      </p:sp>
      <p:sp>
        <p:nvSpPr>
          <p:cNvPr id="5" name="TextBox 4">
            <a:extLst>
              <a:ext uri="{FF2B5EF4-FFF2-40B4-BE49-F238E27FC236}">
                <a16:creationId xmlns:a16="http://schemas.microsoft.com/office/drawing/2014/main" id="{8A710E02-BE84-D9B8-5293-1D20F48C3075}"/>
              </a:ext>
            </a:extLst>
          </p:cNvPr>
          <p:cNvSpPr txBox="1"/>
          <p:nvPr/>
        </p:nvSpPr>
        <p:spPr>
          <a:xfrm>
            <a:off x="8284703" y="512572"/>
            <a:ext cx="1769807" cy="207708"/>
          </a:xfrm>
          <a:prstGeom prst="rect">
            <a:avLst/>
          </a:prstGeom>
          <a:noFill/>
        </p:spPr>
        <p:txBody>
          <a:bodyPr wrap="none" lIns="0" tIns="0" rIns="0" bIns="0" rtlCol="0" anchor="ctr" anchorCtr="0">
            <a:noAutofit/>
          </a:bodyPr>
          <a:lstStyle/>
          <a:p>
            <a:pPr algn="ctr"/>
            <a:r>
              <a:rPr lang="en-US" sz="1200">
                <a:solidFill>
                  <a:srgbClr val="00B050"/>
                </a:solidFill>
              </a:rPr>
              <a:t>Proposed Design</a:t>
            </a:r>
          </a:p>
        </p:txBody>
      </p:sp>
      <p:pic>
        <p:nvPicPr>
          <p:cNvPr id="7" name="Picture 6">
            <a:extLst>
              <a:ext uri="{FF2B5EF4-FFF2-40B4-BE49-F238E27FC236}">
                <a16:creationId xmlns:a16="http://schemas.microsoft.com/office/drawing/2014/main" id="{C257EC27-51E9-F18F-8DB8-86F73825D07A}"/>
              </a:ext>
            </a:extLst>
          </p:cNvPr>
          <p:cNvPicPr>
            <a:picLocks noChangeAspect="1"/>
          </p:cNvPicPr>
          <p:nvPr/>
        </p:nvPicPr>
        <p:blipFill>
          <a:blip r:embed="rId2"/>
          <a:stretch>
            <a:fillRect/>
          </a:stretch>
        </p:blipFill>
        <p:spPr>
          <a:xfrm>
            <a:off x="964081" y="881257"/>
            <a:ext cx="4295653" cy="2762096"/>
          </a:xfrm>
          <a:prstGeom prst="rect">
            <a:avLst/>
          </a:prstGeom>
        </p:spPr>
      </p:pic>
      <p:sp>
        <p:nvSpPr>
          <p:cNvPr id="15" name="Rectangle 14">
            <a:extLst>
              <a:ext uri="{FF2B5EF4-FFF2-40B4-BE49-F238E27FC236}">
                <a16:creationId xmlns:a16="http://schemas.microsoft.com/office/drawing/2014/main" id="{6DF8C5D9-6AE0-7DDA-84DF-6B320265A562}"/>
              </a:ext>
            </a:extLst>
          </p:cNvPr>
          <p:cNvSpPr/>
          <p:nvPr/>
        </p:nvSpPr>
        <p:spPr>
          <a:xfrm>
            <a:off x="1085850" y="1249941"/>
            <a:ext cx="3629025" cy="2279071"/>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 name="Oval 5">
            <a:extLst>
              <a:ext uri="{FF2B5EF4-FFF2-40B4-BE49-F238E27FC236}">
                <a16:creationId xmlns:a16="http://schemas.microsoft.com/office/drawing/2014/main" id="{E4741E6F-6BB3-3F4B-88D1-9D271622AB55}"/>
              </a:ext>
            </a:extLst>
          </p:cNvPr>
          <p:cNvSpPr/>
          <p:nvPr/>
        </p:nvSpPr>
        <p:spPr>
          <a:xfrm>
            <a:off x="3996812" y="949611"/>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8" name="Oval 7">
            <a:extLst>
              <a:ext uri="{FF2B5EF4-FFF2-40B4-BE49-F238E27FC236}">
                <a16:creationId xmlns:a16="http://schemas.microsoft.com/office/drawing/2014/main" id="{347202B5-EE24-DF32-0D6E-9D6BA85766B4}"/>
              </a:ext>
            </a:extLst>
          </p:cNvPr>
          <p:cNvSpPr/>
          <p:nvPr/>
        </p:nvSpPr>
        <p:spPr>
          <a:xfrm>
            <a:off x="1119915" y="1852956"/>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
        <p:nvSpPr>
          <p:cNvPr id="9" name="Oval 8">
            <a:extLst>
              <a:ext uri="{FF2B5EF4-FFF2-40B4-BE49-F238E27FC236}">
                <a16:creationId xmlns:a16="http://schemas.microsoft.com/office/drawing/2014/main" id="{3FD4C9E6-F5FF-6821-0B19-65D433076339}"/>
              </a:ext>
            </a:extLst>
          </p:cNvPr>
          <p:cNvSpPr/>
          <p:nvPr/>
        </p:nvSpPr>
        <p:spPr>
          <a:xfrm>
            <a:off x="1201058" y="1287651"/>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pic>
        <p:nvPicPr>
          <p:cNvPr id="14" name="Picture 13">
            <a:extLst>
              <a:ext uri="{FF2B5EF4-FFF2-40B4-BE49-F238E27FC236}">
                <a16:creationId xmlns:a16="http://schemas.microsoft.com/office/drawing/2014/main" id="{66372F7C-2A29-A452-2AA0-C7BF8555164C}"/>
              </a:ext>
            </a:extLst>
          </p:cNvPr>
          <p:cNvPicPr>
            <a:picLocks noChangeAspect="1"/>
          </p:cNvPicPr>
          <p:nvPr/>
        </p:nvPicPr>
        <p:blipFill>
          <a:blip r:embed="rId3"/>
          <a:stretch>
            <a:fillRect/>
          </a:stretch>
        </p:blipFill>
        <p:spPr>
          <a:xfrm>
            <a:off x="8298991" y="881257"/>
            <a:ext cx="1746035" cy="3052295"/>
          </a:xfrm>
          <a:prstGeom prst="rect">
            <a:avLst/>
          </a:prstGeom>
        </p:spPr>
      </p:pic>
      <p:sp>
        <p:nvSpPr>
          <p:cNvPr id="16" name="Oval 15">
            <a:extLst>
              <a:ext uri="{FF2B5EF4-FFF2-40B4-BE49-F238E27FC236}">
                <a16:creationId xmlns:a16="http://schemas.microsoft.com/office/drawing/2014/main" id="{D080F6C6-DCFA-35F2-2076-45F14B811CC1}"/>
              </a:ext>
            </a:extLst>
          </p:cNvPr>
          <p:cNvSpPr/>
          <p:nvPr/>
        </p:nvSpPr>
        <p:spPr>
          <a:xfrm>
            <a:off x="2179185" y="1427003"/>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17" name="Oval 16">
            <a:extLst>
              <a:ext uri="{FF2B5EF4-FFF2-40B4-BE49-F238E27FC236}">
                <a16:creationId xmlns:a16="http://schemas.microsoft.com/office/drawing/2014/main" id="{974E4CDA-B4A7-CB64-AC78-BDCDD34C9B31}"/>
              </a:ext>
            </a:extLst>
          </p:cNvPr>
          <p:cNvSpPr/>
          <p:nvPr/>
        </p:nvSpPr>
        <p:spPr>
          <a:xfrm>
            <a:off x="1466475" y="2268051"/>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18" name="Oval 17">
            <a:extLst>
              <a:ext uri="{FF2B5EF4-FFF2-40B4-BE49-F238E27FC236}">
                <a16:creationId xmlns:a16="http://schemas.microsoft.com/office/drawing/2014/main" id="{622C1145-C9F1-97CF-CD85-32813EB7B8CE}"/>
              </a:ext>
            </a:extLst>
          </p:cNvPr>
          <p:cNvSpPr/>
          <p:nvPr/>
        </p:nvSpPr>
        <p:spPr>
          <a:xfrm>
            <a:off x="1286399" y="2927174"/>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6</a:t>
            </a:r>
          </a:p>
        </p:txBody>
      </p:sp>
    </p:spTree>
    <p:extLst>
      <p:ext uri="{BB962C8B-B14F-4D97-AF65-F5344CB8AC3E}">
        <p14:creationId xmlns:p14="http://schemas.microsoft.com/office/powerpoint/2010/main" val="3835537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644CF-AD9D-60BB-08CF-0613B3A8AB16}"/>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45E5D9E9-CB72-8F41-5B37-ABCE402BB135}"/>
              </a:ext>
            </a:extLst>
          </p:cNvPr>
          <p:cNvSpPr>
            <a:spLocks noGrp="1"/>
          </p:cNvSpPr>
          <p:nvPr>
            <p:ph type="title"/>
          </p:nvPr>
        </p:nvSpPr>
        <p:spPr>
          <a:xfrm>
            <a:off x="257323" y="101026"/>
            <a:ext cx="10514927" cy="737369"/>
          </a:xfrm>
        </p:spPr>
        <p:txBody>
          <a:bodyPr/>
          <a:lstStyle/>
          <a:p>
            <a:r>
              <a:rPr lang="en-US" sz="2000"/>
              <a:t>Screen – Profile(User)</a:t>
            </a:r>
          </a:p>
        </p:txBody>
      </p:sp>
      <p:sp>
        <p:nvSpPr>
          <p:cNvPr id="2" name="TextBox 1">
            <a:extLst>
              <a:ext uri="{FF2B5EF4-FFF2-40B4-BE49-F238E27FC236}">
                <a16:creationId xmlns:a16="http://schemas.microsoft.com/office/drawing/2014/main" id="{597D45C6-4646-CF6B-4C1F-35F7296C01B9}"/>
              </a:ext>
            </a:extLst>
          </p:cNvPr>
          <p:cNvSpPr txBox="1"/>
          <p:nvPr/>
        </p:nvSpPr>
        <p:spPr>
          <a:xfrm>
            <a:off x="269408" y="4584849"/>
            <a:ext cx="11165507" cy="1838332"/>
          </a:xfrm>
          <a:prstGeom prst="rect">
            <a:avLst/>
          </a:prstGeom>
          <a:noFill/>
        </p:spPr>
        <p:txBody>
          <a:bodyPr wrap="square" lIns="0" tIns="0" rIns="0" bIns="0" rtlCol="0" anchor="t" anchorCtr="0">
            <a:noAutofit/>
          </a:bodyPr>
          <a:lstStyle/>
          <a:p>
            <a:pPr marL="342900" indent="-342900">
              <a:buFont typeface="+mj-lt"/>
              <a:buAutoNum type="arabicPeriod"/>
            </a:pPr>
            <a:r>
              <a:rPr lang="en-US" sz="1600"/>
              <a:t>Highlight the Profile icon when the Profile panel is active.</a:t>
            </a:r>
          </a:p>
          <a:p>
            <a:pPr marL="342900" indent="-342900">
              <a:buFont typeface="+mj-lt"/>
              <a:buAutoNum type="arabicPeriod"/>
            </a:pPr>
            <a:r>
              <a:rPr lang="en-US" sz="1600"/>
              <a:t>Add sufficient spacing before the Log Out action to prevent accidental clicks.</a:t>
            </a:r>
          </a:p>
          <a:p>
            <a:pPr marL="342900" indent="-342900">
              <a:buFont typeface="+mj-lt"/>
              <a:buAutoNum type="arabicPeriod"/>
            </a:pPr>
            <a:r>
              <a:rPr lang="en-US" sz="1600"/>
              <a:t>Profile name should use </a:t>
            </a:r>
            <a:r>
              <a:rPr lang="en-US" sz="1600" err="1"/>
              <a:t>Houschka</a:t>
            </a:r>
            <a:r>
              <a:rPr lang="en-US" sz="1600"/>
              <a:t> Rounded Alt, 22 </a:t>
            </a:r>
            <a:r>
              <a:rPr lang="en-US" sz="1600" err="1"/>
              <a:t>px</a:t>
            </a:r>
            <a:r>
              <a:rPr lang="en-US" sz="1600"/>
              <a:t> as per the approved design.</a:t>
            </a:r>
          </a:p>
          <a:p>
            <a:pPr marL="342900" indent="-342900">
              <a:buFont typeface="+mj-lt"/>
              <a:buAutoNum type="arabicPeriod"/>
            </a:pPr>
            <a:r>
              <a:rPr lang="en-US" sz="1600"/>
              <a:t>Email/role text should use Calibri, 18 </a:t>
            </a:r>
            <a:r>
              <a:rPr lang="en-US" sz="1600" err="1"/>
              <a:t>px</a:t>
            </a:r>
            <a:r>
              <a:rPr lang="en-US" sz="1600"/>
              <a:t> as per the approved design.</a:t>
            </a:r>
          </a:p>
          <a:p>
            <a:pPr marL="342900" indent="-342900">
              <a:buFont typeface="+mj-lt"/>
              <a:buAutoNum type="arabicPeriod"/>
            </a:pPr>
            <a:r>
              <a:rPr lang="en-US" sz="1600"/>
              <a:t>Ensure menu item labels follow the approved typography specifications and visual hierarchy from the proposed design.</a:t>
            </a:r>
            <a:endParaRPr lang="en-US">
              <a:solidFill>
                <a:schemeClr val="tx1"/>
              </a:solidFill>
            </a:endParaRPr>
          </a:p>
        </p:txBody>
      </p:sp>
      <p:sp>
        <p:nvSpPr>
          <p:cNvPr id="4" name="TextBox 3">
            <a:extLst>
              <a:ext uri="{FF2B5EF4-FFF2-40B4-BE49-F238E27FC236}">
                <a16:creationId xmlns:a16="http://schemas.microsoft.com/office/drawing/2014/main" id="{C61C4973-9B4B-42DD-E643-AE30BD7FFFBF}"/>
              </a:ext>
            </a:extLst>
          </p:cNvPr>
          <p:cNvSpPr txBox="1"/>
          <p:nvPr/>
        </p:nvSpPr>
        <p:spPr>
          <a:xfrm>
            <a:off x="2227005" y="469710"/>
            <a:ext cx="1769807" cy="207708"/>
          </a:xfrm>
          <a:prstGeom prst="rect">
            <a:avLst/>
          </a:prstGeom>
          <a:noFill/>
        </p:spPr>
        <p:txBody>
          <a:bodyPr wrap="none" lIns="0" tIns="0" rIns="0" bIns="0" rtlCol="0" anchor="ctr" anchorCtr="0">
            <a:noAutofit/>
          </a:bodyPr>
          <a:lstStyle/>
          <a:p>
            <a:pPr algn="ctr"/>
            <a:r>
              <a:rPr lang="en-US" sz="1200">
                <a:solidFill>
                  <a:schemeClr val="tx1"/>
                </a:solidFill>
              </a:rPr>
              <a:t>Developed Screen</a:t>
            </a:r>
          </a:p>
        </p:txBody>
      </p:sp>
      <p:sp>
        <p:nvSpPr>
          <p:cNvPr id="5" name="TextBox 4">
            <a:extLst>
              <a:ext uri="{FF2B5EF4-FFF2-40B4-BE49-F238E27FC236}">
                <a16:creationId xmlns:a16="http://schemas.microsoft.com/office/drawing/2014/main" id="{6A57156A-901E-8BB6-51C7-909CB3C479B8}"/>
              </a:ext>
            </a:extLst>
          </p:cNvPr>
          <p:cNvSpPr txBox="1"/>
          <p:nvPr/>
        </p:nvSpPr>
        <p:spPr>
          <a:xfrm>
            <a:off x="8284703" y="469710"/>
            <a:ext cx="1769807" cy="207708"/>
          </a:xfrm>
          <a:prstGeom prst="rect">
            <a:avLst/>
          </a:prstGeom>
          <a:noFill/>
        </p:spPr>
        <p:txBody>
          <a:bodyPr wrap="none" lIns="0" tIns="0" rIns="0" bIns="0" rtlCol="0" anchor="ctr" anchorCtr="0">
            <a:noAutofit/>
          </a:bodyPr>
          <a:lstStyle/>
          <a:p>
            <a:pPr algn="ctr"/>
            <a:r>
              <a:rPr lang="en-US" sz="1200">
                <a:solidFill>
                  <a:srgbClr val="00B050"/>
                </a:solidFill>
              </a:rPr>
              <a:t>Proposed Design</a:t>
            </a:r>
          </a:p>
        </p:txBody>
      </p:sp>
      <p:pic>
        <p:nvPicPr>
          <p:cNvPr id="6" name="Picture 5">
            <a:extLst>
              <a:ext uri="{FF2B5EF4-FFF2-40B4-BE49-F238E27FC236}">
                <a16:creationId xmlns:a16="http://schemas.microsoft.com/office/drawing/2014/main" id="{166AF435-8F35-8B71-B890-A6C481F1CDFA}"/>
              </a:ext>
            </a:extLst>
          </p:cNvPr>
          <p:cNvPicPr>
            <a:picLocks noChangeAspect="1"/>
          </p:cNvPicPr>
          <p:nvPr/>
        </p:nvPicPr>
        <p:blipFill>
          <a:blip r:embed="rId2"/>
          <a:stretch>
            <a:fillRect/>
          </a:stretch>
        </p:blipFill>
        <p:spPr>
          <a:xfrm>
            <a:off x="8223738" y="778758"/>
            <a:ext cx="1891735" cy="3646661"/>
          </a:xfrm>
          <a:prstGeom prst="rect">
            <a:avLst/>
          </a:prstGeom>
        </p:spPr>
      </p:pic>
      <p:pic>
        <p:nvPicPr>
          <p:cNvPr id="9" name="Picture 8">
            <a:extLst>
              <a:ext uri="{FF2B5EF4-FFF2-40B4-BE49-F238E27FC236}">
                <a16:creationId xmlns:a16="http://schemas.microsoft.com/office/drawing/2014/main" id="{166751AD-AEA7-4F27-37A6-45917AD02B71}"/>
              </a:ext>
            </a:extLst>
          </p:cNvPr>
          <p:cNvPicPr>
            <a:picLocks noChangeAspect="1"/>
          </p:cNvPicPr>
          <p:nvPr/>
        </p:nvPicPr>
        <p:blipFill>
          <a:blip r:embed="rId3"/>
          <a:stretch>
            <a:fillRect/>
          </a:stretch>
        </p:blipFill>
        <p:spPr>
          <a:xfrm>
            <a:off x="1869475" y="778758"/>
            <a:ext cx="2484865" cy="3587023"/>
          </a:xfrm>
          <a:prstGeom prst="rect">
            <a:avLst/>
          </a:prstGeom>
          <a:noFill/>
          <a:ln>
            <a:solidFill>
              <a:srgbClr val="F0EFAF"/>
            </a:solidFill>
          </a:ln>
        </p:spPr>
      </p:pic>
      <p:sp>
        <p:nvSpPr>
          <p:cNvPr id="15" name="Rectangle 14">
            <a:extLst>
              <a:ext uri="{FF2B5EF4-FFF2-40B4-BE49-F238E27FC236}">
                <a16:creationId xmlns:a16="http://schemas.microsoft.com/office/drawing/2014/main" id="{37DEB8CE-6FC5-F3A8-1329-7FBDD4371C66}"/>
              </a:ext>
            </a:extLst>
          </p:cNvPr>
          <p:cNvSpPr/>
          <p:nvPr/>
        </p:nvSpPr>
        <p:spPr>
          <a:xfrm>
            <a:off x="1990474" y="1187199"/>
            <a:ext cx="2242865" cy="3127912"/>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7" name="Oval 6">
            <a:extLst>
              <a:ext uri="{FF2B5EF4-FFF2-40B4-BE49-F238E27FC236}">
                <a16:creationId xmlns:a16="http://schemas.microsoft.com/office/drawing/2014/main" id="{2A1415CA-7F69-AE7C-6AAA-2553253FD283}"/>
              </a:ext>
            </a:extLst>
          </p:cNvPr>
          <p:cNvSpPr/>
          <p:nvPr/>
        </p:nvSpPr>
        <p:spPr>
          <a:xfrm>
            <a:off x="3812437" y="778758"/>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8" name="Oval 7">
            <a:extLst>
              <a:ext uri="{FF2B5EF4-FFF2-40B4-BE49-F238E27FC236}">
                <a16:creationId xmlns:a16="http://schemas.microsoft.com/office/drawing/2014/main" id="{DC86586C-587A-2128-E123-1E08F85BF43E}"/>
              </a:ext>
            </a:extLst>
          </p:cNvPr>
          <p:cNvSpPr/>
          <p:nvPr/>
        </p:nvSpPr>
        <p:spPr>
          <a:xfrm>
            <a:off x="1845762" y="1057463"/>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10" name="Oval 9">
            <a:extLst>
              <a:ext uri="{FF2B5EF4-FFF2-40B4-BE49-F238E27FC236}">
                <a16:creationId xmlns:a16="http://schemas.microsoft.com/office/drawing/2014/main" id="{8B0F64E3-20EA-96FF-149D-9EFB0CBDE123}"/>
              </a:ext>
            </a:extLst>
          </p:cNvPr>
          <p:cNvSpPr/>
          <p:nvPr/>
        </p:nvSpPr>
        <p:spPr>
          <a:xfrm>
            <a:off x="2399863" y="1566765"/>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
        <p:nvSpPr>
          <p:cNvPr id="11" name="Oval 10">
            <a:extLst>
              <a:ext uri="{FF2B5EF4-FFF2-40B4-BE49-F238E27FC236}">
                <a16:creationId xmlns:a16="http://schemas.microsoft.com/office/drawing/2014/main" id="{7B0DB5D9-A9CA-AD05-3AD7-6039E4ED128B}"/>
              </a:ext>
            </a:extLst>
          </p:cNvPr>
          <p:cNvSpPr/>
          <p:nvPr/>
        </p:nvSpPr>
        <p:spPr>
          <a:xfrm>
            <a:off x="2371717" y="1222910"/>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12" name="Oval 11">
            <a:extLst>
              <a:ext uri="{FF2B5EF4-FFF2-40B4-BE49-F238E27FC236}">
                <a16:creationId xmlns:a16="http://schemas.microsoft.com/office/drawing/2014/main" id="{EA5D9A1A-A5F6-A476-3747-9226D88467F6}"/>
              </a:ext>
            </a:extLst>
          </p:cNvPr>
          <p:cNvSpPr/>
          <p:nvPr/>
        </p:nvSpPr>
        <p:spPr>
          <a:xfrm>
            <a:off x="2227005" y="3702560"/>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Tree>
    <p:extLst>
      <p:ext uri="{BB962C8B-B14F-4D97-AF65-F5344CB8AC3E}">
        <p14:creationId xmlns:p14="http://schemas.microsoft.com/office/powerpoint/2010/main" val="3978717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A2286-7DBF-7603-9B9E-2833E630F96F}"/>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B592DF7E-73E5-B5D8-980A-60C69CACF95C}"/>
              </a:ext>
            </a:extLst>
          </p:cNvPr>
          <p:cNvSpPr>
            <a:spLocks noGrp="1"/>
          </p:cNvSpPr>
          <p:nvPr>
            <p:ph type="title"/>
          </p:nvPr>
        </p:nvSpPr>
        <p:spPr/>
        <p:txBody>
          <a:bodyPr/>
          <a:lstStyle/>
          <a:p>
            <a:r>
              <a:rPr lang="en-US" sz="2000"/>
              <a:t>Screen – Overview (User)</a:t>
            </a:r>
          </a:p>
        </p:txBody>
      </p:sp>
      <p:pic>
        <p:nvPicPr>
          <p:cNvPr id="7" name="Picture 6">
            <a:extLst>
              <a:ext uri="{FF2B5EF4-FFF2-40B4-BE49-F238E27FC236}">
                <a16:creationId xmlns:a16="http://schemas.microsoft.com/office/drawing/2014/main" id="{C22010FA-960F-BF54-42E2-9CD2E95C2901}"/>
              </a:ext>
            </a:extLst>
          </p:cNvPr>
          <p:cNvPicPr>
            <a:picLocks noChangeAspect="1"/>
          </p:cNvPicPr>
          <p:nvPr/>
        </p:nvPicPr>
        <p:blipFill>
          <a:blip r:embed="rId2"/>
          <a:stretch>
            <a:fillRect/>
          </a:stretch>
        </p:blipFill>
        <p:spPr>
          <a:xfrm>
            <a:off x="157427" y="687150"/>
            <a:ext cx="11777250" cy="5483179"/>
          </a:xfrm>
          <a:prstGeom prst="rect">
            <a:avLst/>
          </a:prstGeom>
        </p:spPr>
      </p:pic>
      <p:sp>
        <p:nvSpPr>
          <p:cNvPr id="9" name="Rectangle 8">
            <a:extLst>
              <a:ext uri="{FF2B5EF4-FFF2-40B4-BE49-F238E27FC236}">
                <a16:creationId xmlns:a16="http://schemas.microsoft.com/office/drawing/2014/main" id="{70185A73-C7C4-4DE2-EAE5-D763EE317C33}"/>
              </a:ext>
            </a:extLst>
          </p:cNvPr>
          <p:cNvSpPr/>
          <p:nvPr/>
        </p:nvSpPr>
        <p:spPr>
          <a:xfrm>
            <a:off x="2551564" y="1586753"/>
            <a:ext cx="9107035" cy="470647"/>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0" name="Oval 9">
            <a:extLst>
              <a:ext uri="{FF2B5EF4-FFF2-40B4-BE49-F238E27FC236}">
                <a16:creationId xmlns:a16="http://schemas.microsoft.com/office/drawing/2014/main" id="{F0E9DECF-9BA7-1427-A2CD-09A3DED20258}"/>
              </a:ext>
            </a:extLst>
          </p:cNvPr>
          <p:cNvSpPr/>
          <p:nvPr/>
        </p:nvSpPr>
        <p:spPr>
          <a:xfrm>
            <a:off x="468548" y="2999302"/>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13" name="Oval 12">
            <a:extLst>
              <a:ext uri="{FF2B5EF4-FFF2-40B4-BE49-F238E27FC236}">
                <a16:creationId xmlns:a16="http://schemas.microsoft.com/office/drawing/2014/main" id="{FC30C57A-EE01-0F81-D4A1-5944B92AC2A6}"/>
              </a:ext>
            </a:extLst>
          </p:cNvPr>
          <p:cNvSpPr/>
          <p:nvPr/>
        </p:nvSpPr>
        <p:spPr>
          <a:xfrm>
            <a:off x="323836" y="1990662"/>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14" name="Oval 13">
            <a:extLst>
              <a:ext uri="{FF2B5EF4-FFF2-40B4-BE49-F238E27FC236}">
                <a16:creationId xmlns:a16="http://schemas.microsoft.com/office/drawing/2014/main" id="{8E547BFA-AB20-9316-708E-9147E57EC6DC}"/>
              </a:ext>
            </a:extLst>
          </p:cNvPr>
          <p:cNvSpPr/>
          <p:nvPr/>
        </p:nvSpPr>
        <p:spPr>
          <a:xfrm>
            <a:off x="388689" y="1447400"/>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17" name="Rectangle 16">
            <a:extLst>
              <a:ext uri="{FF2B5EF4-FFF2-40B4-BE49-F238E27FC236}">
                <a16:creationId xmlns:a16="http://schemas.microsoft.com/office/drawing/2014/main" id="{2E498E0F-EB7C-CFE6-4A0A-A866B0E94623}"/>
              </a:ext>
            </a:extLst>
          </p:cNvPr>
          <p:cNvSpPr/>
          <p:nvPr/>
        </p:nvSpPr>
        <p:spPr>
          <a:xfrm>
            <a:off x="388689" y="2437946"/>
            <a:ext cx="11269910" cy="1189697"/>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1" name="Oval 10">
            <a:extLst>
              <a:ext uri="{FF2B5EF4-FFF2-40B4-BE49-F238E27FC236}">
                <a16:creationId xmlns:a16="http://schemas.microsoft.com/office/drawing/2014/main" id="{F4EBE797-FF90-FA49-F01B-4D75DE489044}"/>
              </a:ext>
            </a:extLst>
          </p:cNvPr>
          <p:cNvSpPr/>
          <p:nvPr/>
        </p:nvSpPr>
        <p:spPr>
          <a:xfrm>
            <a:off x="243977" y="2408486"/>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
        <p:nvSpPr>
          <p:cNvPr id="18" name="Oval 17">
            <a:extLst>
              <a:ext uri="{FF2B5EF4-FFF2-40B4-BE49-F238E27FC236}">
                <a16:creationId xmlns:a16="http://schemas.microsoft.com/office/drawing/2014/main" id="{FFB65FAA-A8BC-E1FB-5613-35CEEDFC59F1}"/>
              </a:ext>
            </a:extLst>
          </p:cNvPr>
          <p:cNvSpPr/>
          <p:nvPr/>
        </p:nvSpPr>
        <p:spPr>
          <a:xfrm>
            <a:off x="1670642" y="4433484"/>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6</a:t>
            </a:r>
          </a:p>
        </p:txBody>
      </p:sp>
      <p:sp>
        <p:nvSpPr>
          <p:cNvPr id="19" name="Oval 18">
            <a:extLst>
              <a:ext uri="{FF2B5EF4-FFF2-40B4-BE49-F238E27FC236}">
                <a16:creationId xmlns:a16="http://schemas.microsoft.com/office/drawing/2014/main" id="{1DA0EFDB-525B-C0F2-AA33-920FF6D7C325}"/>
              </a:ext>
            </a:extLst>
          </p:cNvPr>
          <p:cNvSpPr/>
          <p:nvPr/>
        </p:nvSpPr>
        <p:spPr>
          <a:xfrm>
            <a:off x="323836" y="1048113"/>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8</a:t>
            </a:r>
          </a:p>
        </p:txBody>
      </p:sp>
      <p:sp>
        <p:nvSpPr>
          <p:cNvPr id="20" name="Oval 19">
            <a:extLst>
              <a:ext uri="{FF2B5EF4-FFF2-40B4-BE49-F238E27FC236}">
                <a16:creationId xmlns:a16="http://schemas.microsoft.com/office/drawing/2014/main" id="{2B502B4E-7EB9-9F84-E5F8-AE69F6EB2A8B}"/>
              </a:ext>
            </a:extLst>
          </p:cNvPr>
          <p:cNvSpPr/>
          <p:nvPr/>
        </p:nvSpPr>
        <p:spPr>
          <a:xfrm>
            <a:off x="157427" y="711937"/>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7</a:t>
            </a:r>
          </a:p>
        </p:txBody>
      </p:sp>
      <p:sp>
        <p:nvSpPr>
          <p:cNvPr id="6" name="Oval 5">
            <a:extLst>
              <a:ext uri="{FF2B5EF4-FFF2-40B4-BE49-F238E27FC236}">
                <a16:creationId xmlns:a16="http://schemas.microsoft.com/office/drawing/2014/main" id="{6566DC89-C096-825C-D0B7-8C348ACE2400}"/>
              </a:ext>
            </a:extLst>
          </p:cNvPr>
          <p:cNvSpPr/>
          <p:nvPr/>
        </p:nvSpPr>
        <p:spPr>
          <a:xfrm>
            <a:off x="2406852" y="1502155"/>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Tree>
    <p:extLst>
      <p:ext uri="{BB962C8B-B14F-4D97-AF65-F5344CB8AC3E}">
        <p14:creationId xmlns:p14="http://schemas.microsoft.com/office/powerpoint/2010/main" val="2188602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FE0E2-7ADD-E87D-43DE-96D3BAEBA26D}"/>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BA92448-755E-B478-5C5F-72629E23B63B}"/>
              </a:ext>
            </a:extLst>
          </p:cNvPr>
          <p:cNvSpPr>
            <a:spLocks noGrp="1"/>
          </p:cNvSpPr>
          <p:nvPr>
            <p:ph idx="1"/>
          </p:nvPr>
        </p:nvSpPr>
        <p:spPr>
          <a:xfrm>
            <a:off x="838200" y="612441"/>
            <a:ext cx="10515600" cy="5564522"/>
          </a:xfrm>
        </p:spPr>
        <p:txBody>
          <a:bodyPr vert="horz" lIns="91440" tIns="45720" rIns="91440" bIns="45720" rtlCol="0" anchor="t">
            <a:normAutofit/>
          </a:bodyPr>
          <a:lstStyle/>
          <a:p>
            <a:pPr marL="514350" indent="-514350">
              <a:buAutoNum type="arabicPeriod" startAt="1"/>
            </a:pPr>
            <a:r>
              <a:rPr lang="en-US" sz="1600">
                <a:highlight>
                  <a:srgbClr val="FFFF00"/>
                </a:highlight>
                <a:latin typeface="Calibri"/>
                <a:ea typeface="Calibri"/>
                <a:cs typeface="Calibri"/>
              </a:rPr>
              <a:t>Use the approved design-system icons, 32 </a:t>
            </a:r>
            <a:r>
              <a:rPr lang="en-US" sz="1600" err="1">
                <a:highlight>
                  <a:srgbClr val="FFFF00"/>
                </a:highlight>
                <a:latin typeface="Calibri"/>
                <a:ea typeface="Calibri"/>
                <a:cs typeface="Calibri"/>
              </a:rPr>
              <a:t>px</a:t>
            </a:r>
            <a:r>
              <a:rPr lang="en-US" sz="1600">
                <a:highlight>
                  <a:srgbClr val="FFFF00"/>
                </a:highlight>
                <a:latin typeface="Calibri"/>
                <a:ea typeface="Calibri"/>
                <a:cs typeface="Calibri"/>
              </a:rPr>
              <a:t> and icon container, 64 </a:t>
            </a:r>
            <a:r>
              <a:rPr lang="en-US" sz="1600" err="1">
                <a:highlight>
                  <a:srgbClr val="FFFF00"/>
                </a:highlight>
                <a:latin typeface="Calibri"/>
                <a:ea typeface="Calibri"/>
                <a:cs typeface="Calibri"/>
              </a:rPr>
              <a:t>px</a:t>
            </a:r>
            <a:r>
              <a:rPr lang="en-US" sz="1600">
                <a:highlight>
                  <a:srgbClr val="FFFF00"/>
                </a:highlight>
                <a:latin typeface="Calibri"/>
                <a:ea typeface="Calibri"/>
                <a:cs typeface="Calibri"/>
              </a:rPr>
              <a:t> for all KPI cards to maintain consistency.</a:t>
            </a:r>
            <a:endParaRPr lang="en-US"/>
          </a:p>
          <a:p>
            <a:pPr marL="514350" lvl="1" indent="0">
              <a:buNone/>
            </a:pPr>
            <a:r>
              <a:rPr lang="en-US" sz="1400" b="1">
                <a:solidFill>
                  <a:srgbClr val="7030A0"/>
                </a:solidFill>
                <a:latin typeface="Calibri"/>
              </a:rPr>
              <a:t>Deviation: </a:t>
            </a:r>
            <a:r>
              <a:rPr lang="en-US" sz="1400" i="1">
                <a:solidFill>
                  <a:srgbClr val="3F3F3F"/>
                </a:solidFill>
                <a:latin typeface="Calibri"/>
              </a:rPr>
              <a:t>Built as a 24 px icon in a 36 px round container, the values from the UI Wireframes Figma file, which conflict with this 32/64 px note. Please confirm which is final.</a:t>
            </a:r>
          </a:p>
          <a:p>
            <a:pPr marL="514350" indent="-514350">
              <a:buAutoNum type="arabicPeriod" startAt="2"/>
            </a:pPr>
            <a:r>
              <a:rPr lang="en-US" sz="1600">
                <a:latin typeface="Calibri"/>
                <a:ea typeface="Calibri"/>
                <a:cs typeface="Calibri"/>
              </a:rPr>
              <a:t>KPI card padding, 24 </a:t>
            </a:r>
            <a:r>
              <a:rPr lang="en-US" sz="1600" err="1">
                <a:latin typeface="Calibri"/>
                <a:ea typeface="Calibri"/>
                <a:cs typeface="Calibri"/>
              </a:rPr>
              <a:t>px</a:t>
            </a:r>
            <a:r>
              <a:rPr lang="en-US" sz="1600">
                <a:latin typeface="Calibri"/>
                <a:ea typeface="Calibri"/>
                <a:cs typeface="Calibri"/>
              </a:rPr>
              <a:t>, and corner radius, 36 </a:t>
            </a:r>
            <a:r>
              <a:rPr lang="en-US" sz="1600" err="1">
                <a:latin typeface="Calibri"/>
                <a:ea typeface="Calibri"/>
                <a:cs typeface="Calibri"/>
              </a:rPr>
              <a:t>px</a:t>
            </a:r>
            <a:r>
              <a:rPr lang="en-US" sz="1600">
                <a:latin typeface="Calibri"/>
                <a:ea typeface="Calibri"/>
                <a:cs typeface="Calibri"/>
              </a:rPr>
              <a:t> should match the proposed design.</a:t>
            </a:r>
            <a:endParaRPr lang="en-US"/>
          </a:p>
          <a:p>
            <a:pPr marL="514350" indent="-514350">
              <a:buAutoNum type="arabicPeriod" startAt="3"/>
            </a:pPr>
            <a:r>
              <a:rPr lang="en-US" sz="1600">
                <a:latin typeface="Calibri"/>
                <a:ea typeface="Calibri"/>
                <a:cs typeface="Calibri"/>
              </a:rPr>
              <a:t>KPI titles should use Houschka Rounded Alt, 20 </a:t>
            </a:r>
            <a:r>
              <a:rPr lang="en-US" sz="1600" err="1">
                <a:latin typeface="Calibri"/>
                <a:ea typeface="Calibri"/>
                <a:cs typeface="Calibri"/>
              </a:rPr>
              <a:t>px</a:t>
            </a:r>
            <a:r>
              <a:rPr lang="en-US" sz="1600">
                <a:latin typeface="Calibri"/>
                <a:ea typeface="Calibri"/>
                <a:cs typeface="Calibri"/>
              </a:rPr>
              <a:t>, supporting numbers, 28 </a:t>
            </a:r>
            <a:r>
              <a:rPr lang="en-US" sz="1600" err="1">
                <a:latin typeface="Calibri"/>
                <a:ea typeface="Calibri"/>
                <a:cs typeface="Calibri"/>
              </a:rPr>
              <a:t>px</a:t>
            </a:r>
            <a:r>
              <a:rPr lang="en-US" sz="1600">
                <a:latin typeface="Calibri"/>
                <a:ea typeface="Calibri"/>
                <a:cs typeface="Calibri"/>
              </a:rPr>
              <a:t> and supporting text should use Calibri, 16 </a:t>
            </a:r>
            <a:r>
              <a:rPr lang="en-US" sz="1600" err="1">
                <a:latin typeface="Calibri"/>
                <a:ea typeface="Calibri"/>
                <a:cs typeface="Calibri"/>
              </a:rPr>
              <a:t>px</a:t>
            </a:r>
            <a:r>
              <a:rPr lang="en-US" sz="1600">
                <a:latin typeface="Calibri"/>
                <a:ea typeface="Calibri"/>
                <a:cs typeface="Calibri"/>
              </a:rPr>
              <a:t>.</a:t>
            </a:r>
            <a:endParaRPr lang="en-US"/>
          </a:p>
          <a:p>
            <a:pPr marL="514350" indent="-514350">
              <a:buAutoNum type="arabicPeriod" startAt="4"/>
            </a:pPr>
            <a:r>
              <a:rPr lang="en-US" sz="1600">
                <a:latin typeface="Calibri"/>
                <a:ea typeface="Calibri"/>
                <a:cs typeface="Calibri"/>
              </a:rPr>
              <a:t>Align the placement of primary actions (request credits) and secondary actions (View Reports, View Issues, view installation guide) center aligned as shown in the design.</a:t>
            </a:r>
            <a:endParaRPr lang="en-US"/>
          </a:p>
          <a:p>
            <a:pPr marL="514350" lvl="0" indent="-514350">
              <a:buAutoNum type="arabicPeriod" startAt="5"/>
            </a:pPr>
            <a:r>
              <a:rPr lang="en-US" sz="1600">
                <a:latin typeface="Calibri"/>
                <a:ea typeface="Calibri"/>
                <a:cs typeface="Calibri"/>
              </a:rPr>
              <a:t>Apply the approved gradient styling, height, and padding for primary CTA buttons.</a:t>
            </a:r>
            <a:endParaRPr lang="en-US"/>
          </a:p>
          <a:p>
            <a:pPr marL="514350" indent="-514350">
              <a:buAutoNum type="arabicPeriod" startAt="6"/>
            </a:pPr>
            <a:r>
              <a:rPr lang="en-US" sz="1600">
                <a:latin typeface="Calibri"/>
                <a:ea typeface="Calibri"/>
                <a:cs typeface="Calibri"/>
              </a:rPr>
              <a:t>Update the table to follow the proposed design for header styling fill: #</a:t>
            </a:r>
            <a:r>
              <a:rPr lang="en-US" sz="1600">
                <a:ea typeface="+mn-lt"/>
                <a:cs typeface="+mn-lt"/>
              </a:rPr>
              <a:t>E2E8F0</a:t>
            </a:r>
            <a:r>
              <a:rPr lang="en-US" sz="1600">
                <a:latin typeface="Aptos"/>
                <a:ea typeface="Calibri"/>
                <a:cs typeface="Calibri"/>
              </a:rPr>
              <a:t>, 5%</a:t>
            </a:r>
            <a:r>
              <a:rPr lang="en-US" sz="1600">
                <a:latin typeface="Calibri"/>
                <a:ea typeface="Calibri"/>
                <a:cs typeface="Calibri"/>
              </a:rPr>
              <a:t>, row spacing, and content padding.</a:t>
            </a:r>
            <a:endParaRPr lang="en-US"/>
          </a:p>
          <a:p>
            <a:pPr marL="514350" indent="-514350">
              <a:buAutoNum type="arabicPeriod" startAt="7"/>
            </a:pPr>
            <a:r>
              <a:rPr lang="en-US" sz="1600">
                <a:latin typeface="Calibri"/>
                <a:ea typeface="Calibri"/>
                <a:cs typeface="Calibri"/>
              </a:rPr>
              <a:t>Page Heading should use Houschka Rounded Alt, 24 </a:t>
            </a:r>
            <a:r>
              <a:rPr lang="en-US" sz="1600" err="1">
                <a:latin typeface="Calibri"/>
                <a:ea typeface="Calibri"/>
                <a:cs typeface="Calibri"/>
              </a:rPr>
              <a:t>px</a:t>
            </a:r>
            <a:r>
              <a:rPr lang="en-US" sz="1600">
                <a:latin typeface="Calibri"/>
                <a:ea typeface="Calibri"/>
                <a:cs typeface="Calibri"/>
              </a:rPr>
              <a:t> as per the approved design.</a:t>
            </a:r>
            <a:endParaRPr lang="en-US" sz="1600">
              <a:latin typeface="Calibri" panose="020F0502020204030204" pitchFamily="34" charset="0"/>
              <a:ea typeface="Calibri" panose="020F0502020204030204" pitchFamily="34" charset="0"/>
              <a:cs typeface="Calibri" panose="020F0502020204030204" pitchFamily="34" charset="0"/>
            </a:endParaRPr>
          </a:p>
          <a:p>
            <a:pPr marL="514350" indent="-514350">
              <a:buAutoNum type="arabicPeriod" startAt="8"/>
            </a:pPr>
            <a:r>
              <a:rPr lang="en-US" sz="1600">
                <a:latin typeface="Calibri"/>
                <a:ea typeface="Calibri"/>
                <a:cs typeface="Calibri"/>
              </a:rPr>
              <a:t>Page Subtitle should use Calibri light, 20 </a:t>
            </a:r>
            <a:r>
              <a:rPr lang="en-US" sz="1600" err="1">
                <a:latin typeface="Calibri"/>
                <a:ea typeface="Calibri"/>
                <a:cs typeface="Calibri"/>
              </a:rPr>
              <a:t>px</a:t>
            </a:r>
            <a:r>
              <a:rPr lang="en-US" sz="1600">
                <a:latin typeface="Calibri"/>
                <a:ea typeface="Calibri"/>
                <a:cs typeface="Calibri"/>
              </a:rPr>
              <a:t> and follow the approved spacing below the Page Heading.</a:t>
            </a:r>
            <a:endParaRPr lang="en-US"/>
          </a:p>
        </p:txBody>
      </p:sp>
    </p:spTree>
    <p:extLst>
      <p:ext uri="{BB962C8B-B14F-4D97-AF65-F5344CB8AC3E}">
        <p14:creationId xmlns:p14="http://schemas.microsoft.com/office/powerpoint/2010/main" val="1847402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99FF5-798F-A657-80AB-C4FA2D2A2970}"/>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6B2D849E-22B9-FFCF-4D59-CD5AAAACB9BA}"/>
              </a:ext>
            </a:extLst>
          </p:cNvPr>
          <p:cNvSpPr>
            <a:spLocks noGrp="1"/>
          </p:cNvSpPr>
          <p:nvPr>
            <p:ph type="title"/>
          </p:nvPr>
        </p:nvSpPr>
        <p:spPr/>
        <p:txBody>
          <a:bodyPr/>
          <a:lstStyle/>
          <a:p>
            <a:r>
              <a:rPr lang="en-US" sz="2000"/>
              <a:t>Screen – Request more budget Modal (User)</a:t>
            </a:r>
          </a:p>
        </p:txBody>
      </p:sp>
      <p:sp>
        <p:nvSpPr>
          <p:cNvPr id="2" name="TextBox 1">
            <a:extLst>
              <a:ext uri="{FF2B5EF4-FFF2-40B4-BE49-F238E27FC236}">
                <a16:creationId xmlns:a16="http://schemas.microsoft.com/office/drawing/2014/main" id="{87EA7E9A-BDCC-94D8-A233-840776A854D8}"/>
              </a:ext>
            </a:extLst>
          </p:cNvPr>
          <p:cNvSpPr txBox="1"/>
          <p:nvPr/>
        </p:nvSpPr>
        <p:spPr>
          <a:xfrm>
            <a:off x="269408" y="4408643"/>
            <a:ext cx="11165507" cy="2057400"/>
          </a:xfrm>
          <a:prstGeom prst="rect">
            <a:avLst/>
          </a:prstGeom>
          <a:noFill/>
        </p:spPr>
        <p:txBody>
          <a:bodyPr wrap="square" lIns="0" tIns="0" rIns="0" bIns="0" rtlCol="0" anchor="t" anchorCtr="0">
            <a:noAutofit/>
          </a:bodyPr>
          <a:lstStyle/>
          <a:p>
            <a:pPr marL="342900" indent="-342900">
              <a:buFont typeface="+mj-lt"/>
              <a:buAutoNum type="arabicPeriod"/>
            </a:pPr>
            <a:r>
              <a:rPr lang="en-US" sz="1600"/>
              <a:t>Follow the approved modal design pattern for layout, visual hierarchy, and overall styling.</a:t>
            </a:r>
          </a:p>
          <a:p>
            <a:pPr marL="342900" indent="-342900">
              <a:buFont typeface="+mj-lt"/>
              <a:buAutoNum type="arabicPeriod"/>
            </a:pPr>
            <a:r>
              <a:rPr lang="en-US" sz="1600"/>
              <a:t>Update the modal width 732 </a:t>
            </a:r>
            <a:r>
              <a:rPr lang="en-US" sz="1600" err="1"/>
              <a:t>px</a:t>
            </a:r>
            <a:r>
              <a:rPr lang="en-US" sz="1600"/>
              <a:t>, height 567 </a:t>
            </a:r>
            <a:r>
              <a:rPr lang="en-US" sz="1600" err="1"/>
              <a:t>px</a:t>
            </a:r>
            <a:r>
              <a:rPr lang="en-US" sz="1600"/>
              <a:t>, internal padding 24 </a:t>
            </a:r>
            <a:r>
              <a:rPr lang="en-US" sz="1600" err="1"/>
              <a:t>px</a:t>
            </a:r>
            <a:r>
              <a:rPr lang="en-US" sz="1600"/>
              <a:t>, and corner radius 20 </a:t>
            </a:r>
            <a:r>
              <a:rPr lang="en-US" sz="1600" err="1"/>
              <a:t>px</a:t>
            </a:r>
            <a:r>
              <a:rPr lang="en-US" sz="1600"/>
              <a:t> to match the proposed design.</a:t>
            </a:r>
          </a:p>
          <a:p>
            <a:pPr marL="342900" indent="-342900">
              <a:buFont typeface="+mj-lt"/>
              <a:buAutoNum type="arabicPeriod"/>
            </a:pPr>
            <a:r>
              <a:rPr lang="en-US" sz="1600"/>
              <a:t>Modal title should use </a:t>
            </a:r>
            <a:r>
              <a:rPr lang="en-US" sz="1600" err="1"/>
              <a:t>Houschka</a:t>
            </a:r>
            <a:r>
              <a:rPr lang="en-US" sz="1600"/>
              <a:t> Rounded Alt, 20 </a:t>
            </a:r>
            <a:r>
              <a:rPr lang="en-US" sz="1600" err="1"/>
              <a:t>px</a:t>
            </a:r>
            <a:r>
              <a:rPr lang="en-US" sz="1600"/>
              <a:t> as per the design.</a:t>
            </a:r>
          </a:p>
          <a:p>
            <a:pPr marL="342900" indent="-342900">
              <a:buFont typeface="+mj-lt"/>
              <a:buAutoNum type="arabicPeriod"/>
            </a:pPr>
            <a:r>
              <a:rPr lang="en-US" sz="1600"/>
              <a:t>Input labels, placeholder text, and form fields should follow the approved typography Calibri 20 </a:t>
            </a:r>
            <a:r>
              <a:rPr lang="en-US" sz="1600" err="1"/>
              <a:t>px</a:t>
            </a:r>
            <a:r>
              <a:rPr lang="en-US" sz="1600"/>
              <a:t>, spacing, and field styling.</a:t>
            </a:r>
          </a:p>
          <a:p>
            <a:pPr marL="342900" indent="-342900">
              <a:buFont typeface="+mj-lt"/>
              <a:buAutoNum type="arabicPeriod"/>
            </a:pPr>
            <a:r>
              <a:rPr lang="en-US" sz="1600"/>
              <a:t>Apply the approved information bar style, including icon, background treatment, padding, and typography.</a:t>
            </a:r>
          </a:p>
          <a:p>
            <a:pPr marL="342900" indent="-342900">
              <a:buFont typeface="+mj-lt"/>
              <a:buAutoNum type="arabicPeriod"/>
            </a:pPr>
            <a:r>
              <a:rPr lang="en-US" sz="1600"/>
              <a:t>Use the approved gradient CTA design with consistent button height, padding, corner radius, and center-aligned text.</a:t>
            </a:r>
          </a:p>
          <a:p>
            <a:pPr marL="342900" indent="-342900">
              <a:buFont typeface="+mj-lt"/>
              <a:buAutoNum type="arabicPeriod"/>
            </a:pPr>
            <a:r>
              <a:rPr lang="en-US" sz="1600"/>
              <a:t>Ensure consistent spacing between form fields, information bar, and CTA as shown in the proposed design.</a:t>
            </a:r>
            <a:endParaRPr lang="en-US">
              <a:solidFill>
                <a:schemeClr val="tx1"/>
              </a:solidFill>
            </a:endParaRPr>
          </a:p>
        </p:txBody>
      </p:sp>
      <p:sp>
        <p:nvSpPr>
          <p:cNvPr id="4" name="TextBox 3">
            <a:extLst>
              <a:ext uri="{FF2B5EF4-FFF2-40B4-BE49-F238E27FC236}">
                <a16:creationId xmlns:a16="http://schemas.microsoft.com/office/drawing/2014/main" id="{5772C371-592B-961F-E848-12A3642963F1}"/>
              </a:ext>
            </a:extLst>
          </p:cNvPr>
          <p:cNvSpPr txBox="1"/>
          <p:nvPr/>
        </p:nvSpPr>
        <p:spPr>
          <a:xfrm>
            <a:off x="2227005" y="512572"/>
            <a:ext cx="1769807" cy="207708"/>
          </a:xfrm>
          <a:prstGeom prst="rect">
            <a:avLst/>
          </a:prstGeom>
          <a:noFill/>
        </p:spPr>
        <p:txBody>
          <a:bodyPr wrap="none" lIns="0" tIns="0" rIns="0" bIns="0" rtlCol="0" anchor="ctr" anchorCtr="0">
            <a:noAutofit/>
          </a:bodyPr>
          <a:lstStyle/>
          <a:p>
            <a:pPr algn="ctr"/>
            <a:r>
              <a:rPr lang="en-US" sz="1200">
                <a:solidFill>
                  <a:schemeClr val="tx1"/>
                </a:solidFill>
              </a:rPr>
              <a:t>Developed Screen</a:t>
            </a:r>
          </a:p>
        </p:txBody>
      </p:sp>
      <p:sp>
        <p:nvSpPr>
          <p:cNvPr id="5" name="TextBox 4">
            <a:extLst>
              <a:ext uri="{FF2B5EF4-FFF2-40B4-BE49-F238E27FC236}">
                <a16:creationId xmlns:a16="http://schemas.microsoft.com/office/drawing/2014/main" id="{56EF7C4C-6093-F40B-9493-1DF3F0817FED}"/>
              </a:ext>
            </a:extLst>
          </p:cNvPr>
          <p:cNvSpPr txBox="1"/>
          <p:nvPr/>
        </p:nvSpPr>
        <p:spPr>
          <a:xfrm>
            <a:off x="8284703" y="512572"/>
            <a:ext cx="1769807" cy="207708"/>
          </a:xfrm>
          <a:prstGeom prst="rect">
            <a:avLst/>
          </a:prstGeom>
          <a:noFill/>
        </p:spPr>
        <p:txBody>
          <a:bodyPr wrap="none" lIns="0" tIns="0" rIns="0" bIns="0" rtlCol="0" anchor="ctr" anchorCtr="0">
            <a:noAutofit/>
          </a:bodyPr>
          <a:lstStyle/>
          <a:p>
            <a:pPr algn="ctr"/>
            <a:r>
              <a:rPr lang="en-US" sz="1200">
                <a:solidFill>
                  <a:srgbClr val="00B050"/>
                </a:solidFill>
              </a:rPr>
              <a:t>Proposed Design</a:t>
            </a:r>
          </a:p>
        </p:txBody>
      </p:sp>
      <p:pic>
        <p:nvPicPr>
          <p:cNvPr id="6" name="Picture 5">
            <a:extLst>
              <a:ext uri="{FF2B5EF4-FFF2-40B4-BE49-F238E27FC236}">
                <a16:creationId xmlns:a16="http://schemas.microsoft.com/office/drawing/2014/main" id="{F4125C20-8E4D-9213-DFEF-4F6C92E5D7A9}"/>
              </a:ext>
            </a:extLst>
          </p:cNvPr>
          <p:cNvPicPr>
            <a:picLocks noChangeAspect="1"/>
          </p:cNvPicPr>
          <p:nvPr/>
        </p:nvPicPr>
        <p:blipFill>
          <a:blip r:embed="rId2"/>
          <a:stretch>
            <a:fillRect/>
          </a:stretch>
        </p:blipFill>
        <p:spPr>
          <a:xfrm>
            <a:off x="1561473" y="856125"/>
            <a:ext cx="3272204" cy="3026898"/>
          </a:xfrm>
          <a:prstGeom prst="rect">
            <a:avLst/>
          </a:prstGeom>
        </p:spPr>
      </p:pic>
      <p:pic>
        <p:nvPicPr>
          <p:cNvPr id="9" name="Picture 8">
            <a:extLst>
              <a:ext uri="{FF2B5EF4-FFF2-40B4-BE49-F238E27FC236}">
                <a16:creationId xmlns:a16="http://schemas.microsoft.com/office/drawing/2014/main" id="{6FA6E2AF-26DC-8F01-294E-1C7DB261A491}"/>
              </a:ext>
            </a:extLst>
          </p:cNvPr>
          <p:cNvPicPr>
            <a:picLocks noChangeAspect="1"/>
          </p:cNvPicPr>
          <p:nvPr/>
        </p:nvPicPr>
        <p:blipFill>
          <a:blip r:embed="rId3"/>
          <a:stretch>
            <a:fillRect/>
          </a:stretch>
        </p:blipFill>
        <p:spPr>
          <a:xfrm>
            <a:off x="7289799" y="856125"/>
            <a:ext cx="3823450" cy="3026898"/>
          </a:xfrm>
          <a:prstGeom prst="rect">
            <a:avLst/>
          </a:prstGeom>
        </p:spPr>
      </p:pic>
      <p:sp>
        <p:nvSpPr>
          <p:cNvPr id="10" name="Rectangle 9">
            <a:extLst>
              <a:ext uri="{FF2B5EF4-FFF2-40B4-BE49-F238E27FC236}">
                <a16:creationId xmlns:a16="http://schemas.microsoft.com/office/drawing/2014/main" id="{3C521207-2449-E3FB-8300-A89D3562A16C}"/>
              </a:ext>
            </a:extLst>
          </p:cNvPr>
          <p:cNvSpPr/>
          <p:nvPr/>
        </p:nvSpPr>
        <p:spPr>
          <a:xfrm>
            <a:off x="1665215" y="936230"/>
            <a:ext cx="2985443" cy="2800028"/>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2" name="Oval 11">
            <a:extLst>
              <a:ext uri="{FF2B5EF4-FFF2-40B4-BE49-F238E27FC236}">
                <a16:creationId xmlns:a16="http://schemas.microsoft.com/office/drawing/2014/main" id="{398314C9-694B-4442-F313-54418A94B631}"/>
              </a:ext>
            </a:extLst>
          </p:cNvPr>
          <p:cNvSpPr/>
          <p:nvPr/>
        </p:nvSpPr>
        <p:spPr>
          <a:xfrm>
            <a:off x="1561473" y="815287"/>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13" name="Oval 12">
            <a:extLst>
              <a:ext uri="{FF2B5EF4-FFF2-40B4-BE49-F238E27FC236}">
                <a16:creationId xmlns:a16="http://schemas.microsoft.com/office/drawing/2014/main" id="{87B5F0E8-1224-03B9-9F8F-287F8E1D41DB}"/>
              </a:ext>
            </a:extLst>
          </p:cNvPr>
          <p:cNvSpPr/>
          <p:nvPr/>
        </p:nvSpPr>
        <p:spPr>
          <a:xfrm>
            <a:off x="1914931" y="1035751"/>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16" name="Oval 15">
            <a:extLst>
              <a:ext uri="{FF2B5EF4-FFF2-40B4-BE49-F238E27FC236}">
                <a16:creationId xmlns:a16="http://schemas.microsoft.com/office/drawing/2014/main" id="{118385F7-2EF6-FA91-3D1B-E2170D8D905E}"/>
              </a:ext>
            </a:extLst>
          </p:cNvPr>
          <p:cNvSpPr/>
          <p:nvPr/>
        </p:nvSpPr>
        <p:spPr>
          <a:xfrm>
            <a:off x="2204355" y="825653"/>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23" name="Oval 22">
            <a:extLst>
              <a:ext uri="{FF2B5EF4-FFF2-40B4-BE49-F238E27FC236}">
                <a16:creationId xmlns:a16="http://schemas.microsoft.com/office/drawing/2014/main" id="{D64450D8-8857-336F-4873-A704A4FCB17E}"/>
              </a:ext>
            </a:extLst>
          </p:cNvPr>
          <p:cNvSpPr/>
          <p:nvPr/>
        </p:nvSpPr>
        <p:spPr>
          <a:xfrm>
            <a:off x="1847240" y="1760910"/>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
        <p:nvSpPr>
          <p:cNvPr id="25" name="Oval 24">
            <a:extLst>
              <a:ext uri="{FF2B5EF4-FFF2-40B4-BE49-F238E27FC236}">
                <a16:creationId xmlns:a16="http://schemas.microsoft.com/office/drawing/2014/main" id="{60F1A501-3938-2142-3B77-3056F8A1A2A5}"/>
              </a:ext>
            </a:extLst>
          </p:cNvPr>
          <p:cNvSpPr/>
          <p:nvPr/>
        </p:nvSpPr>
        <p:spPr>
          <a:xfrm>
            <a:off x="1770219" y="2796792"/>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26" name="Oval 25">
            <a:extLst>
              <a:ext uri="{FF2B5EF4-FFF2-40B4-BE49-F238E27FC236}">
                <a16:creationId xmlns:a16="http://schemas.microsoft.com/office/drawing/2014/main" id="{2B594874-35D7-951E-9800-E752B5D0E5B9}"/>
              </a:ext>
            </a:extLst>
          </p:cNvPr>
          <p:cNvSpPr/>
          <p:nvPr/>
        </p:nvSpPr>
        <p:spPr>
          <a:xfrm>
            <a:off x="2720506" y="3248091"/>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6</a:t>
            </a:r>
          </a:p>
        </p:txBody>
      </p:sp>
    </p:spTree>
    <p:extLst>
      <p:ext uri="{BB962C8B-B14F-4D97-AF65-F5344CB8AC3E}">
        <p14:creationId xmlns:p14="http://schemas.microsoft.com/office/powerpoint/2010/main" val="2351861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4EDE2-B3E6-ADD5-8BC1-BEB605D4BAF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AD1022E-ED86-2783-D5B1-56BA7D297C36}"/>
              </a:ext>
            </a:extLst>
          </p:cNvPr>
          <p:cNvPicPr>
            <a:picLocks noChangeAspect="1"/>
          </p:cNvPicPr>
          <p:nvPr/>
        </p:nvPicPr>
        <p:blipFill>
          <a:blip r:embed="rId2"/>
          <a:stretch>
            <a:fillRect/>
          </a:stretch>
        </p:blipFill>
        <p:spPr>
          <a:xfrm>
            <a:off x="399574" y="569804"/>
            <a:ext cx="11392851" cy="5718392"/>
          </a:xfrm>
          <a:prstGeom prst="rect">
            <a:avLst/>
          </a:prstGeom>
        </p:spPr>
      </p:pic>
      <p:sp>
        <p:nvSpPr>
          <p:cNvPr id="24" name="Title 23">
            <a:extLst>
              <a:ext uri="{FF2B5EF4-FFF2-40B4-BE49-F238E27FC236}">
                <a16:creationId xmlns:a16="http://schemas.microsoft.com/office/drawing/2014/main" id="{8A62F808-CAB3-DD0B-DB20-9E291822B3AC}"/>
              </a:ext>
            </a:extLst>
          </p:cNvPr>
          <p:cNvSpPr>
            <a:spLocks noGrp="1"/>
          </p:cNvSpPr>
          <p:nvPr>
            <p:ph type="title"/>
          </p:nvPr>
        </p:nvSpPr>
        <p:spPr/>
        <p:txBody>
          <a:bodyPr/>
          <a:lstStyle/>
          <a:p>
            <a:r>
              <a:rPr lang="en-US" sz="2000"/>
              <a:t>Screen – Projects (User)</a:t>
            </a:r>
          </a:p>
        </p:txBody>
      </p:sp>
      <p:sp>
        <p:nvSpPr>
          <p:cNvPr id="11" name="Oval 10">
            <a:extLst>
              <a:ext uri="{FF2B5EF4-FFF2-40B4-BE49-F238E27FC236}">
                <a16:creationId xmlns:a16="http://schemas.microsoft.com/office/drawing/2014/main" id="{F29827F0-C026-1F8C-0D2A-46B90E820B47}"/>
              </a:ext>
            </a:extLst>
          </p:cNvPr>
          <p:cNvSpPr/>
          <p:nvPr/>
        </p:nvSpPr>
        <p:spPr>
          <a:xfrm>
            <a:off x="408435" y="966452"/>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18" name="Oval 17">
            <a:extLst>
              <a:ext uri="{FF2B5EF4-FFF2-40B4-BE49-F238E27FC236}">
                <a16:creationId xmlns:a16="http://schemas.microsoft.com/office/drawing/2014/main" id="{9FACB8BD-DF54-E38D-86B5-3DCB75D754D9}"/>
              </a:ext>
            </a:extLst>
          </p:cNvPr>
          <p:cNvSpPr/>
          <p:nvPr/>
        </p:nvSpPr>
        <p:spPr>
          <a:xfrm>
            <a:off x="4803419" y="5146323"/>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27" name="Rectangle 26">
            <a:extLst>
              <a:ext uri="{FF2B5EF4-FFF2-40B4-BE49-F238E27FC236}">
                <a16:creationId xmlns:a16="http://schemas.microsoft.com/office/drawing/2014/main" id="{6B261393-D5DB-E375-3A56-4F82636066F9}"/>
              </a:ext>
            </a:extLst>
          </p:cNvPr>
          <p:cNvSpPr/>
          <p:nvPr/>
        </p:nvSpPr>
        <p:spPr>
          <a:xfrm>
            <a:off x="478124" y="1432972"/>
            <a:ext cx="11134709" cy="1256712"/>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7" name="Oval 6">
            <a:extLst>
              <a:ext uri="{FF2B5EF4-FFF2-40B4-BE49-F238E27FC236}">
                <a16:creationId xmlns:a16="http://schemas.microsoft.com/office/drawing/2014/main" id="{776C078D-2A83-E3ED-B1F2-AA6A3E618B0D}"/>
              </a:ext>
            </a:extLst>
          </p:cNvPr>
          <p:cNvSpPr/>
          <p:nvPr/>
        </p:nvSpPr>
        <p:spPr>
          <a:xfrm>
            <a:off x="408435" y="1324125"/>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28" name="Rectangle 27">
            <a:extLst>
              <a:ext uri="{FF2B5EF4-FFF2-40B4-BE49-F238E27FC236}">
                <a16:creationId xmlns:a16="http://schemas.microsoft.com/office/drawing/2014/main" id="{2A44BDA8-33B1-B3A1-6291-CB1A391A9AD2}"/>
              </a:ext>
            </a:extLst>
          </p:cNvPr>
          <p:cNvSpPr/>
          <p:nvPr/>
        </p:nvSpPr>
        <p:spPr>
          <a:xfrm>
            <a:off x="630524" y="2798530"/>
            <a:ext cx="11134709" cy="630469"/>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6" name="Oval 15">
            <a:extLst>
              <a:ext uri="{FF2B5EF4-FFF2-40B4-BE49-F238E27FC236}">
                <a16:creationId xmlns:a16="http://schemas.microsoft.com/office/drawing/2014/main" id="{655CE2D9-9484-3CA5-CFF1-A1E904C430CC}"/>
              </a:ext>
            </a:extLst>
          </p:cNvPr>
          <p:cNvSpPr/>
          <p:nvPr/>
        </p:nvSpPr>
        <p:spPr>
          <a:xfrm>
            <a:off x="478569" y="2776708"/>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
        <p:nvSpPr>
          <p:cNvPr id="13" name="Oval 12">
            <a:extLst>
              <a:ext uri="{FF2B5EF4-FFF2-40B4-BE49-F238E27FC236}">
                <a16:creationId xmlns:a16="http://schemas.microsoft.com/office/drawing/2014/main" id="{6D4E076D-CB0E-2045-CE3A-7EB7C1486E70}"/>
              </a:ext>
            </a:extLst>
          </p:cNvPr>
          <p:cNvSpPr/>
          <p:nvPr/>
        </p:nvSpPr>
        <p:spPr>
          <a:xfrm>
            <a:off x="485812" y="3628302"/>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Tree>
    <p:extLst>
      <p:ext uri="{BB962C8B-B14F-4D97-AF65-F5344CB8AC3E}">
        <p14:creationId xmlns:p14="http://schemas.microsoft.com/office/powerpoint/2010/main" val="40233070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67626-DE94-C817-632B-C37F05E1438B}"/>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9DA4D4F-DDCE-45E1-4409-CDFCC75A76CD}"/>
              </a:ext>
            </a:extLst>
          </p:cNvPr>
          <p:cNvSpPr>
            <a:spLocks noGrp="1"/>
          </p:cNvSpPr>
          <p:nvPr>
            <p:ph idx="1"/>
          </p:nvPr>
        </p:nvSpPr>
        <p:spPr>
          <a:xfrm>
            <a:off x="838200" y="612441"/>
            <a:ext cx="10515600" cy="5564522"/>
          </a:xfrm>
        </p:spPr>
        <p:txBody>
          <a:bodyPr vert="horz" lIns="91440" tIns="45720" rIns="91440" bIns="45720" rtlCol="0" anchor="t">
            <a:normAutofit/>
          </a:bodyPr>
          <a:lstStyle/>
          <a:p>
            <a:pPr marL="514350" indent="-514350">
              <a:buClr>
                <a:schemeClr val="tx1"/>
              </a:buClr>
              <a:buAutoNum type="arabicPeriod"/>
            </a:pPr>
            <a:r>
              <a:rPr lang="en-US" sz="1600">
                <a:latin typeface="Calibri"/>
                <a:ea typeface="Calibri"/>
                <a:cs typeface="Calibri"/>
              </a:rPr>
              <a:t>Page Heading should use </a:t>
            </a:r>
            <a:r>
              <a:rPr lang="en-US" sz="1600" err="1">
                <a:latin typeface="Calibri"/>
                <a:ea typeface="Calibri"/>
                <a:cs typeface="Calibri"/>
              </a:rPr>
              <a:t>Houschka</a:t>
            </a:r>
            <a:r>
              <a:rPr lang="en-US" sz="1600">
                <a:latin typeface="Calibri"/>
                <a:ea typeface="Calibri"/>
                <a:cs typeface="Calibri"/>
              </a:rPr>
              <a:t> Rounded Alt,</a:t>
            </a:r>
            <a:r>
              <a:rPr lang="en-US">
                <a:latin typeface="Calibri"/>
                <a:ea typeface="Calibri"/>
                <a:cs typeface="Calibri"/>
              </a:rPr>
              <a:t> 24 </a:t>
            </a:r>
            <a:r>
              <a:rPr lang="en-US" sz="1600" err="1">
                <a:latin typeface="Calibri"/>
                <a:ea typeface="Calibri"/>
                <a:cs typeface="Calibri"/>
              </a:rPr>
              <a:t>px</a:t>
            </a:r>
            <a:r>
              <a:rPr lang="en-US" sz="1600">
                <a:latin typeface="Calibri"/>
                <a:ea typeface="Calibri"/>
                <a:cs typeface="Calibri"/>
              </a:rPr>
              <a:t> and Page Subtitle should use Calibri,</a:t>
            </a:r>
            <a:r>
              <a:rPr lang="en-US">
                <a:latin typeface="Calibri"/>
                <a:ea typeface="Calibri"/>
                <a:cs typeface="Calibri"/>
              </a:rPr>
              <a:t> 20 </a:t>
            </a:r>
            <a:r>
              <a:rPr lang="en-US" sz="1600" err="1">
                <a:latin typeface="Calibri"/>
                <a:ea typeface="Calibri"/>
                <a:cs typeface="Calibri"/>
              </a:rPr>
              <a:t>px</a:t>
            </a:r>
            <a:r>
              <a:rPr lang="en-US" sz="1600">
                <a:latin typeface="Calibri"/>
                <a:ea typeface="Calibri"/>
                <a:cs typeface="Calibri"/>
              </a:rPr>
              <a:t> as per the approved design.</a:t>
            </a:r>
          </a:p>
          <a:p>
            <a:pPr marL="514350" indent="-514350">
              <a:buClr>
                <a:schemeClr val="tx1"/>
              </a:buClr>
              <a:buAutoNum type="arabicPeriod"/>
            </a:pPr>
            <a:r>
              <a:rPr lang="en-US" sz="1600">
                <a:latin typeface="Calibri"/>
                <a:ea typeface="Calibri"/>
                <a:cs typeface="Calibri"/>
              </a:rPr>
              <a:t>Update all KPI cards to match the proposed design for dimensions, padding, corner radius, icon container styling, and typography.</a:t>
            </a:r>
          </a:p>
          <a:p>
            <a:pPr marL="514350" indent="-514350">
              <a:buClr>
                <a:schemeClr val="tx1"/>
              </a:buClr>
              <a:buAutoNum type="arabicPeriod"/>
            </a:pPr>
            <a:r>
              <a:rPr lang="en-US" sz="1600">
                <a:latin typeface="Calibri"/>
                <a:ea typeface="Calibri"/>
                <a:cs typeface="Calibri"/>
              </a:rPr>
              <a:t>Table layout should follow the approved design, including table height, column spacing, row padding, header styling, and visual hierarchy.</a:t>
            </a:r>
          </a:p>
          <a:p>
            <a:pPr marL="514350" indent="-514350">
              <a:buClr>
                <a:schemeClr val="tx1"/>
              </a:buClr>
              <a:buAutoNum type="arabicPeriod"/>
            </a:pPr>
            <a:r>
              <a:rPr lang="en-US" sz="1600">
                <a:latin typeface="Calibri"/>
                <a:ea typeface="Calibri"/>
                <a:cs typeface="Calibri"/>
              </a:rPr>
              <a:t>Align search, filters, and sort controls with the approved design pattern for spacing, sizing, and interaction states.</a:t>
            </a:r>
          </a:p>
          <a:p>
            <a:pPr marL="514350" indent="-514350">
              <a:buClr>
                <a:schemeClr val="tx1"/>
              </a:buClr>
              <a:buAutoNum type="arabicPeriod"/>
            </a:pPr>
            <a:r>
              <a:rPr lang="en-US" sz="1600">
                <a:latin typeface="Calibri"/>
                <a:ea typeface="Calibri"/>
                <a:cs typeface="Calibri"/>
              </a:rPr>
              <a:t>Fix the TCS copyright bar to the bottom of the screen and align it with the approved footer design.</a:t>
            </a:r>
            <a:endParaRPr lang="en-US" sz="1600">
              <a:latin typeface="Calibri" panose="020F0502020204030204" pitchFamily="34" charset="0"/>
              <a:ea typeface="Calibri" panose="020F0502020204030204" pitchFamily="34" charset="0"/>
              <a:cs typeface="Calibri" panose="020F0502020204030204" pitchFamily="34" charset="0"/>
            </a:endParaRPr>
          </a:p>
          <a:p>
            <a:pPr marL="514350" indent="-514350">
              <a:buAutoNum type="arabicPeriod"/>
            </a:pPr>
            <a:endParaRPr lang="en-US" sz="1600">
              <a:latin typeface="Calibri" panose="020F0502020204030204" pitchFamily="34" charset="0"/>
              <a:ea typeface="Calibri" panose="020F0502020204030204" pitchFamily="34" charset="0"/>
              <a:cs typeface="Calibri" panose="020F0502020204030204" pitchFamily="34" charset="0"/>
            </a:endParaRPr>
          </a:p>
          <a:p>
            <a:pPr marL="514350" indent="-514350">
              <a:buAutoNum type="arabicPeriod"/>
            </a:pPr>
            <a:endParaRPr lang="en-US" sz="1600">
              <a:latin typeface="Calibri" panose="020F0502020204030204" pitchFamily="34" charset="0"/>
              <a:ea typeface="Calibri" panose="020F0502020204030204" pitchFamily="34" charset="0"/>
              <a:cs typeface="Calibri" panose="020F0502020204030204" pitchFamily="34" charset="0"/>
            </a:endParaRPr>
          </a:p>
          <a:p>
            <a:pPr marL="514350" indent="-514350">
              <a:buAutoNum type="arabicPeriod"/>
            </a:pPr>
            <a:endParaRPr lang="en-US" sz="1600">
              <a:latin typeface="Calibri" panose="020F0502020204030204" pitchFamily="34" charset="0"/>
              <a:ea typeface="Calibri" panose="020F0502020204030204" pitchFamily="34" charset="0"/>
              <a:cs typeface="Calibri" panose="020F0502020204030204" pitchFamily="34" charset="0"/>
            </a:endParaRPr>
          </a:p>
          <a:p>
            <a:pPr marL="514350" indent="-514350">
              <a:buAutoNum type="arabicPeriod"/>
            </a:pPr>
            <a:endParaRPr lang="en-US" sz="1600">
              <a:latin typeface="Calibri" panose="020F0502020204030204" pitchFamily="34" charset="0"/>
              <a:ea typeface="Calibri" panose="020F0502020204030204" pitchFamily="34" charset="0"/>
              <a:cs typeface="Calibri" panose="020F0502020204030204" pitchFamily="34" charset="0"/>
            </a:endParaRPr>
          </a:p>
          <a:p>
            <a:pPr marL="514350" indent="-514350">
              <a:buAutoNum type="arabicPeriod"/>
            </a:pPr>
            <a:endParaRPr lang="en-US" sz="1600">
              <a:latin typeface="Calibri" panose="020F0502020204030204" pitchFamily="34" charset="0"/>
              <a:ea typeface="Calibri" panose="020F0502020204030204" pitchFamily="34" charset="0"/>
              <a:cs typeface="Calibri" panose="020F0502020204030204" pitchFamily="34" charset="0"/>
            </a:endParaRPr>
          </a:p>
          <a:p>
            <a:pPr marL="514350" indent="-514350">
              <a:buAutoNum type="arabicPeriod"/>
            </a:pPr>
            <a:endParaRPr lang="en-US" sz="16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32512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0C69C-3E9E-4E80-57EC-F4A79B018C1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01D1C83-B431-A228-78E0-9A8E32DD1273}"/>
              </a:ext>
            </a:extLst>
          </p:cNvPr>
          <p:cNvPicPr>
            <a:picLocks noChangeAspect="1"/>
          </p:cNvPicPr>
          <p:nvPr/>
        </p:nvPicPr>
        <p:blipFill>
          <a:blip r:embed="rId2"/>
          <a:stretch>
            <a:fillRect/>
          </a:stretch>
        </p:blipFill>
        <p:spPr>
          <a:xfrm>
            <a:off x="299639" y="633730"/>
            <a:ext cx="11356535" cy="5897090"/>
          </a:xfrm>
          <a:prstGeom prst="rect">
            <a:avLst/>
          </a:prstGeom>
        </p:spPr>
      </p:pic>
      <p:sp>
        <p:nvSpPr>
          <p:cNvPr id="24" name="Title 23">
            <a:extLst>
              <a:ext uri="{FF2B5EF4-FFF2-40B4-BE49-F238E27FC236}">
                <a16:creationId xmlns:a16="http://schemas.microsoft.com/office/drawing/2014/main" id="{60805C14-87A2-1FD6-734F-289E69EC1E16}"/>
              </a:ext>
            </a:extLst>
          </p:cNvPr>
          <p:cNvSpPr>
            <a:spLocks noGrp="1"/>
          </p:cNvSpPr>
          <p:nvPr>
            <p:ph type="title"/>
          </p:nvPr>
        </p:nvSpPr>
        <p:spPr/>
        <p:txBody>
          <a:bodyPr/>
          <a:lstStyle/>
          <a:p>
            <a:r>
              <a:rPr lang="en-US" sz="2000"/>
              <a:t>Screen – Usage Credits (User)</a:t>
            </a:r>
          </a:p>
        </p:txBody>
      </p:sp>
      <p:sp>
        <p:nvSpPr>
          <p:cNvPr id="26" name="Oval 25">
            <a:extLst>
              <a:ext uri="{FF2B5EF4-FFF2-40B4-BE49-F238E27FC236}">
                <a16:creationId xmlns:a16="http://schemas.microsoft.com/office/drawing/2014/main" id="{8F4A2819-B94F-42E9-3E7C-074351463A4A}"/>
              </a:ext>
            </a:extLst>
          </p:cNvPr>
          <p:cNvSpPr/>
          <p:nvPr/>
        </p:nvSpPr>
        <p:spPr>
          <a:xfrm>
            <a:off x="391114" y="849467"/>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27" name="Oval 26">
            <a:extLst>
              <a:ext uri="{FF2B5EF4-FFF2-40B4-BE49-F238E27FC236}">
                <a16:creationId xmlns:a16="http://schemas.microsoft.com/office/drawing/2014/main" id="{0FE76270-647C-3F8B-C299-5F8D1479ED5A}"/>
              </a:ext>
            </a:extLst>
          </p:cNvPr>
          <p:cNvSpPr/>
          <p:nvPr/>
        </p:nvSpPr>
        <p:spPr>
          <a:xfrm>
            <a:off x="402502" y="1451612"/>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28" name="Oval 27">
            <a:extLst>
              <a:ext uri="{FF2B5EF4-FFF2-40B4-BE49-F238E27FC236}">
                <a16:creationId xmlns:a16="http://schemas.microsoft.com/office/drawing/2014/main" id="{5A2A8E6C-5103-E9B5-69BD-2626230E26B3}"/>
              </a:ext>
            </a:extLst>
          </p:cNvPr>
          <p:cNvSpPr/>
          <p:nvPr/>
        </p:nvSpPr>
        <p:spPr>
          <a:xfrm>
            <a:off x="411631" y="2971423"/>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29" name="Oval 28">
            <a:extLst>
              <a:ext uri="{FF2B5EF4-FFF2-40B4-BE49-F238E27FC236}">
                <a16:creationId xmlns:a16="http://schemas.microsoft.com/office/drawing/2014/main" id="{5FCC6894-6410-469E-74D7-9FEE3593AE78}"/>
              </a:ext>
            </a:extLst>
          </p:cNvPr>
          <p:cNvSpPr/>
          <p:nvPr/>
        </p:nvSpPr>
        <p:spPr>
          <a:xfrm>
            <a:off x="556343" y="3615332"/>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
        <p:nvSpPr>
          <p:cNvPr id="30" name="Oval 29">
            <a:extLst>
              <a:ext uri="{FF2B5EF4-FFF2-40B4-BE49-F238E27FC236}">
                <a16:creationId xmlns:a16="http://schemas.microsoft.com/office/drawing/2014/main" id="{62C1FDF6-1347-0BDF-9AAC-83F2453DC41B}"/>
              </a:ext>
            </a:extLst>
          </p:cNvPr>
          <p:cNvSpPr/>
          <p:nvPr/>
        </p:nvSpPr>
        <p:spPr>
          <a:xfrm>
            <a:off x="6431918" y="1869669"/>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31" name="Oval 30">
            <a:extLst>
              <a:ext uri="{FF2B5EF4-FFF2-40B4-BE49-F238E27FC236}">
                <a16:creationId xmlns:a16="http://schemas.microsoft.com/office/drawing/2014/main" id="{CB85D4EF-18C6-BDF6-19D8-D852123E7AA2}"/>
              </a:ext>
            </a:extLst>
          </p:cNvPr>
          <p:cNvSpPr/>
          <p:nvPr/>
        </p:nvSpPr>
        <p:spPr>
          <a:xfrm>
            <a:off x="10482826" y="2550331"/>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6</a:t>
            </a:r>
          </a:p>
        </p:txBody>
      </p:sp>
    </p:spTree>
    <p:extLst>
      <p:ext uri="{BB962C8B-B14F-4D97-AF65-F5344CB8AC3E}">
        <p14:creationId xmlns:p14="http://schemas.microsoft.com/office/powerpoint/2010/main" val="33407349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6915B-E9F5-7D9E-832C-D6FDB38624D7}"/>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5D70FD3-DD89-3017-1AFE-661B1F78AE59}"/>
              </a:ext>
            </a:extLst>
          </p:cNvPr>
          <p:cNvSpPr>
            <a:spLocks noGrp="1"/>
          </p:cNvSpPr>
          <p:nvPr>
            <p:ph idx="1"/>
          </p:nvPr>
        </p:nvSpPr>
        <p:spPr>
          <a:xfrm>
            <a:off x="838200" y="612441"/>
            <a:ext cx="10515600" cy="5564522"/>
          </a:xfrm>
        </p:spPr>
        <p:txBody>
          <a:bodyPr vert="horz" lIns="91440" tIns="45720" rIns="91440" bIns="45720" rtlCol="0" anchor="t">
            <a:normAutofit/>
          </a:bodyPr>
          <a:lstStyle/>
          <a:p>
            <a:pPr marL="514350" indent="-514350">
              <a:buClr>
                <a:schemeClr val="tx1"/>
              </a:buClr>
              <a:buAutoNum type="arabicPeriod" startAt="1"/>
            </a:pPr>
            <a:r>
              <a:rPr lang="en-US" sz="1600">
                <a:highlight>
                  <a:srgbClr val="FFFF00"/>
                </a:highlight>
                <a:latin typeface="Calibri"/>
                <a:ea typeface="Calibri"/>
                <a:cs typeface="Calibri"/>
              </a:rPr>
              <a:t>Page Heading should use </a:t>
            </a:r>
            <a:r>
              <a:rPr lang="en-US" sz="1600" err="1">
                <a:highlight>
                  <a:srgbClr val="FFFF00"/>
                </a:highlight>
                <a:latin typeface="Calibri"/>
                <a:ea typeface="Calibri"/>
                <a:cs typeface="Calibri"/>
              </a:rPr>
              <a:t>Houschka</a:t>
            </a:r>
            <a:r>
              <a:rPr lang="en-US" sz="1600">
                <a:highlight>
                  <a:srgbClr val="FFFF00"/>
                </a:highlight>
                <a:latin typeface="Calibri"/>
                <a:ea typeface="Calibri"/>
                <a:cs typeface="Calibri"/>
              </a:rPr>
              <a:t> Rounded Alt, </a:t>
            </a:r>
            <a:r>
              <a:rPr lang="en-US">
                <a:highlight>
                  <a:srgbClr val="FFFF00"/>
                </a:highlight>
                <a:latin typeface="Calibri"/>
                <a:ea typeface="Calibri"/>
                <a:cs typeface="Calibri"/>
              </a:rPr>
              <a:t>24 </a:t>
            </a:r>
            <a:r>
              <a:rPr lang="en-US" sz="1600" err="1">
                <a:highlight>
                  <a:srgbClr val="FFFF00"/>
                </a:highlight>
                <a:latin typeface="Calibri"/>
                <a:ea typeface="Calibri"/>
                <a:cs typeface="Calibri"/>
              </a:rPr>
              <a:t>px</a:t>
            </a:r>
            <a:r>
              <a:rPr lang="en-US" sz="1600">
                <a:highlight>
                  <a:srgbClr val="FFFF00"/>
                </a:highlight>
                <a:latin typeface="Calibri"/>
                <a:ea typeface="Calibri"/>
                <a:cs typeface="Calibri"/>
              </a:rPr>
              <a:t> and Page Subtitle should use Calibri, </a:t>
            </a:r>
            <a:r>
              <a:rPr lang="en-US">
                <a:highlight>
                  <a:srgbClr val="FFFF00"/>
                </a:highlight>
                <a:latin typeface="Calibri"/>
                <a:ea typeface="Calibri"/>
                <a:cs typeface="Calibri"/>
              </a:rPr>
              <a:t>16 </a:t>
            </a:r>
            <a:r>
              <a:rPr lang="en-US" sz="1600" err="1">
                <a:highlight>
                  <a:srgbClr val="FFFF00"/>
                </a:highlight>
                <a:latin typeface="Calibri"/>
                <a:ea typeface="Calibri"/>
                <a:cs typeface="Calibri"/>
              </a:rPr>
              <a:t>px</a:t>
            </a:r>
            <a:r>
              <a:rPr lang="en-US" sz="1600">
                <a:highlight>
                  <a:srgbClr val="FFFF00"/>
                </a:highlight>
                <a:latin typeface="Calibri"/>
                <a:ea typeface="Calibri"/>
                <a:cs typeface="Calibri"/>
              </a:rPr>
              <a:t> as per the approved </a:t>
            </a:r>
            <a:r>
              <a:rPr lang="en-US" sz="1600" err="1">
                <a:highlight>
                  <a:srgbClr val="FFFF00"/>
                </a:highlight>
                <a:latin typeface="Calibri"/>
                <a:ea typeface="Calibri"/>
                <a:cs typeface="Calibri"/>
              </a:rPr>
              <a:t>design</a:t>
            </a:r>
            <a:r>
              <a:rPr lang="en-US" sz="1600">
                <a:highlight>
                  <a:srgbClr val="FFFF00"/>
                </a:highlight>
                <a:latin typeface="Calibri"/>
                <a:ea typeface="Calibri"/>
                <a:cs typeface="Calibri"/>
              </a:rPr>
              <a:t>.</a:t>
            </a:r>
          </a:p>
          <a:p>
            <a:pPr marL="514350" lvl="1" indent="0">
              <a:buNone/>
            </a:pPr>
            <a:r>
              <a:rPr lang="en-US" sz="1400" b="1">
                <a:solidFill>
                  <a:srgbClr val="7030A0"/>
                </a:solidFill>
                <a:latin typeface="Calibri"/>
              </a:rPr>
              <a:t>Deviation: </a:t>
            </a:r>
            <a:r>
              <a:rPr lang="en-US" sz="1400" i="1">
                <a:solidFill>
                  <a:srgbClr val="3F3F3F"/>
                </a:solidFill>
                <a:latin typeface="Calibri"/>
              </a:rPr>
              <a:t>Subtitle kept at Calibri 20 px to match every other portal screen (Overview, Projects, Credits Requests, User Management and Extension Management all specify 20 px). Confirm if Usage Credits should differ.</a:t>
            </a:r>
          </a:p>
          <a:p>
            <a:pPr marL="514350" indent="-514350">
              <a:buClr>
                <a:schemeClr val="tx1"/>
              </a:buClr>
              <a:buAutoNum type="arabicPeriod" startAt="2"/>
            </a:pPr>
            <a:r>
              <a:rPr lang="en-US" sz="1600">
                <a:latin typeface="Calibri"/>
                <a:ea typeface="Calibri"/>
                <a:cs typeface="Calibri"/>
              </a:rPr>
              <a:t>KPI cards should match the proposed design for dimensions, padding, corner radius, icon container styling, and </a:t>
            </a:r>
            <a:r>
              <a:rPr lang="en-US" sz="1600" err="1">
                <a:latin typeface="Calibri"/>
                <a:ea typeface="Calibri"/>
                <a:cs typeface="Calibri"/>
              </a:rPr>
              <a:t>typography</a:t>
            </a:r>
            <a:r>
              <a:rPr lang="en-US" sz="1600">
                <a:latin typeface="Calibri"/>
                <a:ea typeface="Calibri"/>
                <a:cs typeface="Calibri"/>
              </a:rPr>
              <a:t>.</a:t>
            </a:r>
          </a:p>
          <a:p>
            <a:pPr marL="514350" indent="-514350">
              <a:buClr>
                <a:schemeClr val="tx1"/>
              </a:buClr>
              <a:buAutoNum type="arabicPeriod" startAt="3"/>
            </a:pPr>
            <a:r>
              <a:rPr lang="en-US" sz="1600">
                <a:highlight>
                  <a:srgbClr val="FFFF00"/>
                </a:highlight>
                <a:latin typeface="Calibri"/>
                <a:ea typeface="Calibri"/>
                <a:cs typeface="Calibri"/>
              </a:rPr>
              <a:t>The Request More Usage Credits panel should follow the approved design for form field styling</a:t>
            </a:r>
            <a:r>
              <a:rPr lang="en-US">
                <a:highlight>
                  <a:srgbClr val="FFFF00"/>
                </a:highlight>
                <a:latin typeface="Calibri"/>
                <a:ea typeface="Calibri"/>
                <a:cs typeface="Calibri"/>
              </a:rPr>
              <a:t> Houschka Rounded Alt 20 </a:t>
            </a:r>
            <a:r>
              <a:rPr lang="en-US" err="1">
                <a:highlight>
                  <a:srgbClr val="FFFF00"/>
                </a:highlight>
                <a:latin typeface="Calibri"/>
                <a:ea typeface="Calibri"/>
                <a:cs typeface="Calibri"/>
              </a:rPr>
              <a:t>px</a:t>
            </a:r>
            <a:r>
              <a:rPr lang="en-US" sz="1600">
                <a:highlight>
                  <a:srgbClr val="FFFF00"/>
                </a:highlight>
                <a:latin typeface="Calibri"/>
                <a:ea typeface="Calibri"/>
                <a:cs typeface="Calibri"/>
              </a:rPr>
              <a:t>, spacing, padding, and overall </a:t>
            </a:r>
            <a:r>
              <a:rPr lang="en-US" sz="1600" err="1">
                <a:highlight>
                  <a:srgbClr val="FFFF00"/>
                </a:highlight>
                <a:latin typeface="Calibri"/>
                <a:ea typeface="Calibri"/>
                <a:cs typeface="Calibri"/>
              </a:rPr>
              <a:t>layout</a:t>
            </a:r>
            <a:r>
              <a:rPr lang="en-US" sz="1600">
                <a:highlight>
                  <a:srgbClr val="FFFF00"/>
                </a:highlight>
                <a:latin typeface="Calibri"/>
                <a:ea typeface="Calibri"/>
                <a:cs typeface="Calibri"/>
              </a:rPr>
              <a:t>.</a:t>
            </a:r>
          </a:p>
          <a:p>
            <a:pPr marL="514350" lvl="1" indent="0">
              <a:buNone/>
            </a:pPr>
            <a:r>
              <a:rPr lang="en-US" sz="1400" b="1">
                <a:solidFill>
                  <a:srgbClr val="7030A0"/>
                </a:solidFill>
                <a:latin typeface="Calibri"/>
              </a:rPr>
              <a:t>Deviation: </a:t>
            </a:r>
            <a:r>
              <a:rPr lang="en-US" sz="1400" i="1">
                <a:solidFill>
                  <a:srgbClr val="3F3F3F"/>
                </a:solidFill>
                <a:latin typeface="Calibri"/>
              </a:rPr>
              <a:t>Form fields use Calibri 20 px, matching the Request more budget modal spec; Houschka is used for headings and CTAs only. Please confirm.</a:t>
            </a:r>
          </a:p>
          <a:p>
            <a:pPr marL="514350" indent="-514350">
              <a:buClr>
                <a:schemeClr val="tx1"/>
              </a:buClr>
              <a:buAutoNum type="arabicPeriod" startAt="4"/>
            </a:pPr>
            <a:r>
              <a:rPr lang="en-US" sz="1600">
                <a:latin typeface="Calibri"/>
                <a:ea typeface="Calibri"/>
                <a:cs typeface="Calibri"/>
              </a:rPr>
              <a:t>Form labels and supporting text should use the approved typography specifications from the design </a:t>
            </a:r>
            <a:r>
              <a:rPr lang="en-US" sz="1600" err="1">
                <a:latin typeface="Calibri"/>
                <a:ea typeface="Calibri"/>
                <a:cs typeface="Calibri"/>
              </a:rPr>
              <a:t>system</a:t>
            </a:r>
            <a:r>
              <a:rPr lang="en-US" sz="1600">
                <a:latin typeface="Calibri"/>
                <a:ea typeface="Calibri"/>
                <a:cs typeface="Calibri"/>
              </a:rPr>
              <a:t>.</a:t>
            </a:r>
          </a:p>
          <a:p>
            <a:pPr marL="514350" indent="-514350">
              <a:buClr>
                <a:schemeClr val="tx1"/>
              </a:buClr>
              <a:buAutoNum type="arabicPeriod" startAt="5"/>
            </a:pPr>
            <a:r>
              <a:rPr lang="en-US" sz="1600">
                <a:latin typeface="Calibri"/>
                <a:ea typeface="Calibri"/>
                <a:cs typeface="Calibri"/>
              </a:rPr>
              <a:t>Update the table to follow the proposed design for column spacing, row height, content padding, and visual </a:t>
            </a:r>
            <a:r>
              <a:rPr lang="en-US" sz="1600" err="1">
                <a:latin typeface="Calibri"/>
                <a:ea typeface="Calibri"/>
                <a:cs typeface="Calibri"/>
              </a:rPr>
              <a:t>hierarchy</a:t>
            </a:r>
            <a:r>
              <a:rPr lang="en-US" sz="1600">
                <a:latin typeface="Calibri"/>
                <a:ea typeface="Calibri"/>
                <a:cs typeface="Calibri"/>
              </a:rPr>
              <a:t>.</a:t>
            </a:r>
          </a:p>
          <a:p>
            <a:pPr marL="514350" indent="-514350">
              <a:buClr>
                <a:schemeClr val="tx1"/>
              </a:buClr>
              <a:buAutoNum type="arabicPeriod" startAt="6"/>
            </a:pPr>
            <a:r>
              <a:rPr lang="en-US" sz="1600">
                <a:latin typeface="Calibri"/>
                <a:ea typeface="Calibri"/>
                <a:cs typeface="Calibri"/>
              </a:rPr>
              <a:t>Status chips should match the approved design for color, size, typography, padding, and corner radius.</a:t>
            </a:r>
          </a:p>
        </p:txBody>
      </p:sp>
    </p:spTree>
    <p:extLst>
      <p:ext uri="{BB962C8B-B14F-4D97-AF65-F5344CB8AC3E}">
        <p14:creationId xmlns:p14="http://schemas.microsoft.com/office/powerpoint/2010/main" val="2310180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8A8CA-58EC-C1A2-704A-0C20B0D0188A}"/>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5D600EFC-A1DD-20C1-32AC-53A2190799F7}"/>
              </a:ext>
            </a:extLst>
          </p:cNvPr>
          <p:cNvSpPr>
            <a:spLocks noGrp="1"/>
          </p:cNvSpPr>
          <p:nvPr>
            <p:ph type="title"/>
          </p:nvPr>
        </p:nvSpPr>
        <p:spPr/>
        <p:txBody>
          <a:bodyPr/>
          <a:lstStyle/>
          <a:p>
            <a:r>
              <a:rPr lang="en-US" sz="2000"/>
              <a:t>Screen – Notifications (Admin)</a:t>
            </a:r>
          </a:p>
        </p:txBody>
      </p:sp>
      <p:sp>
        <p:nvSpPr>
          <p:cNvPr id="2" name="TextBox 1">
            <a:extLst>
              <a:ext uri="{FF2B5EF4-FFF2-40B4-BE49-F238E27FC236}">
                <a16:creationId xmlns:a16="http://schemas.microsoft.com/office/drawing/2014/main" id="{05E455E0-6D7A-3CCB-245E-A4DE36BF41C7}"/>
              </a:ext>
            </a:extLst>
          </p:cNvPr>
          <p:cNvSpPr txBox="1"/>
          <p:nvPr/>
        </p:nvSpPr>
        <p:spPr>
          <a:xfrm>
            <a:off x="269408" y="4408643"/>
            <a:ext cx="11165507" cy="2057400"/>
          </a:xfrm>
          <a:prstGeom prst="rect">
            <a:avLst/>
          </a:prstGeom>
          <a:noFill/>
        </p:spPr>
        <p:txBody>
          <a:bodyPr wrap="square" lIns="0" tIns="0" rIns="0" bIns="0" rtlCol="0" anchor="t" anchorCtr="0">
            <a:noAutofit/>
          </a:bodyPr>
          <a:lstStyle/>
          <a:p>
            <a:pPr marL="342900" indent="-342900">
              <a:buFont typeface="+mj-lt"/>
              <a:buAutoNum type="arabicPeriod"/>
            </a:pPr>
            <a:r>
              <a:rPr lang="en-US" sz="1600"/>
              <a:t>Highlight the Notifications icon when the Notifications panel is active.</a:t>
            </a:r>
          </a:p>
          <a:p>
            <a:pPr marL="342900" indent="-342900">
              <a:buFont typeface="+mj-lt"/>
              <a:buAutoNum type="arabicPeriod"/>
            </a:pPr>
            <a:r>
              <a:rPr lang="en-US" sz="1600"/>
              <a:t>Follow the approved notification card design pattern, including card height, padding, spacing, and corner radius.</a:t>
            </a:r>
          </a:p>
          <a:p>
            <a:pPr marL="342900" indent="-342900">
              <a:buFont typeface="+mj-lt"/>
              <a:buAutoNum type="arabicPeriod"/>
            </a:pPr>
            <a:r>
              <a:rPr lang="en-US" sz="1600"/>
              <a:t>Notification heading should use </a:t>
            </a:r>
            <a:r>
              <a:rPr lang="en-US" sz="1600" err="1"/>
              <a:t>Houschka</a:t>
            </a:r>
            <a:r>
              <a:rPr lang="en-US" sz="1600"/>
              <a:t> Rounded Alt, 18 </a:t>
            </a:r>
            <a:r>
              <a:rPr lang="en-US" sz="1600" err="1"/>
              <a:t>px</a:t>
            </a:r>
            <a:r>
              <a:rPr lang="en-US" sz="1600"/>
              <a:t> as per the approved design.</a:t>
            </a:r>
          </a:p>
          <a:p>
            <a:pPr marL="342900" indent="-342900">
              <a:buFont typeface="+mj-lt"/>
              <a:buAutoNum type="arabicPeriod"/>
            </a:pPr>
            <a:r>
              <a:rPr lang="en-US" sz="1600"/>
              <a:t>Notification details heading text should use Calibri, 16 </a:t>
            </a:r>
            <a:r>
              <a:rPr lang="en-US" sz="1600" err="1"/>
              <a:t>px</a:t>
            </a:r>
            <a:r>
              <a:rPr lang="en-US" sz="1600"/>
              <a:t> followed by subtext Calibri, 14 </a:t>
            </a:r>
            <a:r>
              <a:rPr lang="en-US" sz="1600" err="1"/>
              <a:t>px</a:t>
            </a:r>
            <a:endParaRPr lang="en-US" sz="1600"/>
          </a:p>
          <a:p>
            <a:pPr marL="342900" indent="-342900">
              <a:buFont typeface="+mj-lt"/>
              <a:buAutoNum type="arabicPeriod"/>
            </a:pPr>
            <a:r>
              <a:rPr lang="en-US" sz="1600"/>
              <a:t>Update notification icons to match the approved design-system iconography and icon container styling.</a:t>
            </a:r>
          </a:p>
        </p:txBody>
      </p:sp>
      <p:sp>
        <p:nvSpPr>
          <p:cNvPr id="4" name="TextBox 3">
            <a:extLst>
              <a:ext uri="{FF2B5EF4-FFF2-40B4-BE49-F238E27FC236}">
                <a16:creationId xmlns:a16="http://schemas.microsoft.com/office/drawing/2014/main" id="{BC2ED2D0-D322-9D67-5E9D-280197613D6B}"/>
              </a:ext>
            </a:extLst>
          </p:cNvPr>
          <p:cNvSpPr txBox="1"/>
          <p:nvPr/>
        </p:nvSpPr>
        <p:spPr>
          <a:xfrm>
            <a:off x="2227005" y="512572"/>
            <a:ext cx="1769807" cy="207708"/>
          </a:xfrm>
          <a:prstGeom prst="rect">
            <a:avLst/>
          </a:prstGeom>
          <a:noFill/>
        </p:spPr>
        <p:txBody>
          <a:bodyPr wrap="none" lIns="0" tIns="0" rIns="0" bIns="0" rtlCol="0" anchor="ctr" anchorCtr="0">
            <a:noAutofit/>
          </a:bodyPr>
          <a:lstStyle/>
          <a:p>
            <a:pPr algn="ctr"/>
            <a:r>
              <a:rPr lang="en-US" sz="1200">
                <a:solidFill>
                  <a:schemeClr val="tx1"/>
                </a:solidFill>
              </a:rPr>
              <a:t>Developed Screen</a:t>
            </a:r>
          </a:p>
        </p:txBody>
      </p:sp>
      <p:sp>
        <p:nvSpPr>
          <p:cNvPr id="5" name="TextBox 4">
            <a:extLst>
              <a:ext uri="{FF2B5EF4-FFF2-40B4-BE49-F238E27FC236}">
                <a16:creationId xmlns:a16="http://schemas.microsoft.com/office/drawing/2014/main" id="{E2A6653D-9D2E-6B16-9002-5E4975E2049B}"/>
              </a:ext>
            </a:extLst>
          </p:cNvPr>
          <p:cNvSpPr txBox="1"/>
          <p:nvPr/>
        </p:nvSpPr>
        <p:spPr>
          <a:xfrm>
            <a:off x="8284703" y="512572"/>
            <a:ext cx="1769807" cy="207708"/>
          </a:xfrm>
          <a:prstGeom prst="rect">
            <a:avLst/>
          </a:prstGeom>
          <a:noFill/>
        </p:spPr>
        <p:txBody>
          <a:bodyPr wrap="none" lIns="0" tIns="0" rIns="0" bIns="0" rtlCol="0" anchor="ctr" anchorCtr="0">
            <a:noAutofit/>
          </a:bodyPr>
          <a:lstStyle/>
          <a:p>
            <a:pPr algn="ctr"/>
            <a:r>
              <a:rPr lang="en-US" sz="1200">
                <a:solidFill>
                  <a:srgbClr val="00B050"/>
                </a:solidFill>
              </a:rPr>
              <a:t>Proposed Design</a:t>
            </a:r>
          </a:p>
        </p:txBody>
      </p:sp>
      <p:pic>
        <p:nvPicPr>
          <p:cNvPr id="6" name="Picture 5">
            <a:extLst>
              <a:ext uri="{FF2B5EF4-FFF2-40B4-BE49-F238E27FC236}">
                <a16:creationId xmlns:a16="http://schemas.microsoft.com/office/drawing/2014/main" id="{BC38ADBF-7E24-046F-F175-8EE96F95AF81}"/>
              </a:ext>
            </a:extLst>
          </p:cNvPr>
          <p:cNvPicPr>
            <a:picLocks noChangeAspect="1"/>
          </p:cNvPicPr>
          <p:nvPr/>
        </p:nvPicPr>
        <p:blipFill>
          <a:blip r:embed="rId2"/>
          <a:stretch>
            <a:fillRect/>
          </a:stretch>
        </p:blipFill>
        <p:spPr>
          <a:xfrm>
            <a:off x="1221181" y="881257"/>
            <a:ext cx="3844390" cy="2668832"/>
          </a:xfrm>
          <a:prstGeom prst="rect">
            <a:avLst/>
          </a:prstGeom>
        </p:spPr>
      </p:pic>
      <p:pic>
        <p:nvPicPr>
          <p:cNvPr id="9" name="Picture 8">
            <a:extLst>
              <a:ext uri="{FF2B5EF4-FFF2-40B4-BE49-F238E27FC236}">
                <a16:creationId xmlns:a16="http://schemas.microsoft.com/office/drawing/2014/main" id="{8CCDBC9C-8297-EB96-D51D-85B596E2F003}"/>
              </a:ext>
            </a:extLst>
          </p:cNvPr>
          <p:cNvPicPr>
            <a:picLocks noChangeAspect="1"/>
          </p:cNvPicPr>
          <p:nvPr/>
        </p:nvPicPr>
        <p:blipFill>
          <a:blip r:embed="rId3"/>
          <a:stretch>
            <a:fillRect/>
          </a:stretch>
        </p:blipFill>
        <p:spPr>
          <a:xfrm>
            <a:off x="7964663" y="881257"/>
            <a:ext cx="2420293" cy="3426045"/>
          </a:xfrm>
          <a:prstGeom prst="rect">
            <a:avLst/>
          </a:prstGeom>
        </p:spPr>
      </p:pic>
      <p:sp>
        <p:nvSpPr>
          <p:cNvPr id="25" name="Oval 24">
            <a:extLst>
              <a:ext uri="{FF2B5EF4-FFF2-40B4-BE49-F238E27FC236}">
                <a16:creationId xmlns:a16="http://schemas.microsoft.com/office/drawing/2014/main" id="{B06E7957-E842-D008-6217-F40F684C4662}"/>
              </a:ext>
            </a:extLst>
          </p:cNvPr>
          <p:cNvSpPr/>
          <p:nvPr/>
        </p:nvSpPr>
        <p:spPr>
          <a:xfrm>
            <a:off x="4259954" y="940893"/>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26" name="Oval 25">
            <a:extLst>
              <a:ext uri="{FF2B5EF4-FFF2-40B4-BE49-F238E27FC236}">
                <a16:creationId xmlns:a16="http://schemas.microsoft.com/office/drawing/2014/main" id="{430B2861-0B94-729E-8F64-25ACA3629E7E}"/>
              </a:ext>
            </a:extLst>
          </p:cNvPr>
          <p:cNvSpPr/>
          <p:nvPr/>
        </p:nvSpPr>
        <p:spPr>
          <a:xfrm>
            <a:off x="1278469" y="1339921"/>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27" name="Oval 26">
            <a:extLst>
              <a:ext uri="{FF2B5EF4-FFF2-40B4-BE49-F238E27FC236}">
                <a16:creationId xmlns:a16="http://schemas.microsoft.com/office/drawing/2014/main" id="{D48A2720-57DA-2899-8D69-14DDD2960012}"/>
              </a:ext>
            </a:extLst>
          </p:cNvPr>
          <p:cNvSpPr/>
          <p:nvPr/>
        </p:nvSpPr>
        <p:spPr>
          <a:xfrm>
            <a:off x="2882596" y="1629216"/>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28" name="Oval 27">
            <a:extLst>
              <a:ext uri="{FF2B5EF4-FFF2-40B4-BE49-F238E27FC236}">
                <a16:creationId xmlns:a16="http://schemas.microsoft.com/office/drawing/2014/main" id="{B38B83E3-6EC0-D6E7-2202-33AED452BA8E}"/>
              </a:ext>
            </a:extLst>
          </p:cNvPr>
          <p:cNvSpPr/>
          <p:nvPr/>
        </p:nvSpPr>
        <p:spPr>
          <a:xfrm>
            <a:off x="1549626" y="2218997"/>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
        <p:nvSpPr>
          <p:cNvPr id="29" name="Oval 28">
            <a:extLst>
              <a:ext uri="{FF2B5EF4-FFF2-40B4-BE49-F238E27FC236}">
                <a16:creationId xmlns:a16="http://schemas.microsoft.com/office/drawing/2014/main" id="{F9A08BE2-AA99-6821-CB9A-E3DF8CCBC381}"/>
              </a:ext>
            </a:extLst>
          </p:cNvPr>
          <p:cNvSpPr/>
          <p:nvPr/>
        </p:nvSpPr>
        <p:spPr>
          <a:xfrm>
            <a:off x="4657557" y="1171181"/>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Tree>
    <p:extLst>
      <p:ext uri="{BB962C8B-B14F-4D97-AF65-F5344CB8AC3E}">
        <p14:creationId xmlns:p14="http://schemas.microsoft.com/office/powerpoint/2010/main" val="4280322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1A7E2-88FA-4AB3-0565-6413BDBA6D2C}"/>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50C8EEAB-A8AA-7C3B-3071-933C2FA268B5}"/>
              </a:ext>
            </a:extLst>
          </p:cNvPr>
          <p:cNvSpPr>
            <a:spLocks noGrp="1"/>
          </p:cNvSpPr>
          <p:nvPr>
            <p:ph type="title"/>
          </p:nvPr>
        </p:nvSpPr>
        <p:spPr/>
        <p:txBody>
          <a:bodyPr/>
          <a:lstStyle/>
          <a:p>
            <a:r>
              <a:rPr lang="en-US" sz="2000"/>
              <a:t>Screen – Profile (Admin)</a:t>
            </a:r>
          </a:p>
        </p:txBody>
      </p:sp>
      <p:sp>
        <p:nvSpPr>
          <p:cNvPr id="2" name="TextBox 1">
            <a:extLst>
              <a:ext uri="{FF2B5EF4-FFF2-40B4-BE49-F238E27FC236}">
                <a16:creationId xmlns:a16="http://schemas.microsoft.com/office/drawing/2014/main" id="{BF617BF0-78B6-5A25-2720-EC6D76292CC3}"/>
              </a:ext>
            </a:extLst>
          </p:cNvPr>
          <p:cNvSpPr txBox="1"/>
          <p:nvPr/>
        </p:nvSpPr>
        <p:spPr>
          <a:xfrm>
            <a:off x="269408" y="4408643"/>
            <a:ext cx="11165507" cy="1992157"/>
          </a:xfrm>
          <a:prstGeom prst="rect">
            <a:avLst/>
          </a:prstGeom>
          <a:noFill/>
        </p:spPr>
        <p:txBody>
          <a:bodyPr wrap="square" lIns="0" tIns="0" rIns="0" bIns="0" rtlCol="0" anchor="t" anchorCtr="0">
            <a:normAutofit fontScale="85000"/>
          </a:bodyPr>
          <a:lstStyle/>
          <a:p>
            <a:pPr marL="342900" indent="-342900">
              <a:buFont typeface="+mj-lt"/>
              <a:buAutoNum type="arabicPeriod" startAt="1"/>
            </a:pPr>
            <a:r>
              <a:rPr lang="en-US" sz="1600"/>
              <a:t>Highlight the Profile icon when the Profile panel is active.</a:t>
            </a:r>
          </a:p>
          <a:p>
            <a:pPr marL="342900" indent="-342900">
              <a:buFont typeface="+mj-lt"/>
              <a:buAutoNum type="arabicPeriod" startAt="2"/>
            </a:pPr>
            <a:r>
              <a:rPr lang="en-US" sz="1600">
                <a:highlight>
                  <a:srgbClr val="FFFF00"/>
                </a:highlight>
              </a:rPr>
              <a:t>Follow the approved profile menu structure and display only the proposed options shown in the design.</a:t>
            </a:r>
          </a:p>
          <a:p>
            <a:pPr marL="342900" lvl="1" indent="0">
              <a:buNone/>
            </a:pPr>
            <a:r>
              <a:rPr lang="en-US" sz="1400" b="1">
                <a:solidFill>
                  <a:srgbClr val="7030A0"/>
                </a:solidFill>
                <a:latin typeface="Calibri"/>
              </a:rPr>
              <a:t>Deviation: </a:t>
            </a:r>
            <a:r>
              <a:rPr lang="en-US" sz="1400" i="1">
                <a:solidFill>
                  <a:srgbClr val="3F3F3F"/>
                </a:solidFill>
                <a:latin typeface="Calibri"/>
              </a:rPr>
              <a:t>Product decision: every role (admin, manager, tester, developer) gets the same profile menu instead of a reduced admin menu.</a:t>
            </a:r>
          </a:p>
          <a:p>
            <a:pPr marL="342900" indent="-342900">
              <a:buFont typeface="+mj-lt"/>
              <a:buAutoNum type="arabicPeriod" startAt="3"/>
            </a:pPr>
            <a:r>
              <a:rPr lang="en-US" sz="1600"/>
              <a:t>Profile name should use </a:t>
            </a:r>
            <a:r>
              <a:rPr lang="en-US" sz="1600" err="1"/>
              <a:t>Houschka</a:t>
            </a:r>
            <a:r>
              <a:rPr lang="en-US" sz="1600"/>
              <a:t> Rounded Alt, 22 </a:t>
            </a:r>
            <a:r>
              <a:rPr lang="en-US" sz="1600" err="1"/>
              <a:t>px</a:t>
            </a:r>
            <a:r>
              <a:rPr lang="en-US" sz="1600"/>
              <a:t> and email/supporting information should use Calibri, 18 </a:t>
            </a:r>
            <a:r>
              <a:rPr lang="en-US" sz="1600" err="1"/>
              <a:t>px</a:t>
            </a:r>
            <a:r>
              <a:rPr lang="en-US" sz="1600"/>
              <a:t> as per the approved design.</a:t>
            </a:r>
          </a:p>
          <a:p>
            <a:pPr marL="342900" indent="-342900">
              <a:buFont typeface="+mj-lt"/>
              <a:buAutoNum type="arabicPeriod" startAt="4"/>
            </a:pPr>
            <a:r>
              <a:rPr lang="en-US" sz="1600"/>
              <a:t>Update the profile card to match the proposed design for width 338 </a:t>
            </a:r>
            <a:r>
              <a:rPr lang="en-US" sz="1600" err="1"/>
              <a:t>px</a:t>
            </a:r>
            <a:r>
              <a:rPr lang="en-US" sz="1600"/>
              <a:t>, height, padding, corner radius 20 </a:t>
            </a:r>
            <a:r>
              <a:rPr lang="en-US" sz="1600" err="1"/>
              <a:t>px</a:t>
            </a:r>
            <a:r>
              <a:rPr lang="en-US" sz="1600"/>
              <a:t>, and visual hierarchy.</a:t>
            </a:r>
          </a:p>
          <a:p>
            <a:pPr marL="342900" indent="-342900">
              <a:buFont typeface="+mj-lt"/>
              <a:buAutoNum type="arabicPeriod" startAt="5"/>
            </a:pPr>
            <a:r>
              <a:rPr lang="en-US" sz="1600">
                <a:highlight>
                  <a:srgbClr val="FFFF00"/>
                </a:highlight>
              </a:rPr>
              <a:t>Display only the proposed setting as per approved design.</a:t>
            </a:r>
          </a:p>
          <a:p>
            <a:pPr marL="342900" lvl="1" indent="0">
              <a:buNone/>
            </a:pPr>
            <a:r>
              <a:rPr lang="en-US" sz="1400" b="1">
                <a:solidFill>
                  <a:srgbClr val="7030A0"/>
                </a:solidFill>
                <a:latin typeface="Calibri"/>
              </a:rPr>
              <a:t>Deviation: </a:t>
            </a:r>
            <a:r>
              <a:rPr lang="en-US" sz="1400" i="1">
                <a:solidFill>
                  <a:srgbClr val="3F3F3F"/>
                </a:solidFill>
                <a:latin typeface="Calibri"/>
              </a:rPr>
              <a:t>Same decision: one menu for all roles. The admin-only License shortcut was removed; License stays in the sidebar.</a:t>
            </a:r>
          </a:p>
          <a:p>
            <a:pPr marL="342900" indent="-342900">
              <a:buFont typeface="+mj-lt"/>
              <a:buAutoNum type="arabicPeriod" startAt="6"/>
            </a:pPr>
            <a:r>
              <a:rPr lang="en-US" sz="1600"/>
              <a:t>Add sufficient spacing 64 </a:t>
            </a:r>
            <a:r>
              <a:rPr lang="en-US" sz="1600" err="1"/>
              <a:t>px</a:t>
            </a:r>
            <a:r>
              <a:rPr lang="en-US" sz="1600"/>
              <a:t> between Preferences and Log Out to clearly separate account settings from destructive actions.</a:t>
            </a:r>
          </a:p>
          <a:p>
            <a:pPr marL="342900" indent="-342900">
              <a:buFont typeface="+mj-lt"/>
              <a:buAutoNum type="arabicPeriod" startAt="7"/>
            </a:pPr>
            <a:r>
              <a:rPr lang="en-US" sz="1600"/>
              <a:t>Apply the approved Log Out button styling, including background treatment, padding, height, corner radius, and typography.</a:t>
            </a:r>
            <a:endParaRPr lang="en-US">
              <a:solidFill>
                <a:schemeClr val="tx1"/>
              </a:solidFill>
            </a:endParaRPr>
          </a:p>
        </p:txBody>
      </p:sp>
      <p:sp>
        <p:nvSpPr>
          <p:cNvPr id="4" name="TextBox 3">
            <a:extLst>
              <a:ext uri="{FF2B5EF4-FFF2-40B4-BE49-F238E27FC236}">
                <a16:creationId xmlns:a16="http://schemas.microsoft.com/office/drawing/2014/main" id="{F76D31ED-AB53-4973-BB94-2F997CD89170}"/>
              </a:ext>
            </a:extLst>
          </p:cNvPr>
          <p:cNvSpPr txBox="1"/>
          <p:nvPr/>
        </p:nvSpPr>
        <p:spPr>
          <a:xfrm>
            <a:off x="2227005" y="512572"/>
            <a:ext cx="1769807" cy="207708"/>
          </a:xfrm>
          <a:prstGeom prst="rect">
            <a:avLst/>
          </a:prstGeom>
          <a:noFill/>
        </p:spPr>
        <p:txBody>
          <a:bodyPr wrap="none" lIns="0" tIns="0" rIns="0" bIns="0" rtlCol="0" anchor="ctr" anchorCtr="0">
            <a:noAutofit/>
          </a:bodyPr>
          <a:lstStyle/>
          <a:p>
            <a:pPr algn="ctr"/>
            <a:r>
              <a:rPr lang="en-US" sz="1200">
                <a:solidFill>
                  <a:schemeClr val="tx1"/>
                </a:solidFill>
              </a:rPr>
              <a:t>Developed Screen</a:t>
            </a:r>
          </a:p>
        </p:txBody>
      </p:sp>
      <p:sp>
        <p:nvSpPr>
          <p:cNvPr id="5" name="TextBox 4">
            <a:extLst>
              <a:ext uri="{FF2B5EF4-FFF2-40B4-BE49-F238E27FC236}">
                <a16:creationId xmlns:a16="http://schemas.microsoft.com/office/drawing/2014/main" id="{1416A0EB-F725-331B-A024-B437CDD9A9D8}"/>
              </a:ext>
            </a:extLst>
          </p:cNvPr>
          <p:cNvSpPr txBox="1"/>
          <p:nvPr/>
        </p:nvSpPr>
        <p:spPr>
          <a:xfrm>
            <a:off x="8284703" y="512572"/>
            <a:ext cx="1769807" cy="207708"/>
          </a:xfrm>
          <a:prstGeom prst="rect">
            <a:avLst/>
          </a:prstGeom>
          <a:noFill/>
        </p:spPr>
        <p:txBody>
          <a:bodyPr wrap="none" lIns="0" tIns="0" rIns="0" bIns="0" rtlCol="0" anchor="ctr" anchorCtr="0">
            <a:noAutofit/>
          </a:bodyPr>
          <a:lstStyle/>
          <a:p>
            <a:pPr algn="ctr"/>
            <a:r>
              <a:rPr lang="en-US" sz="1200">
                <a:solidFill>
                  <a:srgbClr val="00B050"/>
                </a:solidFill>
              </a:rPr>
              <a:t>Proposed Design</a:t>
            </a:r>
          </a:p>
        </p:txBody>
      </p:sp>
      <p:pic>
        <p:nvPicPr>
          <p:cNvPr id="6" name="Picture 5">
            <a:extLst>
              <a:ext uri="{FF2B5EF4-FFF2-40B4-BE49-F238E27FC236}">
                <a16:creationId xmlns:a16="http://schemas.microsoft.com/office/drawing/2014/main" id="{A1AEC0A0-B027-4100-0920-FB1B362A191D}"/>
              </a:ext>
            </a:extLst>
          </p:cNvPr>
          <p:cNvPicPr>
            <a:picLocks noChangeAspect="1"/>
          </p:cNvPicPr>
          <p:nvPr/>
        </p:nvPicPr>
        <p:blipFill>
          <a:blip r:embed="rId2"/>
          <a:stretch>
            <a:fillRect/>
          </a:stretch>
        </p:blipFill>
        <p:spPr>
          <a:xfrm>
            <a:off x="2008357" y="881257"/>
            <a:ext cx="2207288" cy="3209605"/>
          </a:xfrm>
          <a:prstGeom prst="rect">
            <a:avLst/>
          </a:prstGeom>
        </p:spPr>
      </p:pic>
      <p:pic>
        <p:nvPicPr>
          <p:cNvPr id="9" name="Picture 8">
            <a:extLst>
              <a:ext uri="{FF2B5EF4-FFF2-40B4-BE49-F238E27FC236}">
                <a16:creationId xmlns:a16="http://schemas.microsoft.com/office/drawing/2014/main" id="{53425C3C-77D3-C4EB-E97C-5D1709A82693}"/>
              </a:ext>
            </a:extLst>
          </p:cNvPr>
          <p:cNvPicPr>
            <a:picLocks noChangeAspect="1"/>
          </p:cNvPicPr>
          <p:nvPr/>
        </p:nvPicPr>
        <p:blipFill>
          <a:blip r:embed="rId3"/>
          <a:stretch>
            <a:fillRect/>
          </a:stretch>
        </p:blipFill>
        <p:spPr>
          <a:xfrm>
            <a:off x="7778836" y="881421"/>
            <a:ext cx="2528008" cy="3061314"/>
          </a:xfrm>
          <a:prstGeom prst="rect">
            <a:avLst/>
          </a:prstGeom>
        </p:spPr>
      </p:pic>
      <p:sp>
        <p:nvSpPr>
          <p:cNvPr id="25" name="Oval 24">
            <a:extLst>
              <a:ext uri="{FF2B5EF4-FFF2-40B4-BE49-F238E27FC236}">
                <a16:creationId xmlns:a16="http://schemas.microsoft.com/office/drawing/2014/main" id="{B4BCDE50-9553-E153-3572-D1132480AD43}"/>
              </a:ext>
            </a:extLst>
          </p:cNvPr>
          <p:cNvSpPr/>
          <p:nvPr/>
        </p:nvSpPr>
        <p:spPr>
          <a:xfrm>
            <a:off x="3747847" y="705411"/>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26" name="Oval 25">
            <a:extLst>
              <a:ext uri="{FF2B5EF4-FFF2-40B4-BE49-F238E27FC236}">
                <a16:creationId xmlns:a16="http://schemas.microsoft.com/office/drawing/2014/main" id="{4A203038-8359-6B0B-169D-8C1F521421F2}"/>
              </a:ext>
            </a:extLst>
          </p:cNvPr>
          <p:cNvSpPr/>
          <p:nvPr/>
        </p:nvSpPr>
        <p:spPr>
          <a:xfrm>
            <a:off x="4070933" y="900795"/>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27" name="Oval 26">
            <a:extLst>
              <a:ext uri="{FF2B5EF4-FFF2-40B4-BE49-F238E27FC236}">
                <a16:creationId xmlns:a16="http://schemas.microsoft.com/office/drawing/2014/main" id="{EF4C6853-13B0-F0B5-F363-63E540597B55}"/>
              </a:ext>
            </a:extLst>
          </p:cNvPr>
          <p:cNvSpPr/>
          <p:nvPr/>
        </p:nvSpPr>
        <p:spPr>
          <a:xfrm>
            <a:off x="2587534" y="1178944"/>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28" name="Oval 27">
            <a:extLst>
              <a:ext uri="{FF2B5EF4-FFF2-40B4-BE49-F238E27FC236}">
                <a16:creationId xmlns:a16="http://schemas.microsoft.com/office/drawing/2014/main" id="{97DEEBD9-D570-0AA4-9AC5-220556645F65}"/>
              </a:ext>
            </a:extLst>
          </p:cNvPr>
          <p:cNvSpPr/>
          <p:nvPr/>
        </p:nvSpPr>
        <p:spPr>
          <a:xfrm>
            <a:off x="2082293" y="1492682"/>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
        <p:nvSpPr>
          <p:cNvPr id="29" name="Oval 28">
            <a:extLst>
              <a:ext uri="{FF2B5EF4-FFF2-40B4-BE49-F238E27FC236}">
                <a16:creationId xmlns:a16="http://schemas.microsoft.com/office/drawing/2014/main" id="{B507D5C7-E575-E58E-DE45-F3BAA94E04D8}"/>
              </a:ext>
            </a:extLst>
          </p:cNvPr>
          <p:cNvSpPr/>
          <p:nvPr/>
        </p:nvSpPr>
        <p:spPr>
          <a:xfrm>
            <a:off x="2082293" y="2332462"/>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30" name="Oval 29">
            <a:extLst>
              <a:ext uri="{FF2B5EF4-FFF2-40B4-BE49-F238E27FC236}">
                <a16:creationId xmlns:a16="http://schemas.microsoft.com/office/drawing/2014/main" id="{CCD2F52C-4ACF-D245-7F42-E55EC6E6C2D4}"/>
              </a:ext>
            </a:extLst>
          </p:cNvPr>
          <p:cNvSpPr/>
          <p:nvPr/>
        </p:nvSpPr>
        <p:spPr>
          <a:xfrm>
            <a:off x="3111908" y="3429000"/>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6</a:t>
            </a:r>
          </a:p>
        </p:txBody>
      </p:sp>
      <p:sp>
        <p:nvSpPr>
          <p:cNvPr id="31" name="Oval 30">
            <a:extLst>
              <a:ext uri="{FF2B5EF4-FFF2-40B4-BE49-F238E27FC236}">
                <a16:creationId xmlns:a16="http://schemas.microsoft.com/office/drawing/2014/main" id="{42711D72-FF90-B4A7-52A2-3D69C03310B8}"/>
              </a:ext>
            </a:extLst>
          </p:cNvPr>
          <p:cNvSpPr/>
          <p:nvPr/>
        </p:nvSpPr>
        <p:spPr>
          <a:xfrm>
            <a:off x="2442822" y="3568352"/>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7</a:t>
            </a:r>
          </a:p>
        </p:txBody>
      </p:sp>
    </p:spTree>
    <p:extLst>
      <p:ext uri="{BB962C8B-B14F-4D97-AF65-F5344CB8AC3E}">
        <p14:creationId xmlns:p14="http://schemas.microsoft.com/office/powerpoint/2010/main" val="932181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2E1D3-F13C-56A9-C3DC-4FC1218F9433}"/>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CD8C5FCE-BD1F-67F4-9311-74960F47B6AC}"/>
              </a:ext>
            </a:extLst>
          </p:cNvPr>
          <p:cNvSpPr>
            <a:spLocks noGrp="1"/>
          </p:cNvSpPr>
          <p:nvPr>
            <p:ph type="title"/>
          </p:nvPr>
        </p:nvSpPr>
        <p:spPr/>
        <p:txBody>
          <a:bodyPr/>
          <a:lstStyle/>
          <a:p>
            <a:r>
              <a:rPr lang="en-US" sz="2000"/>
              <a:t>Screen – Nav Tab (Admin)</a:t>
            </a:r>
          </a:p>
        </p:txBody>
      </p:sp>
      <p:sp>
        <p:nvSpPr>
          <p:cNvPr id="2" name="TextBox 1">
            <a:extLst>
              <a:ext uri="{FF2B5EF4-FFF2-40B4-BE49-F238E27FC236}">
                <a16:creationId xmlns:a16="http://schemas.microsoft.com/office/drawing/2014/main" id="{370DB0D4-4998-AC62-840D-0F1076206E7D}"/>
              </a:ext>
            </a:extLst>
          </p:cNvPr>
          <p:cNvSpPr txBox="1"/>
          <p:nvPr/>
        </p:nvSpPr>
        <p:spPr>
          <a:xfrm>
            <a:off x="269408" y="4408643"/>
            <a:ext cx="11165507" cy="1992157"/>
          </a:xfrm>
          <a:prstGeom prst="rect">
            <a:avLst/>
          </a:prstGeom>
          <a:noFill/>
        </p:spPr>
        <p:txBody>
          <a:bodyPr wrap="square" lIns="0" tIns="0" rIns="0" bIns="0" rtlCol="0" anchor="t" anchorCtr="0">
            <a:normAutofit/>
          </a:bodyPr>
          <a:lstStyle/>
          <a:p>
            <a:pPr marL="342900" indent="-342900">
              <a:buFont typeface="+mj-lt"/>
              <a:buAutoNum type="arabicPeriod" startAt="1"/>
            </a:pPr>
            <a:r>
              <a:rPr lang="en-US" sz="1600"/>
              <a:t>Apply the approved active-state styling for the selected navigation tab.</a:t>
            </a:r>
          </a:p>
          <a:p>
            <a:pPr marL="342900" indent="-342900">
              <a:buFont typeface="+mj-lt"/>
              <a:buAutoNum type="arabicPeriod" startAt="2"/>
            </a:pPr>
            <a:r>
              <a:rPr lang="en-US" sz="1600"/>
              <a:t>Replace the current navigation icons with the approved design-system icons.</a:t>
            </a:r>
          </a:p>
          <a:p>
            <a:pPr marL="342900" indent="-342900">
              <a:buFont typeface="+mj-lt"/>
              <a:buAutoNum type="arabicPeriod" startAt="3"/>
            </a:pPr>
            <a:r>
              <a:rPr lang="en-US" sz="1600">
                <a:highlight>
                  <a:srgbClr val="FFFF00"/>
                </a:highlight>
              </a:rPr>
              <a:t>Add the Password Resets tab as shown in the proposed design.</a:t>
            </a:r>
          </a:p>
          <a:p>
            <a:pPr marL="342900" lvl="1" indent="0">
              <a:buNone/>
            </a:pPr>
            <a:r>
              <a:rPr lang="en-US" sz="1400" b="1">
                <a:solidFill>
                  <a:srgbClr val="C00000"/>
                </a:solidFill>
                <a:latin typeface="Calibri"/>
              </a:rPr>
              <a:t>Not addressed: </a:t>
            </a:r>
            <a:r>
              <a:rPr lang="en-US" sz="1400" i="1">
                <a:solidFill>
                  <a:srgbClr val="3F3F3F"/>
                </a:solidFill>
                <a:latin typeface="Calibri"/>
              </a:rPr>
              <a:t>Password Resets needs the admin-approved reset workflow on the server, which is deferred (see the Forgot Password slide).</a:t>
            </a:r>
          </a:p>
          <a:p>
            <a:pPr marL="342900" indent="-342900">
              <a:buFont typeface="+mj-lt"/>
              <a:buAutoNum type="arabicPeriod" startAt="4"/>
            </a:pPr>
            <a:r>
              <a:rPr lang="en-US" sz="1600"/>
              <a:t>Navigation labels should use </a:t>
            </a:r>
            <a:r>
              <a:rPr lang="en-US" sz="1600" err="1"/>
              <a:t>Houschka</a:t>
            </a:r>
            <a:r>
              <a:rPr lang="en-US" sz="1600"/>
              <a:t> Rounded Alt, 20 </a:t>
            </a:r>
            <a:r>
              <a:rPr lang="en-US" sz="1600" err="1"/>
              <a:t>px</a:t>
            </a:r>
            <a:r>
              <a:rPr lang="en-US" sz="1600"/>
              <a:t> as per the approved design.</a:t>
            </a:r>
          </a:p>
          <a:p>
            <a:pPr marL="342900" indent="-342900">
              <a:buFont typeface="+mj-lt"/>
              <a:buAutoNum type="arabicPeriod" startAt="5"/>
            </a:pPr>
            <a:r>
              <a:rPr lang="en-US" sz="1600"/>
              <a:t>Review the purpose and placement of the newly introduced Testing Agent App and Test Runs tabs to ensure they align with the navigation hierarchy.</a:t>
            </a:r>
            <a:endParaRPr lang="en-US">
              <a:solidFill>
                <a:schemeClr val="tx1"/>
              </a:solidFill>
            </a:endParaRPr>
          </a:p>
        </p:txBody>
      </p:sp>
      <p:sp>
        <p:nvSpPr>
          <p:cNvPr id="4" name="TextBox 3">
            <a:extLst>
              <a:ext uri="{FF2B5EF4-FFF2-40B4-BE49-F238E27FC236}">
                <a16:creationId xmlns:a16="http://schemas.microsoft.com/office/drawing/2014/main" id="{99960763-5B85-6716-431D-3298250F5BD5}"/>
              </a:ext>
            </a:extLst>
          </p:cNvPr>
          <p:cNvSpPr txBox="1"/>
          <p:nvPr/>
        </p:nvSpPr>
        <p:spPr>
          <a:xfrm>
            <a:off x="2227005" y="512572"/>
            <a:ext cx="1769807" cy="207708"/>
          </a:xfrm>
          <a:prstGeom prst="rect">
            <a:avLst/>
          </a:prstGeom>
          <a:noFill/>
        </p:spPr>
        <p:txBody>
          <a:bodyPr wrap="none" lIns="0" tIns="0" rIns="0" bIns="0" rtlCol="0" anchor="ctr" anchorCtr="0">
            <a:noAutofit/>
          </a:bodyPr>
          <a:lstStyle/>
          <a:p>
            <a:pPr algn="ctr"/>
            <a:r>
              <a:rPr lang="en-US" sz="1200">
                <a:solidFill>
                  <a:schemeClr val="tx1"/>
                </a:solidFill>
              </a:rPr>
              <a:t>Developed Screen</a:t>
            </a:r>
          </a:p>
        </p:txBody>
      </p:sp>
      <p:sp>
        <p:nvSpPr>
          <p:cNvPr id="5" name="TextBox 4">
            <a:extLst>
              <a:ext uri="{FF2B5EF4-FFF2-40B4-BE49-F238E27FC236}">
                <a16:creationId xmlns:a16="http://schemas.microsoft.com/office/drawing/2014/main" id="{74B94D97-F4C9-39BC-410B-5EEED2E4ED66}"/>
              </a:ext>
            </a:extLst>
          </p:cNvPr>
          <p:cNvSpPr txBox="1"/>
          <p:nvPr/>
        </p:nvSpPr>
        <p:spPr>
          <a:xfrm>
            <a:off x="8284703" y="512572"/>
            <a:ext cx="1769807" cy="207708"/>
          </a:xfrm>
          <a:prstGeom prst="rect">
            <a:avLst/>
          </a:prstGeom>
          <a:noFill/>
        </p:spPr>
        <p:txBody>
          <a:bodyPr wrap="none" lIns="0" tIns="0" rIns="0" bIns="0" rtlCol="0" anchor="ctr" anchorCtr="0">
            <a:noAutofit/>
          </a:bodyPr>
          <a:lstStyle/>
          <a:p>
            <a:pPr algn="ctr"/>
            <a:r>
              <a:rPr lang="en-US" sz="1200">
                <a:solidFill>
                  <a:srgbClr val="00B050"/>
                </a:solidFill>
              </a:rPr>
              <a:t>Proposed Design</a:t>
            </a:r>
          </a:p>
        </p:txBody>
      </p:sp>
      <p:pic>
        <p:nvPicPr>
          <p:cNvPr id="6" name="Picture 5">
            <a:extLst>
              <a:ext uri="{FF2B5EF4-FFF2-40B4-BE49-F238E27FC236}">
                <a16:creationId xmlns:a16="http://schemas.microsoft.com/office/drawing/2014/main" id="{DA3B2D24-7BDE-5C23-1E2C-58377D5A5692}"/>
              </a:ext>
            </a:extLst>
          </p:cNvPr>
          <p:cNvPicPr>
            <a:picLocks noChangeAspect="1"/>
          </p:cNvPicPr>
          <p:nvPr/>
        </p:nvPicPr>
        <p:blipFill>
          <a:blip r:embed="rId2"/>
          <a:srcRect b="21329"/>
          <a:stretch>
            <a:fillRect/>
          </a:stretch>
        </p:blipFill>
        <p:spPr>
          <a:xfrm>
            <a:off x="8284703" y="821621"/>
            <a:ext cx="1775614" cy="3219437"/>
          </a:xfrm>
          <a:prstGeom prst="rect">
            <a:avLst/>
          </a:prstGeom>
        </p:spPr>
      </p:pic>
      <p:pic>
        <p:nvPicPr>
          <p:cNvPr id="9" name="Picture 8">
            <a:extLst>
              <a:ext uri="{FF2B5EF4-FFF2-40B4-BE49-F238E27FC236}">
                <a16:creationId xmlns:a16="http://schemas.microsoft.com/office/drawing/2014/main" id="{717C796F-A626-E110-7D74-9E2E3C84EDAA}"/>
              </a:ext>
            </a:extLst>
          </p:cNvPr>
          <p:cNvPicPr>
            <a:picLocks noChangeAspect="1"/>
          </p:cNvPicPr>
          <p:nvPr/>
        </p:nvPicPr>
        <p:blipFill>
          <a:blip r:embed="rId3"/>
          <a:stretch>
            <a:fillRect/>
          </a:stretch>
        </p:blipFill>
        <p:spPr>
          <a:xfrm>
            <a:off x="2292510" y="821621"/>
            <a:ext cx="1638795" cy="3159801"/>
          </a:xfrm>
          <a:prstGeom prst="rect">
            <a:avLst/>
          </a:prstGeom>
        </p:spPr>
      </p:pic>
      <p:sp>
        <p:nvSpPr>
          <p:cNvPr id="15" name="Rectangle 14">
            <a:extLst>
              <a:ext uri="{FF2B5EF4-FFF2-40B4-BE49-F238E27FC236}">
                <a16:creationId xmlns:a16="http://schemas.microsoft.com/office/drawing/2014/main" id="{CCF518CD-DC42-F4FB-C306-D5DD8149A3F5}"/>
              </a:ext>
            </a:extLst>
          </p:cNvPr>
          <p:cNvSpPr/>
          <p:nvPr/>
        </p:nvSpPr>
        <p:spPr>
          <a:xfrm>
            <a:off x="2379406" y="1170040"/>
            <a:ext cx="280655" cy="1829478"/>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5" name="Oval 24">
            <a:extLst>
              <a:ext uri="{FF2B5EF4-FFF2-40B4-BE49-F238E27FC236}">
                <a16:creationId xmlns:a16="http://schemas.microsoft.com/office/drawing/2014/main" id="{1C0AF818-C27A-E46E-E4D3-FB4AA0EFD37F}"/>
              </a:ext>
            </a:extLst>
          </p:cNvPr>
          <p:cNvSpPr/>
          <p:nvPr/>
        </p:nvSpPr>
        <p:spPr>
          <a:xfrm>
            <a:off x="2172979" y="1496835"/>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26" name="Oval 25">
            <a:extLst>
              <a:ext uri="{FF2B5EF4-FFF2-40B4-BE49-F238E27FC236}">
                <a16:creationId xmlns:a16="http://schemas.microsoft.com/office/drawing/2014/main" id="{3FF52527-2D82-791C-E672-40CED8765AB2}"/>
              </a:ext>
            </a:extLst>
          </p:cNvPr>
          <p:cNvSpPr/>
          <p:nvPr/>
        </p:nvSpPr>
        <p:spPr>
          <a:xfrm>
            <a:off x="3293302" y="1232873"/>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27" name="Oval 26">
            <a:extLst>
              <a:ext uri="{FF2B5EF4-FFF2-40B4-BE49-F238E27FC236}">
                <a16:creationId xmlns:a16="http://schemas.microsoft.com/office/drawing/2014/main" id="{381675D7-7A13-0B44-CF93-93CE3A9EFFA2}"/>
              </a:ext>
            </a:extLst>
          </p:cNvPr>
          <p:cNvSpPr/>
          <p:nvPr/>
        </p:nvSpPr>
        <p:spPr>
          <a:xfrm>
            <a:off x="3008640" y="2226891"/>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28" name="Rectangle 27">
            <a:extLst>
              <a:ext uri="{FF2B5EF4-FFF2-40B4-BE49-F238E27FC236}">
                <a16:creationId xmlns:a16="http://schemas.microsoft.com/office/drawing/2014/main" id="{2817CD5C-DA8D-75C8-DFF4-A425C5F51375}"/>
              </a:ext>
            </a:extLst>
          </p:cNvPr>
          <p:cNvSpPr/>
          <p:nvPr/>
        </p:nvSpPr>
        <p:spPr>
          <a:xfrm>
            <a:off x="2379406" y="2999517"/>
            <a:ext cx="1203320" cy="615579"/>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9" name="Oval 28">
            <a:extLst>
              <a:ext uri="{FF2B5EF4-FFF2-40B4-BE49-F238E27FC236}">
                <a16:creationId xmlns:a16="http://schemas.microsoft.com/office/drawing/2014/main" id="{E87F774B-E8E3-840A-9AE8-A52ACFF100FD}"/>
              </a:ext>
            </a:extLst>
          </p:cNvPr>
          <p:cNvSpPr/>
          <p:nvPr/>
        </p:nvSpPr>
        <p:spPr>
          <a:xfrm>
            <a:off x="2191246" y="3164661"/>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30" name="Oval 29">
            <a:extLst>
              <a:ext uri="{FF2B5EF4-FFF2-40B4-BE49-F238E27FC236}">
                <a16:creationId xmlns:a16="http://schemas.microsoft.com/office/drawing/2014/main" id="{C7537435-17D0-F8B2-ADBD-AC85CF0DEF92}"/>
              </a:ext>
            </a:extLst>
          </p:cNvPr>
          <p:cNvSpPr/>
          <p:nvPr/>
        </p:nvSpPr>
        <p:spPr>
          <a:xfrm>
            <a:off x="2698767" y="2654112"/>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Tree>
    <p:extLst>
      <p:ext uri="{BB962C8B-B14F-4D97-AF65-F5344CB8AC3E}">
        <p14:creationId xmlns:p14="http://schemas.microsoft.com/office/powerpoint/2010/main" val="184704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5CACD-2EE2-D9E5-FDDD-B089B60B5130}"/>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E77270E-42D6-7B1B-9EB7-B889500A49C3}"/>
              </a:ext>
            </a:extLst>
          </p:cNvPr>
          <p:cNvPicPr>
            <a:picLocks noChangeAspect="1"/>
          </p:cNvPicPr>
          <p:nvPr/>
        </p:nvPicPr>
        <p:blipFill>
          <a:blip r:embed="rId2"/>
          <a:stretch>
            <a:fillRect/>
          </a:stretch>
        </p:blipFill>
        <p:spPr>
          <a:xfrm>
            <a:off x="492860" y="652285"/>
            <a:ext cx="11206280" cy="5553429"/>
          </a:xfrm>
          <a:prstGeom prst="rect">
            <a:avLst/>
          </a:prstGeom>
        </p:spPr>
      </p:pic>
      <p:sp>
        <p:nvSpPr>
          <p:cNvPr id="24" name="Title 23">
            <a:extLst>
              <a:ext uri="{FF2B5EF4-FFF2-40B4-BE49-F238E27FC236}">
                <a16:creationId xmlns:a16="http://schemas.microsoft.com/office/drawing/2014/main" id="{432D08A4-BE37-4256-512C-48922D4A707A}"/>
              </a:ext>
            </a:extLst>
          </p:cNvPr>
          <p:cNvSpPr>
            <a:spLocks noGrp="1"/>
          </p:cNvSpPr>
          <p:nvPr>
            <p:ph type="title"/>
          </p:nvPr>
        </p:nvSpPr>
        <p:spPr/>
        <p:txBody>
          <a:bodyPr/>
          <a:lstStyle/>
          <a:p>
            <a:r>
              <a:rPr lang="en-US" sz="2000"/>
              <a:t>Screen – Dashboard (Admin)</a:t>
            </a:r>
          </a:p>
        </p:txBody>
      </p:sp>
      <p:sp>
        <p:nvSpPr>
          <p:cNvPr id="10" name="Rectangle 9">
            <a:extLst>
              <a:ext uri="{FF2B5EF4-FFF2-40B4-BE49-F238E27FC236}">
                <a16:creationId xmlns:a16="http://schemas.microsoft.com/office/drawing/2014/main" id="{CF17EFD8-FADF-7DC0-23F1-62DE06764BC7}"/>
              </a:ext>
            </a:extLst>
          </p:cNvPr>
          <p:cNvSpPr/>
          <p:nvPr/>
        </p:nvSpPr>
        <p:spPr>
          <a:xfrm>
            <a:off x="625089" y="1466520"/>
            <a:ext cx="10935540" cy="336154"/>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7" name="Oval 26">
            <a:extLst>
              <a:ext uri="{FF2B5EF4-FFF2-40B4-BE49-F238E27FC236}">
                <a16:creationId xmlns:a16="http://schemas.microsoft.com/office/drawing/2014/main" id="{49493B31-1540-F856-021E-AC433AC5A620}"/>
              </a:ext>
            </a:extLst>
          </p:cNvPr>
          <p:cNvSpPr/>
          <p:nvPr/>
        </p:nvSpPr>
        <p:spPr>
          <a:xfrm>
            <a:off x="452401" y="741904"/>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28" name="Oval 27">
            <a:extLst>
              <a:ext uri="{FF2B5EF4-FFF2-40B4-BE49-F238E27FC236}">
                <a16:creationId xmlns:a16="http://schemas.microsoft.com/office/drawing/2014/main" id="{40D384C2-557E-4388-231B-04EC7295506C}"/>
              </a:ext>
            </a:extLst>
          </p:cNvPr>
          <p:cNvSpPr/>
          <p:nvPr/>
        </p:nvSpPr>
        <p:spPr>
          <a:xfrm>
            <a:off x="2685835" y="811581"/>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29" name="Rectangle 28">
            <a:extLst>
              <a:ext uri="{FF2B5EF4-FFF2-40B4-BE49-F238E27FC236}">
                <a16:creationId xmlns:a16="http://schemas.microsoft.com/office/drawing/2014/main" id="{091F0394-F7A8-F898-7990-9627583E2712}"/>
              </a:ext>
            </a:extLst>
          </p:cNvPr>
          <p:cNvSpPr/>
          <p:nvPr/>
        </p:nvSpPr>
        <p:spPr>
          <a:xfrm>
            <a:off x="553881" y="2150524"/>
            <a:ext cx="11006747" cy="650746"/>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0" name="Oval 29">
            <a:extLst>
              <a:ext uri="{FF2B5EF4-FFF2-40B4-BE49-F238E27FC236}">
                <a16:creationId xmlns:a16="http://schemas.microsoft.com/office/drawing/2014/main" id="{CBBBE2B8-0D7E-255E-AD84-654E2FEB69B3}"/>
              </a:ext>
            </a:extLst>
          </p:cNvPr>
          <p:cNvSpPr/>
          <p:nvPr/>
        </p:nvSpPr>
        <p:spPr>
          <a:xfrm>
            <a:off x="409169" y="2079739"/>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31" name="Oval 30">
            <a:extLst>
              <a:ext uri="{FF2B5EF4-FFF2-40B4-BE49-F238E27FC236}">
                <a16:creationId xmlns:a16="http://schemas.microsoft.com/office/drawing/2014/main" id="{830505A2-B44A-9414-6A0F-76F13E23F181}"/>
              </a:ext>
            </a:extLst>
          </p:cNvPr>
          <p:cNvSpPr/>
          <p:nvPr/>
        </p:nvSpPr>
        <p:spPr>
          <a:xfrm>
            <a:off x="3463120" y="741904"/>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
        <p:nvSpPr>
          <p:cNvPr id="32" name="Oval 31">
            <a:extLst>
              <a:ext uri="{FF2B5EF4-FFF2-40B4-BE49-F238E27FC236}">
                <a16:creationId xmlns:a16="http://schemas.microsoft.com/office/drawing/2014/main" id="{D0755C6D-2A41-6C38-0096-DA5BD998E7C5}"/>
              </a:ext>
            </a:extLst>
          </p:cNvPr>
          <p:cNvSpPr/>
          <p:nvPr/>
        </p:nvSpPr>
        <p:spPr>
          <a:xfrm>
            <a:off x="510850" y="3185571"/>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33" name="Oval 32">
            <a:extLst>
              <a:ext uri="{FF2B5EF4-FFF2-40B4-BE49-F238E27FC236}">
                <a16:creationId xmlns:a16="http://schemas.microsoft.com/office/drawing/2014/main" id="{64839CD8-7789-9622-9D4E-5EE74ED90801}"/>
              </a:ext>
            </a:extLst>
          </p:cNvPr>
          <p:cNvSpPr/>
          <p:nvPr/>
        </p:nvSpPr>
        <p:spPr>
          <a:xfrm>
            <a:off x="6092859" y="3138869"/>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34" name="Oval 33">
            <a:extLst>
              <a:ext uri="{FF2B5EF4-FFF2-40B4-BE49-F238E27FC236}">
                <a16:creationId xmlns:a16="http://schemas.microsoft.com/office/drawing/2014/main" id="{4ED409BC-38A5-A68D-64DE-28344FB739C6}"/>
              </a:ext>
            </a:extLst>
          </p:cNvPr>
          <p:cNvSpPr/>
          <p:nvPr/>
        </p:nvSpPr>
        <p:spPr>
          <a:xfrm>
            <a:off x="10465829" y="3721047"/>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6</a:t>
            </a:r>
          </a:p>
        </p:txBody>
      </p:sp>
      <p:sp>
        <p:nvSpPr>
          <p:cNvPr id="35" name="Oval 34">
            <a:extLst>
              <a:ext uri="{FF2B5EF4-FFF2-40B4-BE49-F238E27FC236}">
                <a16:creationId xmlns:a16="http://schemas.microsoft.com/office/drawing/2014/main" id="{4E4D3251-47A5-7AC1-E685-1AE8DC5FB963}"/>
              </a:ext>
            </a:extLst>
          </p:cNvPr>
          <p:cNvSpPr/>
          <p:nvPr/>
        </p:nvSpPr>
        <p:spPr>
          <a:xfrm>
            <a:off x="8317539" y="5768164"/>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7</a:t>
            </a:r>
          </a:p>
        </p:txBody>
      </p:sp>
      <p:sp>
        <p:nvSpPr>
          <p:cNvPr id="36" name="Oval 35">
            <a:extLst>
              <a:ext uri="{FF2B5EF4-FFF2-40B4-BE49-F238E27FC236}">
                <a16:creationId xmlns:a16="http://schemas.microsoft.com/office/drawing/2014/main" id="{7D8D6198-03F1-D409-364A-B2F751563AD5}"/>
              </a:ext>
            </a:extLst>
          </p:cNvPr>
          <p:cNvSpPr/>
          <p:nvPr/>
        </p:nvSpPr>
        <p:spPr>
          <a:xfrm>
            <a:off x="2644166" y="5767714"/>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7</a:t>
            </a:r>
          </a:p>
        </p:txBody>
      </p:sp>
      <p:sp>
        <p:nvSpPr>
          <p:cNvPr id="37" name="Oval 36">
            <a:extLst>
              <a:ext uri="{FF2B5EF4-FFF2-40B4-BE49-F238E27FC236}">
                <a16:creationId xmlns:a16="http://schemas.microsoft.com/office/drawing/2014/main" id="{7B21C5BF-BD54-1940-BDD0-CED24E77F595}"/>
              </a:ext>
            </a:extLst>
          </p:cNvPr>
          <p:cNvSpPr/>
          <p:nvPr/>
        </p:nvSpPr>
        <p:spPr>
          <a:xfrm>
            <a:off x="478704" y="1401878"/>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8</a:t>
            </a:r>
          </a:p>
        </p:txBody>
      </p:sp>
    </p:spTree>
    <p:extLst>
      <p:ext uri="{BB962C8B-B14F-4D97-AF65-F5344CB8AC3E}">
        <p14:creationId xmlns:p14="http://schemas.microsoft.com/office/powerpoint/2010/main" val="13180121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F9950-59FF-74B0-FB8D-34BBF1ED4240}"/>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1643569-E8CA-AAA2-FDC0-42EB3108797F}"/>
              </a:ext>
            </a:extLst>
          </p:cNvPr>
          <p:cNvSpPr>
            <a:spLocks noGrp="1"/>
          </p:cNvSpPr>
          <p:nvPr>
            <p:ph idx="1"/>
          </p:nvPr>
        </p:nvSpPr>
        <p:spPr>
          <a:xfrm>
            <a:off x="838200" y="612441"/>
            <a:ext cx="10515600" cy="5564522"/>
          </a:xfrm>
        </p:spPr>
        <p:txBody>
          <a:bodyPr vert="horz" lIns="91440" tIns="45720" rIns="91440" bIns="45720" rtlCol="0" anchor="t">
            <a:normAutofit/>
          </a:bodyPr>
          <a:lstStyle/>
          <a:p>
            <a:pPr marL="342900" indent="-342900" fontAlgn="t">
              <a:buClr>
                <a:schemeClr val="tx1"/>
              </a:buClr>
              <a:buFont typeface="+mj-lt"/>
              <a:buAutoNum type="arabicPeriod"/>
            </a:pPr>
            <a:r>
              <a:rPr lang="en-US"/>
              <a:t>KPI cards should match the proposed design for dimensions, corner radius 36 </a:t>
            </a:r>
            <a:r>
              <a:rPr lang="en-US" err="1"/>
              <a:t>px</a:t>
            </a:r>
            <a:r>
              <a:rPr lang="en-US"/>
              <a:t>, internal padding, and overall visual treatment.</a:t>
            </a:r>
          </a:p>
          <a:p>
            <a:pPr marL="342900" indent="-342900" fontAlgn="t">
              <a:buClr>
                <a:schemeClr val="tx1"/>
              </a:buClr>
              <a:buFont typeface="+mj-lt"/>
              <a:buAutoNum type="arabicPeriod"/>
            </a:pPr>
            <a:r>
              <a:rPr lang="en-US"/>
              <a:t>Update KPI card icons to use the approved iconography style 24 </a:t>
            </a:r>
            <a:r>
              <a:rPr lang="en-US" err="1"/>
              <a:t>px</a:t>
            </a:r>
            <a:r>
              <a:rPr lang="en-US"/>
              <a:t>, icon container design 36 </a:t>
            </a:r>
            <a:r>
              <a:rPr lang="en-US" err="1"/>
              <a:t>px</a:t>
            </a:r>
            <a:r>
              <a:rPr lang="en-US"/>
              <a:t>, and corresponding brand colors.</a:t>
            </a:r>
            <a:endParaRPr lang="en-US">
              <a:ea typeface="Calibri"/>
              <a:cs typeface="Calibri"/>
            </a:endParaRPr>
          </a:p>
          <a:p>
            <a:pPr marL="342900" lvl="0" indent="-342900" fontAlgn="t">
              <a:buClr>
                <a:schemeClr val="tx1"/>
              </a:buClr>
              <a:buFont typeface="+mj-lt"/>
              <a:buAutoNum type="arabicPeriod"/>
            </a:pPr>
            <a:r>
              <a:rPr lang="en-US"/>
              <a:t>Quick Action cards should follow the approved design pattern for layout, icon usage, typography, and CTA placement.</a:t>
            </a:r>
          </a:p>
          <a:p>
            <a:pPr marL="342900" indent="-342900" fontAlgn="t">
              <a:buClr>
                <a:schemeClr val="tx1"/>
              </a:buClr>
              <a:buFont typeface="+mj-lt"/>
              <a:buAutoNum type="arabicPeriod"/>
            </a:pPr>
            <a:r>
              <a:rPr lang="en-US"/>
              <a:t>KPI card titles and card content should follow the approved typography </a:t>
            </a:r>
            <a:r>
              <a:rPr lang="en-US" err="1"/>
              <a:t>Houschka</a:t>
            </a:r>
            <a:r>
              <a:rPr lang="en-US"/>
              <a:t> Rounded 20 px, numbers in Calibri 30 </a:t>
            </a:r>
            <a:r>
              <a:rPr lang="en-US" err="1"/>
              <a:t>px</a:t>
            </a:r>
            <a:r>
              <a:rPr lang="en-US"/>
              <a:t> and hierarchy defined in the design system.</a:t>
            </a:r>
            <a:endParaRPr lang="en-US">
              <a:ea typeface="Calibri"/>
              <a:cs typeface="Calibri"/>
            </a:endParaRPr>
          </a:p>
          <a:p>
            <a:pPr marL="342900" lvl="0" indent="-342900" fontAlgn="t">
              <a:buClr>
                <a:schemeClr val="tx1"/>
              </a:buClr>
              <a:buFont typeface="+mj-lt"/>
              <a:buAutoNum type="arabicPeriod"/>
            </a:pPr>
            <a:r>
              <a:rPr lang="en-US"/>
              <a:t>Update both tables to match the proposed design for header styling, row height, content padding, column spacing, and visual hierarchy.</a:t>
            </a:r>
          </a:p>
          <a:p>
            <a:pPr marL="342900" lvl="0" indent="-342900" fontAlgn="t">
              <a:buClr>
                <a:schemeClr val="tx1"/>
              </a:buClr>
              <a:buFont typeface="+mj-lt"/>
              <a:buAutoNum type="arabicPeriod"/>
            </a:pPr>
            <a:r>
              <a:rPr lang="en-US"/>
              <a:t>Status chips should follow the approved design for color, typography, padding, and corner radius.</a:t>
            </a:r>
          </a:p>
          <a:p>
            <a:pPr marL="342900" lvl="0" indent="-342900" fontAlgn="t">
              <a:buClr>
                <a:schemeClr val="tx1"/>
              </a:buClr>
              <a:buFont typeface="+mj-lt"/>
              <a:buAutoNum type="arabicPeriod"/>
            </a:pPr>
            <a:r>
              <a:rPr lang="en-US"/>
              <a:t>Apply the approved CTA button styling, including gradient treatment, button height, padding, and text alignment.</a:t>
            </a:r>
          </a:p>
          <a:p>
            <a:pPr marL="342900" lvl="0" indent="-342900" fontAlgn="t">
              <a:buClr>
                <a:schemeClr val="tx1"/>
              </a:buClr>
              <a:buFont typeface="+mj-lt"/>
              <a:buAutoNum type="arabicPeriod"/>
            </a:pPr>
            <a:r>
              <a:rPr lang="en-US"/>
              <a:t>Position section-level CTA buttons (View All Projects and Usage, View All Activity Logs) according to the approved design and maintain consistent spacing from the tables.</a:t>
            </a:r>
          </a:p>
        </p:txBody>
      </p:sp>
    </p:spTree>
    <p:extLst>
      <p:ext uri="{BB962C8B-B14F-4D97-AF65-F5344CB8AC3E}">
        <p14:creationId xmlns:p14="http://schemas.microsoft.com/office/powerpoint/2010/main" val="36668623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DF80C-DA9A-03B0-E87F-CB9E7FB60C1A}"/>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0092CC1F-09A2-B5A4-D7A3-14FAFEC13C60}"/>
              </a:ext>
            </a:extLst>
          </p:cNvPr>
          <p:cNvSpPr>
            <a:spLocks noGrp="1"/>
          </p:cNvSpPr>
          <p:nvPr>
            <p:ph type="title"/>
          </p:nvPr>
        </p:nvSpPr>
        <p:spPr/>
        <p:txBody>
          <a:bodyPr/>
          <a:lstStyle/>
          <a:p>
            <a:r>
              <a:rPr lang="en-US" sz="2000"/>
              <a:t>Screen – Projects (Admin)</a:t>
            </a:r>
          </a:p>
        </p:txBody>
      </p:sp>
      <p:sp>
        <p:nvSpPr>
          <p:cNvPr id="2" name="TextBox 1">
            <a:extLst>
              <a:ext uri="{FF2B5EF4-FFF2-40B4-BE49-F238E27FC236}">
                <a16:creationId xmlns:a16="http://schemas.microsoft.com/office/drawing/2014/main" id="{2EA62954-67D5-1C34-EADF-E9CE447A0116}"/>
              </a:ext>
            </a:extLst>
          </p:cNvPr>
          <p:cNvSpPr txBox="1"/>
          <p:nvPr/>
        </p:nvSpPr>
        <p:spPr>
          <a:xfrm>
            <a:off x="269408" y="4408643"/>
            <a:ext cx="11165507" cy="1992157"/>
          </a:xfrm>
          <a:prstGeom prst="rect">
            <a:avLst/>
          </a:prstGeom>
          <a:noFill/>
        </p:spPr>
        <p:txBody>
          <a:bodyPr wrap="square" lIns="0" tIns="0" rIns="0" bIns="0" rtlCol="0" anchor="t" anchorCtr="0">
            <a:normAutofit/>
          </a:bodyPr>
          <a:lstStyle/>
          <a:p>
            <a:pPr marL="342900" lvl="0" indent="-342900" fontAlgn="t">
              <a:lnSpc>
                <a:spcPct val="100000"/>
              </a:lnSpc>
              <a:buFont typeface="+mj-lt"/>
              <a:buAutoNum type="arabicPeriod" startAt="1"/>
            </a:pPr>
            <a:r>
              <a:rPr lang="en-US" sz="1600"/>
              <a:t>KPI cards should match the approved design for iconography, color treatment, corner radius, and typography.</a:t>
            </a:r>
          </a:p>
          <a:p>
            <a:pPr marL="342900" lvl="0" indent="-342900" fontAlgn="t">
              <a:lnSpc>
                <a:spcPct val="100000"/>
              </a:lnSpc>
              <a:buFont typeface="+mj-lt"/>
              <a:buAutoNum type="arabicPeriod" startAt="2"/>
            </a:pPr>
            <a:r>
              <a:rPr lang="en-US" sz="1600">
                <a:highlight>
                  <a:srgbClr val="FFFF00"/>
                </a:highlight>
              </a:rPr>
              <a:t>Highlight high-risk projects within the table to establish a clear correlation with the High Risk Projects KPI which I will include in Figma design.</a:t>
            </a:r>
          </a:p>
          <a:p>
            <a:pPr marL="342900" lvl="1" indent="0">
              <a:buNone/>
            </a:pPr>
            <a:r>
              <a:rPr lang="en-US" sz="1400" b="1">
                <a:solidFill>
                  <a:srgbClr val="1F4E79"/>
                </a:solidFill>
                <a:latin typeface="Calibri"/>
              </a:rPr>
              <a:t>Waiting on design: </a:t>
            </a:r>
            <a:r>
              <a:rPr lang="en-US" sz="1400" i="1">
                <a:solidFill>
                  <a:srgbClr val="3F3F3F"/>
                </a:solidFill>
                <a:latin typeface="Calibri"/>
              </a:rPr>
              <a:t>The high-risk row treatment will come from the designer in Figma.</a:t>
            </a:r>
          </a:p>
          <a:p>
            <a:pPr marL="342900" lvl="0" indent="-342900" fontAlgn="t">
              <a:lnSpc>
                <a:spcPct val="100000"/>
              </a:lnSpc>
              <a:buFont typeface="+mj-lt"/>
              <a:buAutoNum type="arabicPeriod" startAt="3"/>
            </a:pPr>
            <a:r>
              <a:rPr lang="en-US" sz="1600"/>
              <a:t>Update the table to follow the approved design pattern for structure, spacing, and data presentation.</a:t>
            </a:r>
          </a:p>
          <a:p>
            <a:pPr marL="342900" lvl="0" indent="-342900" fontAlgn="t">
              <a:lnSpc>
                <a:spcPct val="100000"/>
              </a:lnSpc>
              <a:buFont typeface="+mj-lt"/>
              <a:buAutoNum type="arabicPeriod" startAt="4"/>
            </a:pPr>
            <a:r>
              <a:rPr lang="en-US" sz="1600"/>
              <a:t>Status chips, progress indicators, and View Files CTAs should match the approved design system styling.</a:t>
            </a:r>
          </a:p>
        </p:txBody>
      </p:sp>
      <p:sp>
        <p:nvSpPr>
          <p:cNvPr id="4" name="TextBox 3">
            <a:extLst>
              <a:ext uri="{FF2B5EF4-FFF2-40B4-BE49-F238E27FC236}">
                <a16:creationId xmlns:a16="http://schemas.microsoft.com/office/drawing/2014/main" id="{997E0E29-8049-28A5-449C-9120E20642BF}"/>
              </a:ext>
            </a:extLst>
          </p:cNvPr>
          <p:cNvSpPr txBox="1"/>
          <p:nvPr/>
        </p:nvSpPr>
        <p:spPr>
          <a:xfrm>
            <a:off x="2227005" y="512572"/>
            <a:ext cx="1769807" cy="207708"/>
          </a:xfrm>
          <a:prstGeom prst="rect">
            <a:avLst/>
          </a:prstGeom>
          <a:noFill/>
        </p:spPr>
        <p:txBody>
          <a:bodyPr wrap="none" lIns="0" tIns="0" rIns="0" bIns="0" rtlCol="0" anchor="ctr" anchorCtr="0">
            <a:noAutofit/>
          </a:bodyPr>
          <a:lstStyle/>
          <a:p>
            <a:pPr algn="ctr"/>
            <a:r>
              <a:rPr lang="en-US" sz="1200">
                <a:solidFill>
                  <a:schemeClr val="tx1"/>
                </a:solidFill>
              </a:rPr>
              <a:t>Developed Screen</a:t>
            </a:r>
          </a:p>
        </p:txBody>
      </p:sp>
      <p:sp>
        <p:nvSpPr>
          <p:cNvPr id="5" name="TextBox 4">
            <a:extLst>
              <a:ext uri="{FF2B5EF4-FFF2-40B4-BE49-F238E27FC236}">
                <a16:creationId xmlns:a16="http://schemas.microsoft.com/office/drawing/2014/main" id="{3BFF4634-AF7E-F5B4-756E-377A98BE4E7C}"/>
              </a:ext>
            </a:extLst>
          </p:cNvPr>
          <p:cNvSpPr txBox="1"/>
          <p:nvPr/>
        </p:nvSpPr>
        <p:spPr>
          <a:xfrm>
            <a:off x="8284703" y="512572"/>
            <a:ext cx="1769807" cy="207708"/>
          </a:xfrm>
          <a:prstGeom prst="rect">
            <a:avLst/>
          </a:prstGeom>
          <a:noFill/>
        </p:spPr>
        <p:txBody>
          <a:bodyPr wrap="none" lIns="0" tIns="0" rIns="0" bIns="0" rtlCol="0" anchor="ctr" anchorCtr="0">
            <a:noAutofit/>
          </a:bodyPr>
          <a:lstStyle/>
          <a:p>
            <a:pPr algn="ctr"/>
            <a:r>
              <a:rPr lang="en-US" sz="1200">
                <a:solidFill>
                  <a:srgbClr val="00B050"/>
                </a:solidFill>
              </a:rPr>
              <a:t>Proposed Design</a:t>
            </a:r>
          </a:p>
        </p:txBody>
      </p:sp>
      <p:pic>
        <p:nvPicPr>
          <p:cNvPr id="6" name="Picture 5">
            <a:extLst>
              <a:ext uri="{FF2B5EF4-FFF2-40B4-BE49-F238E27FC236}">
                <a16:creationId xmlns:a16="http://schemas.microsoft.com/office/drawing/2014/main" id="{24BC5E7D-3C5D-80A6-545E-DE22276EF6A6}"/>
              </a:ext>
            </a:extLst>
          </p:cNvPr>
          <p:cNvPicPr>
            <a:picLocks noChangeAspect="1"/>
          </p:cNvPicPr>
          <p:nvPr/>
        </p:nvPicPr>
        <p:blipFill>
          <a:blip r:embed="rId2"/>
          <a:stretch>
            <a:fillRect/>
          </a:stretch>
        </p:blipFill>
        <p:spPr>
          <a:xfrm>
            <a:off x="351646" y="821621"/>
            <a:ext cx="5644459" cy="2649363"/>
          </a:xfrm>
          <a:prstGeom prst="rect">
            <a:avLst/>
          </a:prstGeom>
          <a:noFill/>
          <a:ln>
            <a:solidFill>
              <a:srgbClr val="F0EFAF"/>
            </a:solidFill>
          </a:ln>
        </p:spPr>
      </p:pic>
      <p:sp>
        <p:nvSpPr>
          <p:cNvPr id="15" name="Rectangle 14">
            <a:extLst>
              <a:ext uri="{FF2B5EF4-FFF2-40B4-BE49-F238E27FC236}">
                <a16:creationId xmlns:a16="http://schemas.microsoft.com/office/drawing/2014/main" id="{5C2C451C-62AA-F135-4409-F0C95D6BE5AA}"/>
              </a:ext>
            </a:extLst>
          </p:cNvPr>
          <p:cNvSpPr/>
          <p:nvPr/>
        </p:nvSpPr>
        <p:spPr>
          <a:xfrm>
            <a:off x="351645" y="1818915"/>
            <a:ext cx="5665697" cy="1753409"/>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8" name="Rectangle 7">
            <a:extLst>
              <a:ext uri="{FF2B5EF4-FFF2-40B4-BE49-F238E27FC236}">
                <a16:creationId xmlns:a16="http://schemas.microsoft.com/office/drawing/2014/main" id="{7A47DBF7-9C27-86FE-5866-5E7318F19D34}"/>
              </a:ext>
            </a:extLst>
          </p:cNvPr>
          <p:cNvSpPr/>
          <p:nvPr/>
        </p:nvSpPr>
        <p:spPr>
          <a:xfrm>
            <a:off x="3184494" y="1184618"/>
            <a:ext cx="1367842" cy="634297"/>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pic>
        <p:nvPicPr>
          <p:cNvPr id="10" name="Picture 9">
            <a:extLst>
              <a:ext uri="{FF2B5EF4-FFF2-40B4-BE49-F238E27FC236}">
                <a16:creationId xmlns:a16="http://schemas.microsoft.com/office/drawing/2014/main" id="{D3F3D2D1-9946-6104-04F1-EE9144C7ED0A}"/>
              </a:ext>
            </a:extLst>
          </p:cNvPr>
          <p:cNvPicPr>
            <a:picLocks noChangeAspect="1"/>
          </p:cNvPicPr>
          <p:nvPr/>
        </p:nvPicPr>
        <p:blipFill>
          <a:blip r:embed="rId3"/>
          <a:stretch>
            <a:fillRect/>
          </a:stretch>
        </p:blipFill>
        <p:spPr>
          <a:xfrm>
            <a:off x="6336757" y="821622"/>
            <a:ext cx="5665698" cy="2659676"/>
          </a:xfrm>
          <a:prstGeom prst="rect">
            <a:avLst/>
          </a:prstGeom>
        </p:spPr>
      </p:pic>
      <p:sp>
        <p:nvSpPr>
          <p:cNvPr id="26" name="Oval 25">
            <a:extLst>
              <a:ext uri="{FF2B5EF4-FFF2-40B4-BE49-F238E27FC236}">
                <a16:creationId xmlns:a16="http://schemas.microsoft.com/office/drawing/2014/main" id="{4EE92A6C-509F-DBCA-0077-6341208158AF}"/>
              </a:ext>
            </a:extLst>
          </p:cNvPr>
          <p:cNvSpPr/>
          <p:nvPr/>
        </p:nvSpPr>
        <p:spPr>
          <a:xfrm>
            <a:off x="403943" y="1212329"/>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27" name="Oval 26">
            <a:extLst>
              <a:ext uri="{FF2B5EF4-FFF2-40B4-BE49-F238E27FC236}">
                <a16:creationId xmlns:a16="http://schemas.microsoft.com/office/drawing/2014/main" id="{B73B90D2-C82D-8C7B-341D-CE9B7F756563}"/>
              </a:ext>
            </a:extLst>
          </p:cNvPr>
          <p:cNvSpPr/>
          <p:nvPr/>
        </p:nvSpPr>
        <p:spPr>
          <a:xfrm>
            <a:off x="3123296" y="1072976"/>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28" name="Oval 27">
            <a:extLst>
              <a:ext uri="{FF2B5EF4-FFF2-40B4-BE49-F238E27FC236}">
                <a16:creationId xmlns:a16="http://schemas.microsoft.com/office/drawing/2014/main" id="{4A519080-30EA-AFA2-1546-6C7021EED249}"/>
              </a:ext>
            </a:extLst>
          </p:cNvPr>
          <p:cNvSpPr/>
          <p:nvPr/>
        </p:nvSpPr>
        <p:spPr>
          <a:xfrm>
            <a:off x="296699" y="1775052"/>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29" name="Oval 28">
            <a:extLst>
              <a:ext uri="{FF2B5EF4-FFF2-40B4-BE49-F238E27FC236}">
                <a16:creationId xmlns:a16="http://schemas.microsoft.com/office/drawing/2014/main" id="{CA3A6478-2718-E09E-B5D8-C064F9E5BB88}"/>
              </a:ext>
            </a:extLst>
          </p:cNvPr>
          <p:cNvSpPr/>
          <p:nvPr/>
        </p:nvSpPr>
        <p:spPr>
          <a:xfrm>
            <a:off x="5122103" y="2499992"/>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Tree>
    <p:extLst>
      <p:ext uri="{BB962C8B-B14F-4D97-AF65-F5344CB8AC3E}">
        <p14:creationId xmlns:p14="http://schemas.microsoft.com/office/powerpoint/2010/main" val="15592268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18DE7-419D-B6C8-3023-48A373847526}"/>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B59C3D6-8B86-5B33-B6EC-001EE067550E}"/>
              </a:ext>
            </a:extLst>
          </p:cNvPr>
          <p:cNvPicPr>
            <a:picLocks noChangeAspect="1"/>
          </p:cNvPicPr>
          <p:nvPr/>
        </p:nvPicPr>
        <p:blipFill>
          <a:blip r:embed="rId2"/>
          <a:stretch>
            <a:fillRect/>
          </a:stretch>
        </p:blipFill>
        <p:spPr>
          <a:xfrm>
            <a:off x="89561" y="821622"/>
            <a:ext cx="11899939" cy="5111683"/>
          </a:xfrm>
          <a:prstGeom prst="rect">
            <a:avLst/>
          </a:prstGeom>
          <a:noFill/>
          <a:ln>
            <a:solidFill>
              <a:srgbClr val="F0EFAF"/>
            </a:solidFill>
          </a:ln>
        </p:spPr>
      </p:pic>
      <p:sp>
        <p:nvSpPr>
          <p:cNvPr id="24" name="Title 23">
            <a:extLst>
              <a:ext uri="{FF2B5EF4-FFF2-40B4-BE49-F238E27FC236}">
                <a16:creationId xmlns:a16="http://schemas.microsoft.com/office/drawing/2014/main" id="{60A498A5-1B99-C29F-43FF-E36325F3B109}"/>
              </a:ext>
            </a:extLst>
          </p:cNvPr>
          <p:cNvSpPr>
            <a:spLocks noGrp="1"/>
          </p:cNvSpPr>
          <p:nvPr>
            <p:ph type="title"/>
          </p:nvPr>
        </p:nvSpPr>
        <p:spPr/>
        <p:txBody>
          <a:bodyPr/>
          <a:lstStyle/>
          <a:p>
            <a:r>
              <a:rPr lang="en-US" sz="2000"/>
              <a:t>Screen – Projects (Admin)</a:t>
            </a:r>
          </a:p>
        </p:txBody>
      </p:sp>
      <p:sp>
        <p:nvSpPr>
          <p:cNvPr id="15" name="Rectangle 14">
            <a:extLst>
              <a:ext uri="{FF2B5EF4-FFF2-40B4-BE49-F238E27FC236}">
                <a16:creationId xmlns:a16="http://schemas.microsoft.com/office/drawing/2014/main" id="{9DFB0E72-5912-4EDC-72F4-3F004EABF339}"/>
              </a:ext>
            </a:extLst>
          </p:cNvPr>
          <p:cNvSpPr/>
          <p:nvPr/>
        </p:nvSpPr>
        <p:spPr>
          <a:xfrm>
            <a:off x="157316" y="2623957"/>
            <a:ext cx="11801705" cy="3309348"/>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8" name="Rectangle 7">
            <a:extLst>
              <a:ext uri="{FF2B5EF4-FFF2-40B4-BE49-F238E27FC236}">
                <a16:creationId xmlns:a16="http://schemas.microsoft.com/office/drawing/2014/main" id="{C322F6DD-EC92-6371-89AD-8ED8927974C5}"/>
              </a:ext>
            </a:extLst>
          </p:cNvPr>
          <p:cNvSpPr/>
          <p:nvPr/>
        </p:nvSpPr>
        <p:spPr>
          <a:xfrm>
            <a:off x="10515601" y="1081449"/>
            <a:ext cx="1443420" cy="477542"/>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 name="Oval 5">
            <a:extLst>
              <a:ext uri="{FF2B5EF4-FFF2-40B4-BE49-F238E27FC236}">
                <a16:creationId xmlns:a16="http://schemas.microsoft.com/office/drawing/2014/main" id="{C2A16264-2AC3-09AB-7172-A3CDE7D6EE44}"/>
              </a:ext>
            </a:extLst>
          </p:cNvPr>
          <p:cNvSpPr/>
          <p:nvPr/>
        </p:nvSpPr>
        <p:spPr>
          <a:xfrm>
            <a:off x="321086" y="1154267"/>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10" name="Oval 9">
            <a:extLst>
              <a:ext uri="{FF2B5EF4-FFF2-40B4-BE49-F238E27FC236}">
                <a16:creationId xmlns:a16="http://schemas.microsoft.com/office/drawing/2014/main" id="{89B17E65-148A-5153-B7E4-9F5008995FEC}"/>
              </a:ext>
            </a:extLst>
          </p:cNvPr>
          <p:cNvSpPr/>
          <p:nvPr/>
        </p:nvSpPr>
        <p:spPr>
          <a:xfrm>
            <a:off x="176374" y="812187"/>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13" name="Oval 12">
            <a:extLst>
              <a:ext uri="{FF2B5EF4-FFF2-40B4-BE49-F238E27FC236}">
                <a16:creationId xmlns:a16="http://schemas.microsoft.com/office/drawing/2014/main" id="{8A7E2E68-1678-C964-D5E5-BA410D449A2E}"/>
              </a:ext>
            </a:extLst>
          </p:cNvPr>
          <p:cNvSpPr/>
          <p:nvPr/>
        </p:nvSpPr>
        <p:spPr>
          <a:xfrm>
            <a:off x="489228" y="1793537"/>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16" name="Oval 15">
            <a:extLst>
              <a:ext uri="{FF2B5EF4-FFF2-40B4-BE49-F238E27FC236}">
                <a16:creationId xmlns:a16="http://schemas.microsoft.com/office/drawing/2014/main" id="{6102BA1C-5D75-2085-7A53-DCD79775F9B0}"/>
              </a:ext>
            </a:extLst>
          </p:cNvPr>
          <p:cNvSpPr/>
          <p:nvPr/>
        </p:nvSpPr>
        <p:spPr>
          <a:xfrm>
            <a:off x="10370889" y="937339"/>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
        <p:nvSpPr>
          <p:cNvPr id="18" name="Oval 17">
            <a:extLst>
              <a:ext uri="{FF2B5EF4-FFF2-40B4-BE49-F238E27FC236}">
                <a16:creationId xmlns:a16="http://schemas.microsoft.com/office/drawing/2014/main" id="{E38BE18B-FB41-36B7-634A-A1901217947A}"/>
              </a:ext>
            </a:extLst>
          </p:cNvPr>
          <p:cNvSpPr/>
          <p:nvPr/>
        </p:nvSpPr>
        <p:spPr>
          <a:xfrm>
            <a:off x="87392" y="2482757"/>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20" name="Oval 19">
            <a:extLst>
              <a:ext uri="{FF2B5EF4-FFF2-40B4-BE49-F238E27FC236}">
                <a16:creationId xmlns:a16="http://schemas.microsoft.com/office/drawing/2014/main" id="{AC485850-AD6F-8DA1-F17E-2925F32F4A97}"/>
              </a:ext>
            </a:extLst>
          </p:cNvPr>
          <p:cNvSpPr/>
          <p:nvPr/>
        </p:nvSpPr>
        <p:spPr>
          <a:xfrm>
            <a:off x="489228" y="2999517"/>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6</a:t>
            </a:r>
          </a:p>
        </p:txBody>
      </p:sp>
      <p:sp>
        <p:nvSpPr>
          <p:cNvPr id="22" name="Oval 21">
            <a:extLst>
              <a:ext uri="{FF2B5EF4-FFF2-40B4-BE49-F238E27FC236}">
                <a16:creationId xmlns:a16="http://schemas.microsoft.com/office/drawing/2014/main" id="{CC54EEDD-8881-EA93-F411-37C336FD97FE}"/>
              </a:ext>
            </a:extLst>
          </p:cNvPr>
          <p:cNvSpPr/>
          <p:nvPr/>
        </p:nvSpPr>
        <p:spPr>
          <a:xfrm>
            <a:off x="3201792" y="1867033"/>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7</a:t>
            </a:r>
          </a:p>
        </p:txBody>
      </p:sp>
    </p:spTree>
    <p:extLst>
      <p:ext uri="{BB962C8B-B14F-4D97-AF65-F5344CB8AC3E}">
        <p14:creationId xmlns:p14="http://schemas.microsoft.com/office/powerpoint/2010/main" val="26276177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91BB9-5CF5-58E8-11C9-339786EA1D9A}"/>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2F9A2C0-A846-C7EE-5EB3-1E5D997ACEAC}"/>
              </a:ext>
            </a:extLst>
          </p:cNvPr>
          <p:cNvSpPr>
            <a:spLocks noGrp="1"/>
          </p:cNvSpPr>
          <p:nvPr>
            <p:ph idx="1"/>
          </p:nvPr>
        </p:nvSpPr>
        <p:spPr>
          <a:xfrm>
            <a:off x="838200" y="612441"/>
            <a:ext cx="10515600" cy="5564522"/>
          </a:xfrm>
        </p:spPr>
        <p:txBody>
          <a:bodyPr vert="horz" lIns="91440" tIns="45720" rIns="91440" bIns="45720" rtlCol="0" anchor="t">
            <a:normAutofit/>
          </a:bodyPr>
          <a:lstStyle/>
          <a:p>
            <a:pPr marL="342900" indent="-342900" fontAlgn="t">
              <a:buClr>
                <a:schemeClr val="tx1"/>
              </a:buClr>
              <a:buFont typeface="Calibri" panose="020F0502020204030204"/>
              <a:buAutoNum type="arabicPeriod" startAt="1"/>
            </a:pPr>
            <a:r>
              <a:rPr lang="en-US"/>
              <a:t>Page Heading should use </a:t>
            </a:r>
            <a:r>
              <a:rPr lang="en-US" err="1"/>
              <a:t>Houschka</a:t>
            </a:r>
            <a:r>
              <a:rPr lang="en-US"/>
              <a:t> Rounded Alt, 24 </a:t>
            </a:r>
            <a:r>
              <a:rPr lang="en-US" err="1"/>
              <a:t>px</a:t>
            </a:r>
            <a:r>
              <a:rPr lang="en-US"/>
              <a:t> as per the approved design.</a:t>
            </a:r>
          </a:p>
          <a:p>
            <a:pPr marL="342900" indent="-342900" fontAlgn="t">
              <a:buClr>
                <a:schemeClr val="tx1"/>
              </a:buClr>
              <a:buFont typeface="Calibri" panose="020F0502020204030204"/>
              <a:buAutoNum type="arabicPeriod" startAt="2"/>
            </a:pPr>
            <a:r>
              <a:rPr lang="en-US"/>
              <a:t>Project Name heading should follow the approved typography hierarchy using </a:t>
            </a:r>
            <a:r>
              <a:rPr lang="en-US" err="1"/>
              <a:t>Houschka</a:t>
            </a:r>
            <a:r>
              <a:rPr lang="en-US"/>
              <a:t> Rounded Alt, 26 </a:t>
            </a:r>
            <a:r>
              <a:rPr lang="en-US" err="1"/>
              <a:t>px</a:t>
            </a:r>
            <a:r>
              <a:rPr lang="en-US"/>
              <a:t>.</a:t>
            </a:r>
            <a:endParaRPr lang="en-US">
              <a:ea typeface="Calibri"/>
              <a:cs typeface="Calibri"/>
            </a:endParaRPr>
          </a:p>
          <a:p>
            <a:pPr marL="342900" lvl="0" indent="-342900" fontAlgn="t">
              <a:buClr>
                <a:schemeClr val="tx1"/>
              </a:buClr>
              <a:buFont typeface="Calibri" panose="020F0502020204030204"/>
              <a:buAutoNum type="arabicPeriod" startAt="3"/>
            </a:pPr>
            <a:r>
              <a:rPr lang="en-US"/>
              <a:t>KPI cards should match the approved design for typography, corner radius, iconography, color treatment, and visual hierarchy.</a:t>
            </a:r>
          </a:p>
          <a:p>
            <a:pPr marL="342900" indent="-342900" fontAlgn="t">
              <a:buClr>
                <a:schemeClr val="tx1"/>
              </a:buClr>
              <a:buFont typeface="+mj-lt"/>
              <a:buAutoNum type="arabicPeriod" startAt="4"/>
            </a:pPr>
            <a:r>
              <a:rPr lang="en-US">
                <a:highlight>
                  <a:srgbClr val="FFFF00"/>
                </a:highlight>
              </a:rPr>
              <a:t>Consider changing View Activity Logs to a link-style action that opens project-specific activity logs in a dedicated page or modal, which I will include in Figma design.</a:t>
            </a:r>
          </a:p>
          <a:p>
            <a:pPr marL="342900" lvl="1" indent="0">
              <a:buNone/>
            </a:pPr>
            <a:r>
              <a:rPr lang="en-US" sz="1400" b="1">
                <a:solidFill>
                  <a:srgbClr val="1F4E79"/>
                </a:solidFill>
                <a:latin typeface="Calibri"/>
              </a:rPr>
              <a:t>Waiting on design: </a:t>
            </a:r>
            <a:r>
              <a:rPr lang="en-US" sz="1400" i="1">
                <a:solidFill>
                  <a:srgbClr val="3F3F3F"/>
                </a:solidFill>
                <a:latin typeface="Calibri"/>
              </a:rPr>
              <a:t>The project-specific activity log page or modal will come from the designer in Figma.</a:t>
            </a:r>
          </a:p>
          <a:p>
            <a:pPr marL="342900" lvl="0" indent="-342900" fontAlgn="t">
              <a:buClr>
                <a:schemeClr val="tx1"/>
              </a:buClr>
              <a:buFont typeface="+mj-lt"/>
              <a:buAutoNum type="arabicPeriod" startAt="5"/>
            </a:pPr>
            <a:r>
              <a:rPr lang="en-US"/>
              <a:t>Update the table to follow the approved design pattern for layout, spacing, typography, and data presentation.</a:t>
            </a:r>
          </a:p>
          <a:p>
            <a:pPr marL="342900" lvl="0" indent="-342900" fontAlgn="t">
              <a:buClr>
                <a:schemeClr val="tx1"/>
              </a:buClr>
              <a:buFont typeface="+mj-lt"/>
              <a:buAutoNum type="arabicPeriod" startAt="6"/>
            </a:pPr>
            <a:r>
              <a:rPr lang="en-US"/>
              <a:t>Ensure table actions, headers, and row elements align with the visual treatment shown in the proposed design.</a:t>
            </a:r>
          </a:p>
          <a:p>
            <a:pPr marL="342900" lvl="0" indent="-342900" fontAlgn="t">
              <a:buClr>
                <a:schemeClr val="tx1"/>
              </a:buClr>
              <a:buFont typeface="+mj-lt"/>
              <a:buAutoNum type="arabicPeriod" startAt="7"/>
            </a:pPr>
            <a:r>
              <a:rPr lang="en-US"/>
              <a:t>KPI titles should use </a:t>
            </a:r>
            <a:r>
              <a:rPr lang="en-US" err="1"/>
              <a:t>Houschka</a:t>
            </a:r>
            <a:r>
              <a:rPr lang="en-US"/>
              <a:t> Rounded Alt and supporting content should use Calibri as per the approved typography system.</a:t>
            </a:r>
            <a:endParaRPr lang="en-US">
              <a:ea typeface="Calibri"/>
              <a:cs typeface="Calibri"/>
            </a:endParaRPr>
          </a:p>
        </p:txBody>
      </p:sp>
    </p:spTree>
    <p:extLst>
      <p:ext uri="{BB962C8B-B14F-4D97-AF65-F5344CB8AC3E}">
        <p14:creationId xmlns:p14="http://schemas.microsoft.com/office/powerpoint/2010/main" val="1047297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923CA-7379-B6EE-3C77-B8A0A5FA2555}"/>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3F29D5D8-F1D2-B2D0-99FC-BFF1F0794C73}"/>
              </a:ext>
            </a:extLst>
          </p:cNvPr>
          <p:cNvPicPr>
            <a:picLocks noChangeAspect="1"/>
          </p:cNvPicPr>
          <p:nvPr/>
        </p:nvPicPr>
        <p:blipFill>
          <a:blip r:embed="rId2"/>
          <a:stretch>
            <a:fillRect/>
          </a:stretch>
        </p:blipFill>
        <p:spPr>
          <a:xfrm>
            <a:off x="492891" y="659874"/>
            <a:ext cx="11103590" cy="5580672"/>
          </a:xfrm>
          <a:prstGeom prst="rect">
            <a:avLst/>
          </a:prstGeom>
        </p:spPr>
      </p:pic>
      <p:sp>
        <p:nvSpPr>
          <p:cNvPr id="24" name="Title 23">
            <a:extLst>
              <a:ext uri="{FF2B5EF4-FFF2-40B4-BE49-F238E27FC236}">
                <a16:creationId xmlns:a16="http://schemas.microsoft.com/office/drawing/2014/main" id="{8E5F1FA5-7492-A228-DA02-50A248432B8E}"/>
              </a:ext>
            </a:extLst>
          </p:cNvPr>
          <p:cNvSpPr>
            <a:spLocks noGrp="1"/>
          </p:cNvSpPr>
          <p:nvPr>
            <p:ph type="title"/>
          </p:nvPr>
        </p:nvSpPr>
        <p:spPr/>
        <p:txBody>
          <a:bodyPr/>
          <a:lstStyle/>
          <a:p>
            <a:r>
              <a:rPr lang="en-US" sz="2000"/>
              <a:t>Screen – Usage credits request (Admin)</a:t>
            </a:r>
          </a:p>
        </p:txBody>
      </p:sp>
      <p:sp>
        <p:nvSpPr>
          <p:cNvPr id="14" name="Rectangle 13">
            <a:extLst>
              <a:ext uri="{FF2B5EF4-FFF2-40B4-BE49-F238E27FC236}">
                <a16:creationId xmlns:a16="http://schemas.microsoft.com/office/drawing/2014/main" id="{EE9743B2-DF1E-E84A-CC52-64681A6EF670}"/>
              </a:ext>
            </a:extLst>
          </p:cNvPr>
          <p:cNvSpPr/>
          <p:nvPr/>
        </p:nvSpPr>
        <p:spPr>
          <a:xfrm>
            <a:off x="595519" y="1572323"/>
            <a:ext cx="4224675" cy="481433"/>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9" name="Oval 28">
            <a:extLst>
              <a:ext uri="{FF2B5EF4-FFF2-40B4-BE49-F238E27FC236}">
                <a16:creationId xmlns:a16="http://schemas.microsoft.com/office/drawing/2014/main" id="{10984B4D-9ED7-9FDD-C858-1C4DFEA5B635}"/>
              </a:ext>
            </a:extLst>
          </p:cNvPr>
          <p:cNvSpPr/>
          <p:nvPr/>
        </p:nvSpPr>
        <p:spPr>
          <a:xfrm>
            <a:off x="536588" y="965004"/>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30" name="Oval 29">
            <a:extLst>
              <a:ext uri="{FF2B5EF4-FFF2-40B4-BE49-F238E27FC236}">
                <a16:creationId xmlns:a16="http://schemas.microsoft.com/office/drawing/2014/main" id="{AC3F5951-F5FB-8807-5F2A-1060F12BB264}"/>
              </a:ext>
            </a:extLst>
          </p:cNvPr>
          <p:cNvSpPr/>
          <p:nvPr/>
        </p:nvSpPr>
        <p:spPr>
          <a:xfrm>
            <a:off x="521464" y="1499010"/>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31" name="Rectangle 30">
            <a:extLst>
              <a:ext uri="{FF2B5EF4-FFF2-40B4-BE49-F238E27FC236}">
                <a16:creationId xmlns:a16="http://schemas.microsoft.com/office/drawing/2014/main" id="{D4DE3F44-8FC5-1BB0-D013-D666B6CDEE6F}"/>
              </a:ext>
            </a:extLst>
          </p:cNvPr>
          <p:cNvSpPr/>
          <p:nvPr/>
        </p:nvSpPr>
        <p:spPr>
          <a:xfrm>
            <a:off x="595519" y="2167381"/>
            <a:ext cx="10860607" cy="481433"/>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2" name="Oval 31">
            <a:extLst>
              <a:ext uri="{FF2B5EF4-FFF2-40B4-BE49-F238E27FC236}">
                <a16:creationId xmlns:a16="http://schemas.microsoft.com/office/drawing/2014/main" id="{72269F10-82AE-A226-0FCD-2BE128CE5F7B}"/>
              </a:ext>
            </a:extLst>
          </p:cNvPr>
          <p:cNvSpPr/>
          <p:nvPr/>
        </p:nvSpPr>
        <p:spPr>
          <a:xfrm>
            <a:off x="501445" y="2094185"/>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33" name="Rectangle 32">
            <a:extLst>
              <a:ext uri="{FF2B5EF4-FFF2-40B4-BE49-F238E27FC236}">
                <a16:creationId xmlns:a16="http://schemas.microsoft.com/office/drawing/2014/main" id="{2CEFA685-0752-79FB-7558-A4FF587F4070}"/>
              </a:ext>
            </a:extLst>
          </p:cNvPr>
          <p:cNvSpPr/>
          <p:nvPr/>
        </p:nvSpPr>
        <p:spPr>
          <a:xfrm>
            <a:off x="595519" y="2762438"/>
            <a:ext cx="653773" cy="1172499"/>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4" name="Oval 33">
            <a:extLst>
              <a:ext uri="{FF2B5EF4-FFF2-40B4-BE49-F238E27FC236}">
                <a16:creationId xmlns:a16="http://schemas.microsoft.com/office/drawing/2014/main" id="{7EB2BD06-C2AF-AF11-EF4E-D4659DDDE9BC}"/>
              </a:ext>
            </a:extLst>
          </p:cNvPr>
          <p:cNvSpPr/>
          <p:nvPr/>
        </p:nvSpPr>
        <p:spPr>
          <a:xfrm>
            <a:off x="501445" y="2706380"/>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
        <p:nvSpPr>
          <p:cNvPr id="35" name="Oval 34">
            <a:extLst>
              <a:ext uri="{FF2B5EF4-FFF2-40B4-BE49-F238E27FC236}">
                <a16:creationId xmlns:a16="http://schemas.microsoft.com/office/drawing/2014/main" id="{A25B084C-61AC-E967-54AB-787DEEA75AD7}"/>
              </a:ext>
            </a:extLst>
          </p:cNvPr>
          <p:cNvSpPr/>
          <p:nvPr/>
        </p:nvSpPr>
        <p:spPr>
          <a:xfrm>
            <a:off x="1389468" y="2705246"/>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36" name="Rectangle 35">
            <a:extLst>
              <a:ext uri="{FF2B5EF4-FFF2-40B4-BE49-F238E27FC236}">
                <a16:creationId xmlns:a16="http://schemas.microsoft.com/office/drawing/2014/main" id="{DF0EC716-A6A6-6675-FA6B-D5CE13CBE222}"/>
              </a:ext>
            </a:extLst>
          </p:cNvPr>
          <p:cNvSpPr/>
          <p:nvPr/>
        </p:nvSpPr>
        <p:spPr>
          <a:xfrm>
            <a:off x="8154559" y="3333594"/>
            <a:ext cx="755535" cy="481433"/>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7" name="Oval 36">
            <a:extLst>
              <a:ext uri="{FF2B5EF4-FFF2-40B4-BE49-F238E27FC236}">
                <a16:creationId xmlns:a16="http://schemas.microsoft.com/office/drawing/2014/main" id="{71CAA223-EABE-7A61-02F9-379FA667E5D2}"/>
              </a:ext>
            </a:extLst>
          </p:cNvPr>
          <p:cNvSpPr/>
          <p:nvPr/>
        </p:nvSpPr>
        <p:spPr>
          <a:xfrm>
            <a:off x="8009847" y="3209334"/>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6</a:t>
            </a:r>
          </a:p>
        </p:txBody>
      </p:sp>
      <p:sp>
        <p:nvSpPr>
          <p:cNvPr id="38" name="Oval 37">
            <a:extLst>
              <a:ext uri="{FF2B5EF4-FFF2-40B4-BE49-F238E27FC236}">
                <a16:creationId xmlns:a16="http://schemas.microsoft.com/office/drawing/2014/main" id="{5B3FE507-B671-42EB-1D4C-90D039B7C548}"/>
              </a:ext>
            </a:extLst>
          </p:cNvPr>
          <p:cNvSpPr/>
          <p:nvPr/>
        </p:nvSpPr>
        <p:spPr>
          <a:xfrm>
            <a:off x="9246336" y="3348686"/>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7</a:t>
            </a:r>
          </a:p>
        </p:txBody>
      </p:sp>
      <p:sp>
        <p:nvSpPr>
          <p:cNvPr id="39" name="Oval 38">
            <a:extLst>
              <a:ext uri="{FF2B5EF4-FFF2-40B4-BE49-F238E27FC236}">
                <a16:creationId xmlns:a16="http://schemas.microsoft.com/office/drawing/2014/main" id="{14C7600E-3D88-5481-7ECB-5704E6F6C98C}"/>
              </a:ext>
            </a:extLst>
          </p:cNvPr>
          <p:cNvSpPr/>
          <p:nvPr/>
        </p:nvSpPr>
        <p:spPr>
          <a:xfrm>
            <a:off x="4801927" y="4417120"/>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8</a:t>
            </a:r>
          </a:p>
        </p:txBody>
      </p:sp>
    </p:spTree>
    <p:extLst>
      <p:ext uri="{BB962C8B-B14F-4D97-AF65-F5344CB8AC3E}">
        <p14:creationId xmlns:p14="http://schemas.microsoft.com/office/powerpoint/2010/main" val="34749477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D8571-8288-C54F-80FA-21F2269E1CED}"/>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DB5B81B-5217-EEDC-AD5E-EF7BACC6C892}"/>
              </a:ext>
            </a:extLst>
          </p:cNvPr>
          <p:cNvSpPr>
            <a:spLocks noGrp="1"/>
          </p:cNvSpPr>
          <p:nvPr>
            <p:ph idx="1"/>
          </p:nvPr>
        </p:nvSpPr>
        <p:spPr>
          <a:xfrm>
            <a:off x="838200" y="612441"/>
            <a:ext cx="10515600" cy="5564522"/>
          </a:xfrm>
        </p:spPr>
        <p:txBody>
          <a:bodyPr vert="horz" lIns="91440" tIns="45720" rIns="91440" bIns="45720" rtlCol="0" anchor="t">
            <a:normAutofit/>
          </a:bodyPr>
          <a:lstStyle/>
          <a:p>
            <a:pPr marL="342900" lvl="0" indent="-342900" fontAlgn="t">
              <a:buClr>
                <a:schemeClr val="tx1"/>
              </a:buClr>
              <a:buFont typeface="+mj-lt"/>
              <a:buAutoNum type="arabicPeriod"/>
            </a:pPr>
            <a:r>
              <a:rPr lang="en-US"/>
              <a:t>Page Heading should use </a:t>
            </a:r>
            <a:r>
              <a:rPr lang="en-US" err="1"/>
              <a:t>Houschka</a:t>
            </a:r>
            <a:r>
              <a:rPr lang="en-US"/>
              <a:t> Rounded Alt, 24 </a:t>
            </a:r>
            <a:r>
              <a:rPr lang="en-US" err="1"/>
              <a:t>px</a:t>
            </a:r>
            <a:r>
              <a:rPr lang="en-US"/>
              <a:t> and Page Subtitle should use Calibri, 20 </a:t>
            </a:r>
            <a:r>
              <a:rPr lang="en-US" err="1"/>
              <a:t>px</a:t>
            </a:r>
            <a:r>
              <a:rPr lang="en-US"/>
              <a:t> as per the approved design.</a:t>
            </a:r>
          </a:p>
          <a:p>
            <a:pPr marL="342900" lvl="0" indent="-342900" fontAlgn="t">
              <a:buClr>
                <a:schemeClr val="tx1"/>
              </a:buClr>
              <a:buFont typeface="+mj-lt"/>
              <a:buAutoNum type="arabicPeriod"/>
            </a:pPr>
            <a:r>
              <a:rPr lang="en-US"/>
              <a:t>Update the tab component to match the approved design for active, inactive, and count badge states.</a:t>
            </a:r>
          </a:p>
          <a:p>
            <a:pPr marL="342900" lvl="0" indent="-342900" fontAlgn="t">
              <a:buClr>
                <a:schemeClr val="tx1"/>
              </a:buClr>
              <a:buFont typeface="+mj-lt"/>
              <a:buAutoNum type="arabicPeriod"/>
            </a:pPr>
            <a:r>
              <a:rPr lang="en-US"/>
              <a:t>Add row selection checkboxes to support bulk approval actions.</a:t>
            </a:r>
          </a:p>
          <a:p>
            <a:pPr marL="342900" lvl="0" indent="-342900" fontAlgn="t">
              <a:buClr>
                <a:schemeClr val="tx1"/>
              </a:buClr>
              <a:buFont typeface="+mj-lt"/>
              <a:buAutoNum type="arabicPeriod"/>
            </a:pPr>
            <a:r>
              <a:rPr lang="en-US"/>
              <a:t>Include the approved Bulk Actions control to enable processing multiple requests at once.</a:t>
            </a:r>
          </a:p>
          <a:p>
            <a:pPr marL="342900" lvl="0" indent="-342900" fontAlgn="t">
              <a:buClr>
                <a:schemeClr val="tx1"/>
              </a:buClr>
              <a:buFont typeface="+mj-lt"/>
              <a:buAutoNum type="arabicPeriod"/>
            </a:pPr>
            <a:r>
              <a:rPr lang="en-US"/>
              <a:t>Update the table to follow the approved design pattern for layout, spacing, typography, and data presentation.</a:t>
            </a:r>
          </a:p>
          <a:p>
            <a:pPr marL="342900" lvl="0" indent="-342900" fontAlgn="t">
              <a:buClr>
                <a:schemeClr val="tx1"/>
              </a:buClr>
              <a:buFont typeface="+mj-lt"/>
              <a:buAutoNum type="arabicPeriod"/>
            </a:pPr>
            <a:r>
              <a:rPr lang="en-US"/>
              <a:t>Status chips should match the approved design for color, size, corner radius, and typography.</a:t>
            </a:r>
          </a:p>
          <a:p>
            <a:pPr marL="342900" lvl="0" indent="-342900" fontAlgn="t">
              <a:buClr>
                <a:schemeClr val="tx1"/>
              </a:buClr>
              <a:buFont typeface="+mj-lt"/>
              <a:buAutoNum type="arabicPeriod"/>
            </a:pPr>
            <a:r>
              <a:rPr lang="en-US"/>
              <a:t>Action buttons (Approve, Reject) should follow the approved CTA styling and button hierarchy.</a:t>
            </a:r>
          </a:p>
          <a:p>
            <a:pPr marL="342900" lvl="0" indent="-342900" fontAlgn="t">
              <a:buClr>
                <a:schemeClr val="tx1"/>
              </a:buClr>
              <a:buFont typeface="+mj-lt"/>
              <a:buAutoNum type="arabicPeriod"/>
            </a:pPr>
            <a:r>
              <a:rPr lang="en-US"/>
              <a:t>Replace the footer copyright placement with the approved layout and positioning shown in the design.</a:t>
            </a:r>
          </a:p>
        </p:txBody>
      </p:sp>
    </p:spTree>
    <p:extLst>
      <p:ext uri="{BB962C8B-B14F-4D97-AF65-F5344CB8AC3E}">
        <p14:creationId xmlns:p14="http://schemas.microsoft.com/office/powerpoint/2010/main" val="8199689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62D4C-7A53-C7BA-909F-87082D8F89B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0C87395-9C48-5718-9B70-EF4DEDA3E074}"/>
              </a:ext>
            </a:extLst>
          </p:cNvPr>
          <p:cNvPicPr>
            <a:picLocks noChangeAspect="1"/>
          </p:cNvPicPr>
          <p:nvPr/>
        </p:nvPicPr>
        <p:blipFill>
          <a:blip r:embed="rId2"/>
          <a:stretch>
            <a:fillRect/>
          </a:stretch>
        </p:blipFill>
        <p:spPr>
          <a:xfrm>
            <a:off x="378980" y="695084"/>
            <a:ext cx="11345183" cy="5467832"/>
          </a:xfrm>
          <a:prstGeom prst="rect">
            <a:avLst/>
          </a:prstGeom>
        </p:spPr>
      </p:pic>
      <p:sp>
        <p:nvSpPr>
          <p:cNvPr id="24" name="Title 23">
            <a:extLst>
              <a:ext uri="{FF2B5EF4-FFF2-40B4-BE49-F238E27FC236}">
                <a16:creationId xmlns:a16="http://schemas.microsoft.com/office/drawing/2014/main" id="{E9614A28-6685-D83C-E33D-8EA8724EF377}"/>
              </a:ext>
            </a:extLst>
          </p:cNvPr>
          <p:cNvSpPr>
            <a:spLocks noGrp="1"/>
          </p:cNvSpPr>
          <p:nvPr>
            <p:ph type="title"/>
          </p:nvPr>
        </p:nvSpPr>
        <p:spPr/>
        <p:txBody>
          <a:bodyPr/>
          <a:lstStyle/>
          <a:p>
            <a:r>
              <a:rPr lang="en-US" sz="2000"/>
              <a:t>Screen – User Management (Admin)</a:t>
            </a:r>
          </a:p>
        </p:txBody>
      </p:sp>
      <p:sp>
        <p:nvSpPr>
          <p:cNvPr id="15" name="Rectangle 14">
            <a:extLst>
              <a:ext uri="{FF2B5EF4-FFF2-40B4-BE49-F238E27FC236}">
                <a16:creationId xmlns:a16="http://schemas.microsoft.com/office/drawing/2014/main" id="{3AE8B78B-24BF-2DD6-94A5-9AF7A5A871A7}"/>
              </a:ext>
            </a:extLst>
          </p:cNvPr>
          <p:cNvSpPr/>
          <p:nvPr/>
        </p:nvSpPr>
        <p:spPr>
          <a:xfrm>
            <a:off x="378980" y="1558991"/>
            <a:ext cx="4062391" cy="531066"/>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 name="Rectangle 2">
            <a:extLst>
              <a:ext uri="{FF2B5EF4-FFF2-40B4-BE49-F238E27FC236}">
                <a16:creationId xmlns:a16="http://schemas.microsoft.com/office/drawing/2014/main" id="{5D62B6CA-B124-A316-5FA9-CA1F5BDA4C0B}"/>
              </a:ext>
            </a:extLst>
          </p:cNvPr>
          <p:cNvSpPr/>
          <p:nvPr/>
        </p:nvSpPr>
        <p:spPr>
          <a:xfrm>
            <a:off x="257323" y="2236725"/>
            <a:ext cx="11466840" cy="531066"/>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7" name="Oval 26">
            <a:extLst>
              <a:ext uri="{FF2B5EF4-FFF2-40B4-BE49-F238E27FC236}">
                <a16:creationId xmlns:a16="http://schemas.microsoft.com/office/drawing/2014/main" id="{A3EEC97C-0154-7753-1EA8-3CA2607C225E}"/>
              </a:ext>
            </a:extLst>
          </p:cNvPr>
          <p:cNvSpPr/>
          <p:nvPr/>
        </p:nvSpPr>
        <p:spPr>
          <a:xfrm>
            <a:off x="479225" y="941418"/>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28" name="Oval 27">
            <a:extLst>
              <a:ext uri="{FF2B5EF4-FFF2-40B4-BE49-F238E27FC236}">
                <a16:creationId xmlns:a16="http://schemas.microsoft.com/office/drawing/2014/main" id="{C80FF0F5-A347-00BB-AEEE-0D182151F347}"/>
              </a:ext>
            </a:extLst>
          </p:cNvPr>
          <p:cNvSpPr/>
          <p:nvPr/>
        </p:nvSpPr>
        <p:spPr>
          <a:xfrm>
            <a:off x="450840" y="2168035"/>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29" name="Oval 28">
            <a:extLst>
              <a:ext uri="{FF2B5EF4-FFF2-40B4-BE49-F238E27FC236}">
                <a16:creationId xmlns:a16="http://schemas.microsoft.com/office/drawing/2014/main" id="{1131DC6F-D968-816F-1301-6162D261D85E}"/>
              </a:ext>
            </a:extLst>
          </p:cNvPr>
          <p:cNvSpPr/>
          <p:nvPr/>
        </p:nvSpPr>
        <p:spPr>
          <a:xfrm>
            <a:off x="306128" y="1492614"/>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30" name="Oval 29">
            <a:extLst>
              <a:ext uri="{FF2B5EF4-FFF2-40B4-BE49-F238E27FC236}">
                <a16:creationId xmlns:a16="http://schemas.microsoft.com/office/drawing/2014/main" id="{845167B9-3EBE-B244-EFE9-CA4E93B50B77}"/>
              </a:ext>
            </a:extLst>
          </p:cNvPr>
          <p:cNvSpPr/>
          <p:nvPr/>
        </p:nvSpPr>
        <p:spPr>
          <a:xfrm>
            <a:off x="488354" y="2997936"/>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
        <p:nvSpPr>
          <p:cNvPr id="31" name="Oval 30">
            <a:extLst>
              <a:ext uri="{FF2B5EF4-FFF2-40B4-BE49-F238E27FC236}">
                <a16:creationId xmlns:a16="http://schemas.microsoft.com/office/drawing/2014/main" id="{F2B01447-54BE-0662-8D8D-06B63CE930B9}"/>
              </a:ext>
            </a:extLst>
          </p:cNvPr>
          <p:cNvSpPr/>
          <p:nvPr/>
        </p:nvSpPr>
        <p:spPr>
          <a:xfrm>
            <a:off x="740264" y="3393842"/>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33" name="Rectangle 32">
            <a:extLst>
              <a:ext uri="{FF2B5EF4-FFF2-40B4-BE49-F238E27FC236}">
                <a16:creationId xmlns:a16="http://schemas.microsoft.com/office/drawing/2014/main" id="{C586A8CD-CF29-0990-696C-1214304AA535}"/>
              </a:ext>
            </a:extLst>
          </p:cNvPr>
          <p:cNvSpPr/>
          <p:nvPr/>
        </p:nvSpPr>
        <p:spPr>
          <a:xfrm>
            <a:off x="5882745" y="4090210"/>
            <a:ext cx="1732902" cy="2072706"/>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2" name="Oval 31">
            <a:extLst>
              <a:ext uri="{FF2B5EF4-FFF2-40B4-BE49-F238E27FC236}">
                <a16:creationId xmlns:a16="http://schemas.microsoft.com/office/drawing/2014/main" id="{BC1BB8D1-CBFD-C4BC-7FF1-5DFDB800706B}"/>
              </a:ext>
            </a:extLst>
          </p:cNvPr>
          <p:cNvSpPr/>
          <p:nvPr/>
        </p:nvSpPr>
        <p:spPr>
          <a:xfrm>
            <a:off x="5701607" y="3950857"/>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6</a:t>
            </a:r>
          </a:p>
        </p:txBody>
      </p:sp>
      <p:sp>
        <p:nvSpPr>
          <p:cNvPr id="34" name="Rectangle 33">
            <a:extLst>
              <a:ext uri="{FF2B5EF4-FFF2-40B4-BE49-F238E27FC236}">
                <a16:creationId xmlns:a16="http://schemas.microsoft.com/office/drawing/2014/main" id="{F60A08D4-9F90-36AD-79D2-DCA6F679F927}"/>
              </a:ext>
            </a:extLst>
          </p:cNvPr>
          <p:cNvSpPr/>
          <p:nvPr/>
        </p:nvSpPr>
        <p:spPr>
          <a:xfrm>
            <a:off x="7991146" y="4080913"/>
            <a:ext cx="2955528" cy="2072706"/>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5" name="Oval 34">
            <a:extLst>
              <a:ext uri="{FF2B5EF4-FFF2-40B4-BE49-F238E27FC236}">
                <a16:creationId xmlns:a16="http://schemas.microsoft.com/office/drawing/2014/main" id="{DB64ED2A-5FCD-F1B1-11BC-F2C8971F8354}"/>
              </a:ext>
            </a:extLst>
          </p:cNvPr>
          <p:cNvSpPr/>
          <p:nvPr/>
        </p:nvSpPr>
        <p:spPr>
          <a:xfrm>
            <a:off x="7859679" y="4030727"/>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7</a:t>
            </a:r>
          </a:p>
        </p:txBody>
      </p:sp>
      <p:sp>
        <p:nvSpPr>
          <p:cNvPr id="37" name="Rectangle 36">
            <a:extLst>
              <a:ext uri="{FF2B5EF4-FFF2-40B4-BE49-F238E27FC236}">
                <a16:creationId xmlns:a16="http://schemas.microsoft.com/office/drawing/2014/main" id="{CFD4BE6C-F247-7D00-556B-9C414989EA1B}"/>
              </a:ext>
            </a:extLst>
          </p:cNvPr>
          <p:cNvSpPr/>
          <p:nvPr/>
        </p:nvSpPr>
        <p:spPr>
          <a:xfrm>
            <a:off x="515157" y="4030727"/>
            <a:ext cx="4017654" cy="2072706"/>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6" name="Oval 35">
            <a:extLst>
              <a:ext uri="{FF2B5EF4-FFF2-40B4-BE49-F238E27FC236}">
                <a16:creationId xmlns:a16="http://schemas.microsoft.com/office/drawing/2014/main" id="{B44F0D7D-DA30-B005-F3E1-13B1416959D3}"/>
              </a:ext>
            </a:extLst>
          </p:cNvPr>
          <p:cNvSpPr/>
          <p:nvPr/>
        </p:nvSpPr>
        <p:spPr>
          <a:xfrm>
            <a:off x="334670" y="3971244"/>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8</a:t>
            </a:r>
          </a:p>
        </p:txBody>
      </p:sp>
    </p:spTree>
    <p:extLst>
      <p:ext uri="{BB962C8B-B14F-4D97-AF65-F5344CB8AC3E}">
        <p14:creationId xmlns:p14="http://schemas.microsoft.com/office/powerpoint/2010/main" val="17101276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6775F-D242-2775-6B00-021E77274440}"/>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C8D1600-587B-9A6D-F5D2-C5F469208927}"/>
              </a:ext>
            </a:extLst>
          </p:cNvPr>
          <p:cNvSpPr>
            <a:spLocks noGrp="1"/>
          </p:cNvSpPr>
          <p:nvPr>
            <p:ph idx="1"/>
          </p:nvPr>
        </p:nvSpPr>
        <p:spPr>
          <a:xfrm>
            <a:off x="838200" y="612441"/>
            <a:ext cx="10515600" cy="5564522"/>
          </a:xfrm>
        </p:spPr>
        <p:txBody>
          <a:bodyPr vert="horz" lIns="91440" tIns="45720" rIns="91440" bIns="45720" rtlCol="0" anchor="t">
            <a:normAutofit/>
          </a:bodyPr>
          <a:lstStyle/>
          <a:p>
            <a:pPr marL="342900" lvl="0" indent="-342900" fontAlgn="t">
              <a:buClr>
                <a:srgbClr val="000000"/>
              </a:buClr>
              <a:buFont typeface="+mj-lt"/>
              <a:buAutoNum type="arabicPeriod" startAt="1"/>
            </a:pPr>
            <a:r>
              <a:rPr lang="en-US"/>
              <a:t>Page Heading should use </a:t>
            </a:r>
            <a:r>
              <a:rPr lang="en-US" err="1"/>
              <a:t>Houschka</a:t>
            </a:r>
            <a:r>
              <a:rPr lang="en-US"/>
              <a:t> Rounded Alt, 24 </a:t>
            </a:r>
            <a:r>
              <a:rPr lang="en-US" err="1"/>
              <a:t>px</a:t>
            </a:r>
            <a:r>
              <a:rPr lang="en-US"/>
              <a:t> and Page Subtitle should use Calibri, 20 </a:t>
            </a:r>
            <a:r>
              <a:rPr lang="en-US" err="1"/>
              <a:t>px</a:t>
            </a:r>
            <a:r>
              <a:rPr lang="en-US"/>
              <a:t> as per the approved design.</a:t>
            </a:r>
          </a:p>
          <a:p>
            <a:pPr marL="342900" lvl="0" indent="-342900" fontAlgn="t">
              <a:buClr>
                <a:srgbClr val="000000"/>
              </a:buClr>
              <a:buFont typeface="+mj-lt"/>
              <a:buAutoNum type="arabicPeriod" startAt="2"/>
            </a:pPr>
            <a:r>
              <a:rPr lang="en-US">
                <a:highlight>
                  <a:srgbClr val="FFFF00"/>
                </a:highlight>
              </a:rPr>
              <a:t>Review whether the alert banner above the table is necessary, as it occupies valuable space without a clear action.</a:t>
            </a:r>
          </a:p>
          <a:p>
            <a:pPr marL="342900" lvl="1" indent="0">
              <a:buNone/>
            </a:pPr>
            <a:r>
              <a:rPr lang="en-US" sz="1400" b="1">
                <a:solidFill>
                  <a:srgbClr val="1F4E79"/>
                </a:solidFill>
                <a:latin typeface="Calibri"/>
              </a:rPr>
              <a:t>Needs decision: </a:t>
            </a:r>
            <a:r>
              <a:rPr lang="en-US" sz="1400" i="1">
                <a:solidFill>
                  <a:srgbClr val="3F3F3F"/>
                </a:solidFill>
                <a:latin typeface="Calibri"/>
              </a:rPr>
              <a:t>The banner only appears when users reach their credit limit and is the admin's only prompt for it. Remove it, or add a "View users" action?</a:t>
            </a:r>
          </a:p>
          <a:p>
            <a:pPr marL="342900" lvl="0" indent="-342900" fontAlgn="t">
              <a:buClr>
                <a:srgbClr val="000000"/>
              </a:buClr>
              <a:buFont typeface="+mj-lt"/>
              <a:buAutoNum type="arabicPeriod" startAt="3"/>
            </a:pPr>
            <a:r>
              <a:rPr lang="en-US"/>
              <a:t>Update the tab component to match the approved design for active, inactive, and count badge states.</a:t>
            </a:r>
          </a:p>
          <a:p>
            <a:pPr marL="342900" lvl="0" indent="-342900" fontAlgn="t">
              <a:buClr>
                <a:srgbClr val="000000"/>
              </a:buClr>
              <a:buFont typeface="+mj-lt"/>
              <a:buAutoNum type="arabicPeriod" startAt="4"/>
            </a:pPr>
            <a:r>
              <a:rPr lang="en-US">
                <a:highlight>
                  <a:srgbClr val="FFFF00"/>
                </a:highlight>
              </a:rPr>
              <a:t>Follow the proposed design pattern for search, filters, and bulk action controls.</a:t>
            </a:r>
          </a:p>
          <a:p>
            <a:pPr marL="342900" lvl="1" indent="0">
              <a:buNone/>
            </a:pPr>
            <a:r>
              <a:rPr lang="en-US" sz="1400" b="1">
                <a:solidFill>
                  <a:srgbClr val="B45F06"/>
                </a:solidFill>
                <a:latin typeface="Calibri"/>
              </a:rPr>
              <a:t>Partially addressed: </a:t>
            </a:r>
            <a:r>
              <a:rPr lang="en-US" sz="1400" i="1">
                <a:solidFill>
                  <a:srgbClr val="3F3F3F"/>
                </a:solidFill>
                <a:latin typeface="Calibri"/>
              </a:rPr>
              <a:t>Search and filters follow the design. Bulk actions were added to Usage Credits Requests only; which bulk actions should Users support?</a:t>
            </a:r>
          </a:p>
          <a:p>
            <a:pPr marL="342900" lvl="0" indent="-342900" fontAlgn="t">
              <a:buClr>
                <a:srgbClr val="000000"/>
              </a:buClr>
              <a:buFont typeface="+mj-lt"/>
              <a:buAutoNum type="arabicPeriod" startAt="5"/>
            </a:pPr>
            <a:r>
              <a:rPr lang="en-US"/>
              <a:t>Update the table to match the approved design for layout, typography, spacing, and data presentation.</a:t>
            </a:r>
          </a:p>
          <a:p>
            <a:pPr marL="342900" lvl="0" indent="-342900" fontAlgn="t">
              <a:buClr>
                <a:srgbClr val="000000"/>
              </a:buClr>
              <a:buFont typeface="+mj-lt"/>
              <a:buAutoNum type="arabicPeriod" startAt="6"/>
            </a:pPr>
            <a:r>
              <a:rPr lang="en-US"/>
              <a:t>Status chips should follow the approved design for color, corner radius, and visual treatment.</a:t>
            </a:r>
          </a:p>
          <a:p>
            <a:pPr marL="342900" lvl="0" indent="-342900" fontAlgn="t">
              <a:buClr>
                <a:srgbClr val="000000"/>
              </a:buClr>
              <a:buFont typeface="+mj-lt"/>
              <a:buAutoNum type="arabicPeriod" startAt="7"/>
            </a:pPr>
            <a:r>
              <a:rPr lang="en-US"/>
              <a:t>Action buttons (Configure API, Manage Credits) should follow the approved CTA styling and hierarchy.</a:t>
            </a:r>
          </a:p>
          <a:p>
            <a:pPr marL="342900" lvl="0" indent="-342900" fontAlgn="t">
              <a:buClr>
                <a:srgbClr val="000000"/>
              </a:buClr>
              <a:buFont typeface="+mj-lt"/>
              <a:buAutoNum type="arabicPeriod" startAt="8"/>
            </a:pPr>
            <a:r>
              <a:rPr lang="en-US"/>
              <a:t>User avatars, usage indicators, and visual status indicators should align with the approved design system.</a:t>
            </a:r>
          </a:p>
        </p:txBody>
      </p:sp>
    </p:spTree>
    <p:extLst>
      <p:ext uri="{BB962C8B-B14F-4D97-AF65-F5344CB8AC3E}">
        <p14:creationId xmlns:p14="http://schemas.microsoft.com/office/powerpoint/2010/main" val="35073220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9A658-5FA2-1A5B-4823-890C3DDE672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7E6B2D4-D1FB-23D2-546F-5A29DE5BBBB5}"/>
              </a:ext>
            </a:extLst>
          </p:cNvPr>
          <p:cNvPicPr>
            <a:picLocks noChangeAspect="1"/>
          </p:cNvPicPr>
          <p:nvPr/>
        </p:nvPicPr>
        <p:blipFill>
          <a:blip r:embed="rId2"/>
          <a:stretch>
            <a:fillRect/>
          </a:stretch>
        </p:blipFill>
        <p:spPr>
          <a:xfrm>
            <a:off x="417732" y="512572"/>
            <a:ext cx="11356535" cy="5840504"/>
          </a:xfrm>
          <a:prstGeom prst="rect">
            <a:avLst/>
          </a:prstGeom>
        </p:spPr>
      </p:pic>
      <p:sp>
        <p:nvSpPr>
          <p:cNvPr id="24" name="Title 23">
            <a:extLst>
              <a:ext uri="{FF2B5EF4-FFF2-40B4-BE49-F238E27FC236}">
                <a16:creationId xmlns:a16="http://schemas.microsoft.com/office/drawing/2014/main" id="{885CAE7F-4968-D12B-7A08-2A89D84D64E9}"/>
              </a:ext>
            </a:extLst>
          </p:cNvPr>
          <p:cNvSpPr>
            <a:spLocks noGrp="1"/>
          </p:cNvSpPr>
          <p:nvPr>
            <p:ph type="title"/>
          </p:nvPr>
        </p:nvSpPr>
        <p:spPr/>
        <p:txBody>
          <a:bodyPr/>
          <a:lstStyle/>
          <a:p>
            <a:r>
              <a:rPr lang="en-US" sz="2000"/>
              <a:t>Screen – Extension Management (Admin)</a:t>
            </a:r>
          </a:p>
        </p:txBody>
      </p:sp>
      <p:sp>
        <p:nvSpPr>
          <p:cNvPr id="11" name="Oval 10">
            <a:extLst>
              <a:ext uri="{FF2B5EF4-FFF2-40B4-BE49-F238E27FC236}">
                <a16:creationId xmlns:a16="http://schemas.microsoft.com/office/drawing/2014/main" id="{6D56FE65-1B44-D93F-49F1-2789FDFB16AC}"/>
              </a:ext>
            </a:extLst>
          </p:cNvPr>
          <p:cNvSpPr/>
          <p:nvPr/>
        </p:nvSpPr>
        <p:spPr>
          <a:xfrm>
            <a:off x="273020" y="458692"/>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27" name="Rectangle 26">
            <a:extLst>
              <a:ext uri="{FF2B5EF4-FFF2-40B4-BE49-F238E27FC236}">
                <a16:creationId xmlns:a16="http://schemas.microsoft.com/office/drawing/2014/main" id="{49D41877-4D4F-0C6D-8EA2-0D5B10980B10}"/>
              </a:ext>
            </a:extLst>
          </p:cNvPr>
          <p:cNvSpPr/>
          <p:nvPr/>
        </p:nvSpPr>
        <p:spPr>
          <a:xfrm>
            <a:off x="562444" y="926811"/>
            <a:ext cx="3591545" cy="1920892"/>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9" name="Oval 28">
            <a:extLst>
              <a:ext uri="{FF2B5EF4-FFF2-40B4-BE49-F238E27FC236}">
                <a16:creationId xmlns:a16="http://schemas.microsoft.com/office/drawing/2014/main" id="{6DB7E343-B92C-CDD7-D13A-D318AAEDA8CF}"/>
              </a:ext>
            </a:extLst>
          </p:cNvPr>
          <p:cNvSpPr/>
          <p:nvPr/>
        </p:nvSpPr>
        <p:spPr>
          <a:xfrm>
            <a:off x="441511" y="866743"/>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30" name="Oval 29">
            <a:extLst>
              <a:ext uri="{FF2B5EF4-FFF2-40B4-BE49-F238E27FC236}">
                <a16:creationId xmlns:a16="http://schemas.microsoft.com/office/drawing/2014/main" id="{FB322CEC-EEE3-2445-34E3-AC5E57F5BAA2}"/>
              </a:ext>
            </a:extLst>
          </p:cNvPr>
          <p:cNvSpPr/>
          <p:nvPr/>
        </p:nvSpPr>
        <p:spPr>
          <a:xfrm>
            <a:off x="586223" y="3427429"/>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31" name="Oval 30">
            <a:extLst>
              <a:ext uri="{FF2B5EF4-FFF2-40B4-BE49-F238E27FC236}">
                <a16:creationId xmlns:a16="http://schemas.microsoft.com/office/drawing/2014/main" id="{51EC292D-4755-9D15-6C3C-67BDB08C20BE}"/>
              </a:ext>
            </a:extLst>
          </p:cNvPr>
          <p:cNvSpPr/>
          <p:nvPr/>
        </p:nvSpPr>
        <p:spPr>
          <a:xfrm>
            <a:off x="1843326" y="2180046"/>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
        <p:nvSpPr>
          <p:cNvPr id="32" name="Oval 31">
            <a:extLst>
              <a:ext uri="{FF2B5EF4-FFF2-40B4-BE49-F238E27FC236}">
                <a16:creationId xmlns:a16="http://schemas.microsoft.com/office/drawing/2014/main" id="{0089EF8F-4C28-17C3-7B35-FE06FCB29760}"/>
              </a:ext>
            </a:extLst>
          </p:cNvPr>
          <p:cNvSpPr/>
          <p:nvPr/>
        </p:nvSpPr>
        <p:spPr>
          <a:xfrm>
            <a:off x="730935" y="4461037"/>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
        <p:nvSpPr>
          <p:cNvPr id="33" name="Oval 32">
            <a:extLst>
              <a:ext uri="{FF2B5EF4-FFF2-40B4-BE49-F238E27FC236}">
                <a16:creationId xmlns:a16="http://schemas.microsoft.com/office/drawing/2014/main" id="{1969060F-78E5-B57D-BFA9-4D6E0C92013F}"/>
              </a:ext>
            </a:extLst>
          </p:cNvPr>
          <p:cNvSpPr/>
          <p:nvPr/>
        </p:nvSpPr>
        <p:spPr>
          <a:xfrm>
            <a:off x="1988038" y="1249941"/>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34" name="Rectangle 33">
            <a:extLst>
              <a:ext uri="{FF2B5EF4-FFF2-40B4-BE49-F238E27FC236}">
                <a16:creationId xmlns:a16="http://schemas.microsoft.com/office/drawing/2014/main" id="{3102BE77-F689-9721-974A-0B95A8CF0F07}"/>
              </a:ext>
            </a:extLst>
          </p:cNvPr>
          <p:cNvSpPr/>
          <p:nvPr/>
        </p:nvSpPr>
        <p:spPr>
          <a:xfrm>
            <a:off x="4274922" y="861803"/>
            <a:ext cx="7330855" cy="5277740"/>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5" name="Oval 34">
            <a:extLst>
              <a:ext uri="{FF2B5EF4-FFF2-40B4-BE49-F238E27FC236}">
                <a16:creationId xmlns:a16="http://schemas.microsoft.com/office/drawing/2014/main" id="{B7884807-B092-17AA-3E0E-14AF3390634B}"/>
              </a:ext>
            </a:extLst>
          </p:cNvPr>
          <p:cNvSpPr/>
          <p:nvPr/>
        </p:nvSpPr>
        <p:spPr>
          <a:xfrm>
            <a:off x="4254558" y="757426"/>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6</a:t>
            </a:r>
          </a:p>
        </p:txBody>
      </p:sp>
      <p:sp>
        <p:nvSpPr>
          <p:cNvPr id="36" name="Oval 35">
            <a:extLst>
              <a:ext uri="{FF2B5EF4-FFF2-40B4-BE49-F238E27FC236}">
                <a16:creationId xmlns:a16="http://schemas.microsoft.com/office/drawing/2014/main" id="{06CBB8E4-E515-A7AD-460A-300802655677}"/>
              </a:ext>
            </a:extLst>
          </p:cNvPr>
          <p:cNvSpPr/>
          <p:nvPr/>
        </p:nvSpPr>
        <p:spPr>
          <a:xfrm>
            <a:off x="4939223" y="935137"/>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7</a:t>
            </a:r>
          </a:p>
        </p:txBody>
      </p:sp>
      <p:sp>
        <p:nvSpPr>
          <p:cNvPr id="37" name="Oval 36">
            <a:extLst>
              <a:ext uri="{FF2B5EF4-FFF2-40B4-BE49-F238E27FC236}">
                <a16:creationId xmlns:a16="http://schemas.microsoft.com/office/drawing/2014/main" id="{0E8BB8EB-1826-8E58-2260-C64D8A0D9825}"/>
              </a:ext>
            </a:extLst>
          </p:cNvPr>
          <p:cNvSpPr/>
          <p:nvPr/>
        </p:nvSpPr>
        <p:spPr>
          <a:xfrm>
            <a:off x="9914538" y="1154267"/>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8</a:t>
            </a:r>
          </a:p>
        </p:txBody>
      </p:sp>
    </p:spTree>
    <p:extLst>
      <p:ext uri="{BB962C8B-B14F-4D97-AF65-F5344CB8AC3E}">
        <p14:creationId xmlns:p14="http://schemas.microsoft.com/office/powerpoint/2010/main" val="20531979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DD72A-5703-4400-CF43-1C6CD72074FE}"/>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AFB8661E-61A9-EA30-4FEE-F95C0CEA9A85}"/>
              </a:ext>
            </a:extLst>
          </p:cNvPr>
          <p:cNvSpPr>
            <a:spLocks noGrp="1"/>
          </p:cNvSpPr>
          <p:nvPr>
            <p:ph idx="1"/>
          </p:nvPr>
        </p:nvSpPr>
        <p:spPr>
          <a:xfrm>
            <a:off x="838200" y="612441"/>
            <a:ext cx="10515600" cy="5564522"/>
          </a:xfrm>
        </p:spPr>
        <p:txBody>
          <a:bodyPr vert="horz" lIns="91440" tIns="45720" rIns="91440" bIns="45720" rtlCol="0" anchor="t">
            <a:normAutofit/>
          </a:bodyPr>
          <a:lstStyle/>
          <a:p>
            <a:pPr marL="342900" lvl="0" indent="-342900" fontAlgn="t">
              <a:buClr>
                <a:srgbClr val="000000"/>
              </a:buClr>
              <a:buFont typeface="+mj-lt"/>
              <a:buAutoNum type="arabicPeriod" startAt="1"/>
            </a:pPr>
            <a:r>
              <a:rPr lang="en-US"/>
              <a:t>Page Heading should use </a:t>
            </a:r>
            <a:r>
              <a:rPr lang="en-US" err="1"/>
              <a:t>Houschka</a:t>
            </a:r>
            <a:r>
              <a:rPr lang="en-US"/>
              <a:t> Rounded Alt, 24 </a:t>
            </a:r>
            <a:r>
              <a:rPr lang="en-US" err="1"/>
              <a:t>px</a:t>
            </a:r>
            <a:r>
              <a:rPr lang="en-US"/>
              <a:t> and Page Subtitle should use Calibri, 20 </a:t>
            </a:r>
            <a:r>
              <a:rPr lang="en-US" err="1"/>
              <a:t>px</a:t>
            </a:r>
            <a:r>
              <a:rPr lang="en-US"/>
              <a:t> as per the approved design.</a:t>
            </a:r>
          </a:p>
          <a:p>
            <a:pPr marL="342900" lvl="0" indent="-342900" fontAlgn="t">
              <a:buClr>
                <a:srgbClr val="000000"/>
              </a:buClr>
              <a:buFont typeface="+mj-lt"/>
              <a:buAutoNum type="arabicPeriod" startAt="2"/>
            </a:pPr>
            <a:r>
              <a:rPr lang="en-US"/>
              <a:t>Update the upload panel to match the proposed design for card layout, corner radius, spacing, and visual hierarchy.</a:t>
            </a:r>
          </a:p>
          <a:p>
            <a:pPr marL="342900" lvl="0" indent="-342900" fontAlgn="t">
              <a:buClr>
                <a:srgbClr val="000000"/>
              </a:buClr>
              <a:buFont typeface="+mj-lt"/>
              <a:buAutoNum type="arabicPeriod" startAt="3"/>
            </a:pPr>
            <a:r>
              <a:rPr lang="en-US"/>
              <a:t>Upload section labels, helper text, and guidelines should use the approved typography system (</a:t>
            </a:r>
            <a:r>
              <a:rPr lang="en-US" err="1"/>
              <a:t>Houschka</a:t>
            </a:r>
            <a:r>
              <a:rPr lang="en-US"/>
              <a:t> Rounded Alt for headings and Calibri for supporting content).</a:t>
            </a:r>
          </a:p>
          <a:p>
            <a:pPr marL="342900" lvl="0" indent="-342900" fontAlgn="t">
              <a:buClr>
                <a:srgbClr val="000000"/>
              </a:buClr>
              <a:buFont typeface="+mj-lt"/>
              <a:buAutoNum type="arabicPeriod" startAt="4"/>
            </a:pPr>
            <a:r>
              <a:rPr lang="en-US"/>
              <a:t>Apply the approved CTA styling for Browse Files and Upload Extension, including gradient treatment, button height, corner radius, and typography.</a:t>
            </a:r>
          </a:p>
          <a:p>
            <a:pPr marL="342900" lvl="0" indent="-342900" fontAlgn="t">
              <a:buClr>
                <a:srgbClr val="000000"/>
              </a:buClr>
              <a:buFont typeface="+mj-lt"/>
              <a:buAutoNum type="arabicPeriod" startAt="5"/>
            </a:pPr>
            <a:r>
              <a:rPr lang="en-US"/>
              <a:t>Ensure the upload area iconography, colors, and status indicators follow the approved design system.</a:t>
            </a:r>
          </a:p>
          <a:p>
            <a:pPr marL="342900" lvl="0" indent="-342900" fontAlgn="t">
              <a:buClr>
                <a:srgbClr val="000000"/>
              </a:buClr>
              <a:buFont typeface="+mj-lt"/>
              <a:buAutoNum type="arabicPeriod" startAt="6"/>
            </a:pPr>
            <a:r>
              <a:rPr lang="en-US"/>
              <a:t>Increase the table/container height to better utilize available screen space and maintain visual balance when data is limited.</a:t>
            </a:r>
          </a:p>
          <a:p>
            <a:pPr marL="342900" lvl="0" indent="-342900" fontAlgn="t">
              <a:buClr>
                <a:srgbClr val="000000"/>
              </a:buClr>
              <a:buFont typeface="+mj-lt"/>
              <a:buAutoNum type="arabicPeriod" startAt="7"/>
            </a:pPr>
            <a:r>
              <a:rPr lang="en-US"/>
              <a:t>Update the table to match the approved design pattern for typography, row spacing, status chips, and action controls.</a:t>
            </a:r>
          </a:p>
          <a:p>
            <a:pPr marL="342900" lvl="0" indent="-342900" fontAlgn="t">
              <a:buClr>
                <a:srgbClr val="000000"/>
              </a:buClr>
              <a:buFont typeface="+mj-lt"/>
              <a:buAutoNum type="arabicPeriod" startAt="8"/>
            </a:pPr>
            <a:r>
              <a:rPr lang="en-US">
                <a:highlight>
                  <a:srgbClr val="FFFF00"/>
                </a:highlight>
              </a:rPr>
              <a:t>Status chips (Active, Published, Deprecated) should follow the approved design for color, typography, and visual treatment.</a:t>
            </a:r>
          </a:p>
          <a:p>
            <a:pPr marL="342900" lvl="1" indent="0">
              <a:buNone/>
            </a:pPr>
            <a:r>
              <a:rPr lang="en-US" sz="1400" b="1">
                <a:solidFill>
                  <a:srgbClr val="C00000"/>
                </a:solidFill>
                <a:latin typeface="Calibri"/>
              </a:rPr>
              <a:t>Not addressed: </a:t>
            </a:r>
            <a:r>
              <a:rPr lang="en-US" sz="1400" i="1">
                <a:solidFill>
                  <a:srgbClr val="3F3F3F"/>
                </a:solidFill>
                <a:latin typeface="Calibri"/>
              </a:rPr>
              <a:t>Uploaded builds have no status or lifecycle (publish or deprecate) in the product, so there is nothing for these chips to show. Needs a feature decision.</a:t>
            </a:r>
          </a:p>
        </p:txBody>
      </p:sp>
    </p:spTree>
    <p:extLst>
      <p:ext uri="{BB962C8B-B14F-4D97-AF65-F5344CB8AC3E}">
        <p14:creationId xmlns:p14="http://schemas.microsoft.com/office/powerpoint/2010/main" val="23910429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94E20-CD99-C020-C369-1D885DD1BC0D}"/>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016D8607-9039-3F03-91FF-37BF929065C9}"/>
              </a:ext>
            </a:extLst>
          </p:cNvPr>
          <p:cNvSpPr>
            <a:spLocks noGrp="1"/>
          </p:cNvSpPr>
          <p:nvPr>
            <p:ph type="title"/>
          </p:nvPr>
        </p:nvSpPr>
        <p:spPr/>
        <p:txBody>
          <a:bodyPr/>
          <a:lstStyle/>
          <a:p>
            <a:r>
              <a:rPr lang="en-US" sz="2000"/>
              <a:t>Screen – Nav tab (Admin)</a:t>
            </a:r>
          </a:p>
        </p:txBody>
      </p:sp>
      <p:sp>
        <p:nvSpPr>
          <p:cNvPr id="2" name="TextBox 1">
            <a:extLst>
              <a:ext uri="{FF2B5EF4-FFF2-40B4-BE49-F238E27FC236}">
                <a16:creationId xmlns:a16="http://schemas.microsoft.com/office/drawing/2014/main" id="{6353DCEC-89A7-F41E-1B9D-350AD3B040D3}"/>
              </a:ext>
            </a:extLst>
          </p:cNvPr>
          <p:cNvSpPr txBox="1"/>
          <p:nvPr/>
        </p:nvSpPr>
        <p:spPr>
          <a:xfrm>
            <a:off x="269408" y="4408643"/>
            <a:ext cx="11165507" cy="1992157"/>
          </a:xfrm>
          <a:prstGeom prst="rect">
            <a:avLst/>
          </a:prstGeom>
          <a:noFill/>
        </p:spPr>
        <p:txBody>
          <a:bodyPr wrap="square" lIns="0" tIns="0" rIns="0" bIns="0" rtlCol="0" anchor="t" anchorCtr="0">
            <a:normAutofit fontScale="85000"/>
          </a:bodyPr>
          <a:lstStyle/>
          <a:p>
            <a:pPr marL="342900" lvl="0" indent="-342900" fontAlgn="t">
              <a:lnSpc>
                <a:spcPct val="100000"/>
              </a:lnSpc>
              <a:buFont typeface="+mj-lt"/>
              <a:buAutoNum type="arabicPeriod" startAt="1"/>
            </a:pPr>
            <a:r>
              <a:rPr lang="en-US" sz="1600">
                <a:highlight>
                  <a:srgbClr val="FFFF00"/>
                </a:highlight>
              </a:rPr>
              <a:t>Add the Password Resets tab to the navigation as shown in the approved design.</a:t>
            </a:r>
          </a:p>
          <a:p>
            <a:pPr marL="342900" lvl="1" indent="0">
              <a:buNone/>
            </a:pPr>
            <a:r>
              <a:rPr lang="en-US" sz="1400" b="1">
                <a:solidFill>
                  <a:srgbClr val="C00000"/>
                </a:solidFill>
                <a:latin typeface="Calibri"/>
              </a:rPr>
              <a:t>Not addressed: </a:t>
            </a:r>
            <a:r>
              <a:rPr lang="en-US" sz="1400" i="1">
                <a:solidFill>
                  <a:srgbClr val="3F3F3F"/>
                </a:solidFill>
                <a:latin typeface="Calibri"/>
              </a:rPr>
              <a:t>Password Resets depends on the deferred admin-approved reset workflow (see the Forgot Password slide).</a:t>
            </a:r>
          </a:p>
          <a:p>
            <a:pPr marL="342900" lvl="0" indent="-342900" fontAlgn="t">
              <a:lnSpc>
                <a:spcPct val="100000"/>
              </a:lnSpc>
              <a:buFont typeface="+mj-lt"/>
              <a:buAutoNum type="arabicPeriod" startAt="2"/>
            </a:pPr>
            <a:r>
              <a:rPr lang="en-US" sz="1600">
                <a:highlight>
                  <a:srgbClr val="FFFF00"/>
                </a:highlight>
              </a:rPr>
              <a:t>Review the functionality and user flows for the newly introduced Testing Agent App, Test Runs, and License tabs before finalizing the navigation structure.</a:t>
            </a:r>
          </a:p>
          <a:p>
            <a:pPr marL="342900" lvl="1" indent="0">
              <a:buNone/>
            </a:pPr>
            <a:r>
              <a:rPr lang="en-US" sz="1400" b="1">
                <a:solidFill>
                  <a:srgbClr val="B45F06"/>
                </a:solidFill>
                <a:latin typeface="Calibri"/>
              </a:rPr>
              <a:t>Partially addressed: </a:t>
            </a:r>
            <a:r>
              <a:rPr lang="en-US" sz="1400" i="1">
                <a:solidFill>
                  <a:srgbClr val="3F3F3F"/>
                </a:solidFill>
                <a:latin typeface="Calibri"/>
              </a:rPr>
              <a:t>The Testing Agent App and Test Runs tabs are no longer in the admin navigation. License remains and needs a product decision.</a:t>
            </a:r>
          </a:p>
          <a:p>
            <a:pPr marL="342900" lvl="0" indent="-342900" fontAlgn="t">
              <a:lnSpc>
                <a:spcPct val="100000"/>
              </a:lnSpc>
              <a:buFont typeface="+mj-lt"/>
              <a:buAutoNum type="arabicPeriod" startAt="3"/>
            </a:pPr>
            <a:r>
              <a:rPr lang="en-US" sz="1600">
                <a:highlight>
                  <a:srgbClr val="FFFF00"/>
                </a:highlight>
              </a:rPr>
              <a:t>Validate the placement of the new tabs to ensure they align with the product's information architecture and usability hierarchy.</a:t>
            </a:r>
          </a:p>
          <a:p>
            <a:pPr marL="342900" lvl="1" indent="0">
              <a:buNone/>
            </a:pPr>
            <a:r>
              <a:rPr lang="en-US" sz="1400" b="1">
                <a:solidFill>
                  <a:srgbClr val="1F4E79"/>
                </a:solidFill>
                <a:latin typeface="Calibri"/>
              </a:rPr>
              <a:t>Needs decision: </a:t>
            </a:r>
            <a:r>
              <a:rPr lang="en-US" sz="1400" i="1">
                <a:solidFill>
                  <a:srgbClr val="3F3F3F"/>
                </a:solidFill>
                <a:latin typeface="Calibri"/>
              </a:rPr>
              <a:t>License placement: it currently sits below a divider at the bottom of the admin navigation.</a:t>
            </a:r>
          </a:p>
          <a:p>
            <a:pPr marL="342900" lvl="0" indent="-342900" fontAlgn="t">
              <a:lnSpc>
                <a:spcPct val="100000"/>
              </a:lnSpc>
              <a:buFont typeface="+mj-lt"/>
              <a:buAutoNum type="arabicPeriod" startAt="4"/>
            </a:pPr>
            <a:r>
              <a:rPr lang="en-US" sz="1600"/>
              <a:t>Navigation labels should use </a:t>
            </a:r>
            <a:r>
              <a:rPr lang="en-US" sz="1600" err="1"/>
              <a:t>Houschka</a:t>
            </a:r>
            <a:r>
              <a:rPr lang="en-US" sz="1600"/>
              <a:t>, 20 </a:t>
            </a:r>
            <a:r>
              <a:rPr lang="en-US" sz="1600" err="1"/>
              <a:t>px</a:t>
            </a:r>
            <a:r>
              <a:rPr lang="en-US" sz="1600"/>
              <a:t> as per the approved design system.</a:t>
            </a:r>
          </a:p>
          <a:p>
            <a:pPr marL="342900" lvl="0" indent="-342900" fontAlgn="t">
              <a:lnSpc>
                <a:spcPct val="100000"/>
              </a:lnSpc>
              <a:buFont typeface="+mj-lt"/>
              <a:buAutoNum type="arabicPeriod" startAt="5"/>
            </a:pPr>
            <a:r>
              <a:rPr lang="en-US" sz="1600"/>
              <a:t>Ensure the active navigation state follows the approved design pattern for visual consistency.</a:t>
            </a:r>
          </a:p>
        </p:txBody>
      </p:sp>
      <p:sp>
        <p:nvSpPr>
          <p:cNvPr id="4" name="TextBox 3">
            <a:extLst>
              <a:ext uri="{FF2B5EF4-FFF2-40B4-BE49-F238E27FC236}">
                <a16:creationId xmlns:a16="http://schemas.microsoft.com/office/drawing/2014/main" id="{3318186C-5E61-77D9-8A4B-656EA1D4D36A}"/>
              </a:ext>
            </a:extLst>
          </p:cNvPr>
          <p:cNvSpPr txBox="1"/>
          <p:nvPr/>
        </p:nvSpPr>
        <p:spPr>
          <a:xfrm>
            <a:off x="2227005" y="512572"/>
            <a:ext cx="1769807" cy="207708"/>
          </a:xfrm>
          <a:prstGeom prst="rect">
            <a:avLst/>
          </a:prstGeom>
          <a:noFill/>
        </p:spPr>
        <p:txBody>
          <a:bodyPr wrap="none" lIns="0" tIns="0" rIns="0" bIns="0" rtlCol="0" anchor="ctr" anchorCtr="0">
            <a:noAutofit/>
          </a:bodyPr>
          <a:lstStyle/>
          <a:p>
            <a:pPr algn="ctr"/>
            <a:r>
              <a:rPr lang="en-US" sz="1200">
                <a:solidFill>
                  <a:schemeClr val="tx1"/>
                </a:solidFill>
              </a:rPr>
              <a:t>Developed Screen</a:t>
            </a:r>
          </a:p>
        </p:txBody>
      </p:sp>
      <p:sp>
        <p:nvSpPr>
          <p:cNvPr id="5" name="TextBox 4">
            <a:extLst>
              <a:ext uri="{FF2B5EF4-FFF2-40B4-BE49-F238E27FC236}">
                <a16:creationId xmlns:a16="http://schemas.microsoft.com/office/drawing/2014/main" id="{173E490A-A4A4-436A-D3BB-A9653BBEBA25}"/>
              </a:ext>
            </a:extLst>
          </p:cNvPr>
          <p:cNvSpPr txBox="1"/>
          <p:nvPr/>
        </p:nvSpPr>
        <p:spPr>
          <a:xfrm>
            <a:off x="8284703" y="512572"/>
            <a:ext cx="1769807" cy="207708"/>
          </a:xfrm>
          <a:prstGeom prst="rect">
            <a:avLst/>
          </a:prstGeom>
          <a:noFill/>
        </p:spPr>
        <p:txBody>
          <a:bodyPr wrap="none" lIns="0" tIns="0" rIns="0" bIns="0" rtlCol="0" anchor="ctr" anchorCtr="0">
            <a:noAutofit/>
          </a:bodyPr>
          <a:lstStyle/>
          <a:p>
            <a:pPr algn="ctr"/>
            <a:r>
              <a:rPr lang="en-US" sz="1200">
                <a:solidFill>
                  <a:srgbClr val="00B050"/>
                </a:solidFill>
              </a:rPr>
              <a:t>Proposed Design</a:t>
            </a:r>
          </a:p>
        </p:txBody>
      </p:sp>
      <p:pic>
        <p:nvPicPr>
          <p:cNvPr id="6" name="Picture 5">
            <a:extLst>
              <a:ext uri="{FF2B5EF4-FFF2-40B4-BE49-F238E27FC236}">
                <a16:creationId xmlns:a16="http://schemas.microsoft.com/office/drawing/2014/main" id="{21B97FD1-1A04-658E-58AE-152ED01A9ACF}"/>
              </a:ext>
            </a:extLst>
          </p:cNvPr>
          <p:cNvPicPr>
            <a:picLocks noChangeAspect="1"/>
          </p:cNvPicPr>
          <p:nvPr/>
        </p:nvPicPr>
        <p:blipFill>
          <a:blip r:embed="rId2"/>
          <a:stretch>
            <a:fillRect/>
          </a:stretch>
        </p:blipFill>
        <p:spPr>
          <a:xfrm>
            <a:off x="8402690" y="821621"/>
            <a:ext cx="1534420" cy="2885140"/>
          </a:xfrm>
          <a:prstGeom prst="rect">
            <a:avLst/>
          </a:prstGeom>
        </p:spPr>
      </p:pic>
      <p:pic>
        <p:nvPicPr>
          <p:cNvPr id="9" name="Picture 8">
            <a:extLst>
              <a:ext uri="{FF2B5EF4-FFF2-40B4-BE49-F238E27FC236}">
                <a16:creationId xmlns:a16="http://schemas.microsoft.com/office/drawing/2014/main" id="{8D2CF13C-3360-B005-C818-47F33A4A938B}"/>
              </a:ext>
            </a:extLst>
          </p:cNvPr>
          <p:cNvPicPr>
            <a:picLocks noChangeAspect="1"/>
          </p:cNvPicPr>
          <p:nvPr/>
        </p:nvPicPr>
        <p:blipFill>
          <a:blip r:embed="rId3"/>
          <a:stretch>
            <a:fillRect/>
          </a:stretch>
        </p:blipFill>
        <p:spPr>
          <a:xfrm>
            <a:off x="2470594" y="821621"/>
            <a:ext cx="1273671" cy="2973631"/>
          </a:xfrm>
          <a:prstGeom prst="rect">
            <a:avLst/>
          </a:prstGeom>
          <a:noFill/>
          <a:ln>
            <a:solidFill>
              <a:srgbClr val="F0EFAF"/>
            </a:solidFill>
          </a:ln>
        </p:spPr>
      </p:pic>
      <p:sp>
        <p:nvSpPr>
          <p:cNvPr id="15" name="Rectangle 14">
            <a:extLst>
              <a:ext uri="{FF2B5EF4-FFF2-40B4-BE49-F238E27FC236}">
                <a16:creationId xmlns:a16="http://schemas.microsoft.com/office/drawing/2014/main" id="{71088F5A-D043-F85F-E4E8-69694B8AFAA5}"/>
              </a:ext>
            </a:extLst>
          </p:cNvPr>
          <p:cNvSpPr/>
          <p:nvPr/>
        </p:nvSpPr>
        <p:spPr>
          <a:xfrm>
            <a:off x="2546555" y="2644949"/>
            <a:ext cx="1120877" cy="1061812"/>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5" name="Oval 24">
            <a:extLst>
              <a:ext uri="{FF2B5EF4-FFF2-40B4-BE49-F238E27FC236}">
                <a16:creationId xmlns:a16="http://schemas.microsoft.com/office/drawing/2014/main" id="{CEB073C0-8EB5-2E6E-B232-35E4A51054EA}"/>
              </a:ext>
            </a:extLst>
          </p:cNvPr>
          <p:cNvSpPr/>
          <p:nvPr/>
        </p:nvSpPr>
        <p:spPr>
          <a:xfrm>
            <a:off x="2316349" y="1869669"/>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26" name="Oval 25">
            <a:extLst>
              <a:ext uri="{FF2B5EF4-FFF2-40B4-BE49-F238E27FC236}">
                <a16:creationId xmlns:a16="http://schemas.microsoft.com/office/drawing/2014/main" id="{58E32286-90C9-E14D-4694-032E5E51F14D}"/>
              </a:ext>
            </a:extLst>
          </p:cNvPr>
          <p:cNvSpPr/>
          <p:nvPr/>
        </p:nvSpPr>
        <p:spPr>
          <a:xfrm>
            <a:off x="2363863" y="2556458"/>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27" name="Oval 26">
            <a:extLst>
              <a:ext uri="{FF2B5EF4-FFF2-40B4-BE49-F238E27FC236}">
                <a16:creationId xmlns:a16="http://schemas.microsoft.com/office/drawing/2014/main" id="{0FBAE3F4-C114-5AE1-E7D4-821509956939}"/>
              </a:ext>
            </a:extLst>
          </p:cNvPr>
          <p:cNvSpPr/>
          <p:nvPr/>
        </p:nvSpPr>
        <p:spPr>
          <a:xfrm>
            <a:off x="2363863" y="3428056"/>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28" name="Oval 27">
            <a:extLst>
              <a:ext uri="{FF2B5EF4-FFF2-40B4-BE49-F238E27FC236}">
                <a16:creationId xmlns:a16="http://schemas.microsoft.com/office/drawing/2014/main" id="{395F74C4-EF3F-9562-0414-C8D4170B93C1}"/>
              </a:ext>
            </a:extLst>
          </p:cNvPr>
          <p:cNvSpPr/>
          <p:nvPr/>
        </p:nvSpPr>
        <p:spPr>
          <a:xfrm>
            <a:off x="2651612" y="1195445"/>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
        <p:nvSpPr>
          <p:cNvPr id="29" name="Oval 28">
            <a:extLst>
              <a:ext uri="{FF2B5EF4-FFF2-40B4-BE49-F238E27FC236}">
                <a16:creationId xmlns:a16="http://schemas.microsoft.com/office/drawing/2014/main" id="{E7085292-6846-A666-0D28-1EAA038E9BEC}"/>
              </a:ext>
            </a:extLst>
          </p:cNvPr>
          <p:cNvSpPr/>
          <p:nvPr/>
        </p:nvSpPr>
        <p:spPr>
          <a:xfrm>
            <a:off x="3599553" y="1406877"/>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Tree>
    <p:extLst>
      <p:ext uri="{BB962C8B-B14F-4D97-AF65-F5344CB8AC3E}">
        <p14:creationId xmlns:p14="http://schemas.microsoft.com/office/powerpoint/2010/main" val="35628720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14E07-74D9-69E8-30F4-E8EBDD68733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2D83311-932E-A152-0E36-6D2439780882}"/>
              </a:ext>
            </a:extLst>
          </p:cNvPr>
          <p:cNvPicPr>
            <a:picLocks noChangeAspect="1"/>
          </p:cNvPicPr>
          <p:nvPr/>
        </p:nvPicPr>
        <p:blipFill>
          <a:blip r:embed="rId2"/>
          <a:stretch>
            <a:fillRect/>
          </a:stretch>
        </p:blipFill>
        <p:spPr>
          <a:xfrm>
            <a:off x="67091" y="821621"/>
            <a:ext cx="5886960" cy="2838696"/>
          </a:xfrm>
          <a:prstGeom prst="rect">
            <a:avLst/>
          </a:prstGeom>
        </p:spPr>
      </p:pic>
      <p:sp>
        <p:nvSpPr>
          <p:cNvPr id="24" name="Title 23">
            <a:extLst>
              <a:ext uri="{FF2B5EF4-FFF2-40B4-BE49-F238E27FC236}">
                <a16:creationId xmlns:a16="http://schemas.microsoft.com/office/drawing/2014/main" id="{3EE6A9D5-A268-200F-CAC1-1748B71188FC}"/>
              </a:ext>
            </a:extLst>
          </p:cNvPr>
          <p:cNvSpPr>
            <a:spLocks noGrp="1"/>
          </p:cNvSpPr>
          <p:nvPr>
            <p:ph type="title"/>
          </p:nvPr>
        </p:nvSpPr>
        <p:spPr/>
        <p:txBody>
          <a:bodyPr/>
          <a:lstStyle/>
          <a:p>
            <a:r>
              <a:rPr lang="en-US" sz="2000"/>
              <a:t>Screen – Activity Logs (Admin)</a:t>
            </a:r>
          </a:p>
        </p:txBody>
      </p:sp>
      <p:sp>
        <p:nvSpPr>
          <p:cNvPr id="2" name="TextBox 1">
            <a:extLst>
              <a:ext uri="{FF2B5EF4-FFF2-40B4-BE49-F238E27FC236}">
                <a16:creationId xmlns:a16="http://schemas.microsoft.com/office/drawing/2014/main" id="{BDDA0E6D-C016-D515-E214-D70AA3F639CD}"/>
              </a:ext>
            </a:extLst>
          </p:cNvPr>
          <p:cNvSpPr txBox="1"/>
          <p:nvPr/>
        </p:nvSpPr>
        <p:spPr>
          <a:xfrm>
            <a:off x="269408" y="4408643"/>
            <a:ext cx="11165507" cy="2057400"/>
          </a:xfrm>
          <a:prstGeom prst="rect">
            <a:avLst/>
          </a:prstGeom>
          <a:noFill/>
        </p:spPr>
        <p:txBody>
          <a:bodyPr wrap="square" lIns="0" tIns="0" rIns="0" bIns="0" rtlCol="0" anchor="t" anchorCtr="0">
            <a:noAutofit/>
          </a:bodyPr>
          <a:lstStyle/>
          <a:p>
            <a:pPr marL="342900" lvl="0" indent="-342900" fontAlgn="t">
              <a:lnSpc>
                <a:spcPct val="100000"/>
              </a:lnSpc>
              <a:buFont typeface="+mj-lt"/>
              <a:buAutoNum type="arabicPeriod"/>
            </a:pPr>
            <a:r>
              <a:rPr lang="en-US" sz="1600"/>
              <a:t>Replace the current project filter banner with the approved information bar design.</a:t>
            </a:r>
          </a:p>
          <a:p>
            <a:pPr marL="342900" lvl="0" indent="-342900" fontAlgn="t">
              <a:lnSpc>
                <a:spcPct val="100000"/>
              </a:lnSpc>
              <a:buFont typeface="+mj-lt"/>
              <a:buAutoNum type="arabicPeriod"/>
            </a:pPr>
            <a:r>
              <a:rPr lang="en-US" sz="1600"/>
              <a:t>Update the Usage Logs and Audit Logs tabs to match the proposed tab styling and active state.</a:t>
            </a:r>
          </a:p>
          <a:p>
            <a:pPr marL="342900" lvl="0" indent="-342900" fontAlgn="t">
              <a:lnSpc>
                <a:spcPct val="100000"/>
              </a:lnSpc>
              <a:buFont typeface="+mj-lt"/>
              <a:buAutoNum type="arabicPeriod"/>
            </a:pPr>
            <a:r>
              <a:rPr lang="en-US" sz="1600"/>
              <a:t>Table headers and content should use the approved typography system (</a:t>
            </a:r>
            <a:r>
              <a:rPr lang="en-US" sz="1600" err="1"/>
              <a:t>Houschka</a:t>
            </a:r>
            <a:r>
              <a:rPr lang="en-US" sz="1600"/>
              <a:t> Rounded Alt and Calibri) and match the design hierarchy.</a:t>
            </a:r>
          </a:p>
          <a:p>
            <a:pPr marL="342900" lvl="0" indent="-342900" fontAlgn="t">
              <a:lnSpc>
                <a:spcPct val="100000"/>
              </a:lnSpc>
              <a:buFont typeface="+mj-lt"/>
              <a:buAutoNum type="arabicPeriod"/>
            </a:pPr>
            <a:r>
              <a:rPr lang="en-US" sz="1600"/>
              <a:t>Status chips and View Details CTAs should follow the approved design-system styling.</a:t>
            </a:r>
          </a:p>
          <a:p>
            <a:pPr marL="342900" lvl="0" indent="-342900" fontAlgn="t">
              <a:lnSpc>
                <a:spcPct val="100000"/>
              </a:lnSpc>
              <a:buFont typeface="+mj-lt"/>
              <a:buAutoNum type="arabicPeriod"/>
            </a:pPr>
            <a:r>
              <a:rPr lang="en-US" sz="1600"/>
              <a:t>Rename Clear All to Clear All Activity Logs to make the action more explicit and user-friendly.</a:t>
            </a:r>
          </a:p>
        </p:txBody>
      </p:sp>
      <p:sp>
        <p:nvSpPr>
          <p:cNvPr id="4" name="TextBox 3">
            <a:extLst>
              <a:ext uri="{FF2B5EF4-FFF2-40B4-BE49-F238E27FC236}">
                <a16:creationId xmlns:a16="http://schemas.microsoft.com/office/drawing/2014/main" id="{AC639C5C-D568-CBAF-981A-F44A86EB1B3C}"/>
              </a:ext>
            </a:extLst>
          </p:cNvPr>
          <p:cNvSpPr txBox="1"/>
          <p:nvPr/>
        </p:nvSpPr>
        <p:spPr>
          <a:xfrm>
            <a:off x="2227005" y="512572"/>
            <a:ext cx="1769807" cy="207708"/>
          </a:xfrm>
          <a:prstGeom prst="rect">
            <a:avLst/>
          </a:prstGeom>
          <a:noFill/>
        </p:spPr>
        <p:txBody>
          <a:bodyPr wrap="none" lIns="0" tIns="0" rIns="0" bIns="0" rtlCol="0" anchor="ctr" anchorCtr="0">
            <a:noAutofit/>
          </a:bodyPr>
          <a:lstStyle/>
          <a:p>
            <a:pPr algn="ctr"/>
            <a:r>
              <a:rPr lang="en-US" sz="1200">
                <a:solidFill>
                  <a:schemeClr val="tx1"/>
                </a:solidFill>
              </a:rPr>
              <a:t>Developed Screen</a:t>
            </a:r>
          </a:p>
        </p:txBody>
      </p:sp>
      <p:sp>
        <p:nvSpPr>
          <p:cNvPr id="5" name="TextBox 4">
            <a:extLst>
              <a:ext uri="{FF2B5EF4-FFF2-40B4-BE49-F238E27FC236}">
                <a16:creationId xmlns:a16="http://schemas.microsoft.com/office/drawing/2014/main" id="{4869A64A-CBDA-8CDB-E4EB-5EFBBCE5B2A5}"/>
              </a:ext>
            </a:extLst>
          </p:cNvPr>
          <p:cNvSpPr txBox="1"/>
          <p:nvPr/>
        </p:nvSpPr>
        <p:spPr>
          <a:xfrm>
            <a:off x="8284703" y="512572"/>
            <a:ext cx="1769807" cy="207708"/>
          </a:xfrm>
          <a:prstGeom prst="rect">
            <a:avLst/>
          </a:prstGeom>
          <a:noFill/>
        </p:spPr>
        <p:txBody>
          <a:bodyPr wrap="none" lIns="0" tIns="0" rIns="0" bIns="0" rtlCol="0" anchor="ctr" anchorCtr="0">
            <a:noAutofit/>
          </a:bodyPr>
          <a:lstStyle/>
          <a:p>
            <a:pPr algn="ctr"/>
            <a:r>
              <a:rPr lang="en-US" sz="1200">
                <a:solidFill>
                  <a:srgbClr val="00B050"/>
                </a:solidFill>
              </a:rPr>
              <a:t>Proposed Design</a:t>
            </a:r>
          </a:p>
        </p:txBody>
      </p:sp>
      <p:sp>
        <p:nvSpPr>
          <p:cNvPr id="15" name="Rectangle 14">
            <a:extLst>
              <a:ext uri="{FF2B5EF4-FFF2-40B4-BE49-F238E27FC236}">
                <a16:creationId xmlns:a16="http://schemas.microsoft.com/office/drawing/2014/main" id="{9024DC71-BF3C-C636-16F9-874A8E1F2287}"/>
              </a:ext>
            </a:extLst>
          </p:cNvPr>
          <p:cNvSpPr/>
          <p:nvPr/>
        </p:nvSpPr>
        <p:spPr>
          <a:xfrm>
            <a:off x="130383" y="1838632"/>
            <a:ext cx="5749307" cy="1821682"/>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pic>
        <p:nvPicPr>
          <p:cNvPr id="9" name="Picture 8">
            <a:extLst>
              <a:ext uri="{FF2B5EF4-FFF2-40B4-BE49-F238E27FC236}">
                <a16:creationId xmlns:a16="http://schemas.microsoft.com/office/drawing/2014/main" id="{4A578C32-4C8B-73F2-2CC5-B165366555C4}"/>
              </a:ext>
            </a:extLst>
          </p:cNvPr>
          <p:cNvPicPr>
            <a:picLocks noChangeAspect="1"/>
          </p:cNvPicPr>
          <p:nvPr/>
        </p:nvPicPr>
        <p:blipFill>
          <a:blip r:embed="rId3"/>
          <a:stretch>
            <a:fillRect/>
          </a:stretch>
        </p:blipFill>
        <p:spPr>
          <a:xfrm>
            <a:off x="5990645" y="821619"/>
            <a:ext cx="6201355" cy="2838695"/>
          </a:xfrm>
          <a:prstGeom prst="rect">
            <a:avLst/>
          </a:prstGeom>
        </p:spPr>
      </p:pic>
      <p:sp>
        <p:nvSpPr>
          <p:cNvPr id="41" name="Oval 40">
            <a:extLst>
              <a:ext uri="{FF2B5EF4-FFF2-40B4-BE49-F238E27FC236}">
                <a16:creationId xmlns:a16="http://schemas.microsoft.com/office/drawing/2014/main" id="{7D99705A-B81B-AA0E-46EE-A53F637D7F48}"/>
              </a:ext>
            </a:extLst>
          </p:cNvPr>
          <p:cNvSpPr/>
          <p:nvPr/>
        </p:nvSpPr>
        <p:spPr>
          <a:xfrm>
            <a:off x="281439" y="817780"/>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42" name="Oval 41">
            <a:extLst>
              <a:ext uri="{FF2B5EF4-FFF2-40B4-BE49-F238E27FC236}">
                <a16:creationId xmlns:a16="http://schemas.microsoft.com/office/drawing/2014/main" id="{7F2925D7-0C95-64D0-2FA1-53ABF9AC6272}"/>
              </a:ext>
            </a:extLst>
          </p:cNvPr>
          <p:cNvSpPr/>
          <p:nvPr/>
        </p:nvSpPr>
        <p:spPr>
          <a:xfrm>
            <a:off x="293859" y="1572324"/>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43" name="Oval 42">
            <a:extLst>
              <a:ext uri="{FF2B5EF4-FFF2-40B4-BE49-F238E27FC236}">
                <a16:creationId xmlns:a16="http://schemas.microsoft.com/office/drawing/2014/main" id="{4E11A9AA-3ED5-5375-C94D-6D10B4887A37}"/>
              </a:ext>
            </a:extLst>
          </p:cNvPr>
          <p:cNvSpPr/>
          <p:nvPr/>
        </p:nvSpPr>
        <p:spPr>
          <a:xfrm>
            <a:off x="292827" y="1938057"/>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44" name="Oval 43">
            <a:extLst>
              <a:ext uri="{FF2B5EF4-FFF2-40B4-BE49-F238E27FC236}">
                <a16:creationId xmlns:a16="http://schemas.microsoft.com/office/drawing/2014/main" id="{8CC251B0-F7AB-4E4C-F522-939ECA67BD18}"/>
              </a:ext>
            </a:extLst>
          </p:cNvPr>
          <p:cNvSpPr/>
          <p:nvPr/>
        </p:nvSpPr>
        <p:spPr>
          <a:xfrm>
            <a:off x="3996812" y="2418438"/>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
        <p:nvSpPr>
          <p:cNvPr id="45" name="Oval 44">
            <a:extLst>
              <a:ext uri="{FF2B5EF4-FFF2-40B4-BE49-F238E27FC236}">
                <a16:creationId xmlns:a16="http://schemas.microsoft.com/office/drawing/2014/main" id="{F57FBFCE-27EF-EE9B-F7B0-334C38B40F6E}"/>
              </a:ext>
            </a:extLst>
          </p:cNvPr>
          <p:cNvSpPr/>
          <p:nvPr/>
        </p:nvSpPr>
        <p:spPr>
          <a:xfrm>
            <a:off x="5370074" y="1852728"/>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46" name="TextBox 45">
            <a:extLst>
              <a:ext uri="{FF2B5EF4-FFF2-40B4-BE49-F238E27FC236}">
                <a16:creationId xmlns:a16="http://schemas.microsoft.com/office/drawing/2014/main" id="{3A5EB9B1-78AD-11CD-E9D4-34216E091963}"/>
              </a:ext>
            </a:extLst>
          </p:cNvPr>
          <p:cNvSpPr txBox="1"/>
          <p:nvPr/>
        </p:nvSpPr>
        <p:spPr>
          <a:xfrm>
            <a:off x="-156754" y="627017"/>
            <a:ext cx="0" cy="0"/>
          </a:xfrm>
          <a:prstGeom prst="rect">
            <a:avLst/>
          </a:prstGeom>
          <a:noFill/>
        </p:spPr>
        <p:txBody>
          <a:bodyPr wrap="none" lIns="0" tIns="0" rIns="0" bIns="0" rtlCol="0" anchor="ctr" anchorCtr="0">
            <a:noAutofit/>
          </a:bodyPr>
          <a:lstStyle/>
          <a:p>
            <a:pPr algn="ctr"/>
            <a:endParaRPr lang="en-US" sz="1600">
              <a:solidFill>
                <a:schemeClr val="tx1"/>
              </a:solidFill>
            </a:endParaRPr>
          </a:p>
        </p:txBody>
      </p:sp>
    </p:spTree>
    <p:extLst>
      <p:ext uri="{BB962C8B-B14F-4D97-AF65-F5344CB8AC3E}">
        <p14:creationId xmlns:p14="http://schemas.microsoft.com/office/powerpoint/2010/main" val="20080601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67772-AFF2-E49A-E3CC-66A54C6DD80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6FF73DB-A2A9-CA54-82C2-7071D2A1C605}"/>
              </a:ext>
            </a:extLst>
          </p:cNvPr>
          <p:cNvPicPr>
            <a:picLocks noChangeAspect="1"/>
          </p:cNvPicPr>
          <p:nvPr/>
        </p:nvPicPr>
        <p:blipFill>
          <a:blip r:embed="rId2"/>
          <a:stretch>
            <a:fillRect/>
          </a:stretch>
        </p:blipFill>
        <p:spPr>
          <a:xfrm>
            <a:off x="1149240" y="707769"/>
            <a:ext cx="9405841" cy="3539897"/>
          </a:xfrm>
          <a:prstGeom prst="rect">
            <a:avLst/>
          </a:prstGeom>
        </p:spPr>
      </p:pic>
      <p:sp>
        <p:nvSpPr>
          <p:cNvPr id="24" name="Title 23">
            <a:extLst>
              <a:ext uri="{FF2B5EF4-FFF2-40B4-BE49-F238E27FC236}">
                <a16:creationId xmlns:a16="http://schemas.microsoft.com/office/drawing/2014/main" id="{E3A048DD-C64C-F4F9-4EA2-4E96570DF57A}"/>
              </a:ext>
            </a:extLst>
          </p:cNvPr>
          <p:cNvSpPr>
            <a:spLocks noGrp="1"/>
          </p:cNvSpPr>
          <p:nvPr>
            <p:ph type="title"/>
          </p:nvPr>
        </p:nvSpPr>
        <p:spPr/>
        <p:txBody>
          <a:bodyPr/>
          <a:lstStyle/>
          <a:p>
            <a:r>
              <a:rPr lang="en-US" sz="2000"/>
              <a:t>Screen – Activity logs (Admin)</a:t>
            </a:r>
          </a:p>
        </p:txBody>
      </p:sp>
      <p:sp>
        <p:nvSpPr>
          <p:cNvPr id="2" name="TextBox 1">
            <a:extLst>
              <a:ext uri="{FF2B5EF4-FFF2-40B4-BE49-F238E27FC236}">
                <a16:creationId xmlns:a16="http://schemas.microsoft.com/office/drawing/2014/main" id="{2CBB870E-46B8-5433-32AE-A5BF4BB27385}"/>
              </a:ext>
            </a:extLst>
          </p:cNvPr>
          <p:cNvSpPr txBox="1"/>
          <p:nvPr/>
        </p:nvSpPr>
        <p:spPr>
          <a:xfrm>
            <a:off x="269408" y="4408643"/>
            <a:ext cx="11165507" cy="2057400"/>
          </a:xfrm>
          <a:prstGeom prst="rect">
            <a:avLst/>
          </a:prstGeom>
          <a:noFill/>
        </p:spPr>
        <p:txBody>
          <a:bodyPr wrap="square" lIns="0" tIns="0" rIns="0" bIns="0" rtlCol="0" anchor="t" anchorCtr="0">
            <a:noAutofit/>
          </a:bodyPr>
          <a:lstStyle/>
          <a:p>
            <a:pPr marL="342900" lvl="0" indent="-342900" fontAlgn="t">
              <a:lnSpc>
                <a:spcPct val="100000"/>
              </a:lnSpc>
              <a:buFont typeface="+mj-lt"/>
              <a:buAutoNum type="arabicPeriod"/>
            </a:pPr>
            <a:r>
              <a:rPr lang="en-US" sz="1600"/>
              <a:t>Replace the browser-native pop-up with the approved modal design.</a:t>
            </a:r>
          </a:p>
          <a:p>
            <a:pPr marL="342900" lvl="0" indent="-342900" fontAlgn="t">
              <a:lnSpc>
                <a:spcPct val="100000"/>
              </a:lnSpc>
              <a:buFont typeface="+mj-lt"/>
              <a:buAutoNum type="arabicPeriod"/>
            </a:pPr>
            <a:r>
              <a:rPr lang="en-US" sz="1600"/>
              <a:t>Match the modal layout, typography (</a:t>
            </a:r>
            <a:r>
              <a:rPr lang="en-US" sz="1600" err="1"/>
              <a:t>Houschka</a:t>
            </a:r>
            <a:r>
              <a:rPr lang="en-US" sz="1600"/>
              <a:t> Rounded Alt and Calibri), and button styles with the design system.</a:t>
            </a:r>
          </a:p>
          <a:p>
            <a:pPr marL="342900" lvl="0" indent="-342900" fontAlgn="t">
              <a:lnSpc>
                <a:spcPct val="100000"/>
              </a:lnSpc>
              <a:buFont typeface="+mj-lt"/>
              <a:buAutoNum type="arabicPeriod"/>
            </a:pPr>
            <a:r>
              <a:rPr lang="en-US" sz="1600"/>
              <a:t>Update the confirmation message to clearly communicate that all activity logs will be deleted.</a:t>
            </a:r>
          </a:p>
          <a:p>
            <a:pPr marL="342900" lvl="0" indent="-342900" fontAlgn="t">
              <a:lnSpc>
                <a:spcPct val="100000"/>
              </a:lnSpc>
              <a:buFont typeface="+mj-lt"/>
              <a:buAutoNum type="arabicPeriod"/>
            </a:pPr>
            <a:r>
              <a:rPr lang="en-US" sz="1600"/>
              <a:t>Use the approved destructive-action color treatment and visual cues for the delete action.</a:t>
            </a:r>
          </a:p>
          <a:p>
            <a:pPr marL="342900" lvl="0" indent="-342900" fontAlgn="t">
              <a:lnSpc>
                <a:spcPct val="100000"/>
              </a:lnSpc>
              <a:buFont typeface="+mj-lt"/>
              <a:buAutoNum type="arabicPeriod"/>
            </a:pPr>
            <a:r>
              <a:rPr lang="en-US" sz="1600"/>
              <a:t>Align CTA button hierarchy and placement with the proposed modal design.</a:t>
            </a:r>
          </a:p>
        </p:txBody>
      </p:sp>
      <p:sp>
        <p:nvSpPr>
          <p:cNvPr id="15" name="Rectangle 14">
            <a:extLst>
              <a:ext uri="{FF2B5EF4-FFF2-40B4-BE49-F238E27FC236}">
                <a16:creationId xmlns:a16="http://schemas.microsoft.com/office/drawing/2014/main" id="{BAC6016D-7033-921B-AD55-7EDB0E71BB5E}"/>
              </a:ext>
            </a:extLst>
          </p:cNvPr>
          <p:cNvSpPr/>
          <p:nvPr/>
        </p:nvSpPr>
        <p:spPr>
          <a:xfrm>
            <a:off x="3252650" y="707770"/>
            <a:ext cx="3579223" cy="1483126"/>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8" name="Rectangle 7">
            <a:extLst>
              <a:ext uri="{FF2B5EF4-FFF2-40B4-BE49-F238E27FC236}">
                <a16:creationId xmlns:a16="http://schemas.microsoft.com/office/drawing/2014/main" id="{596E2A53-8AD6-9CD7-BA87-605F59D7F1F4}"/>
              </a:ext>
            </a:extLst>
          </p:cNvPr>
          <p:cNvSpPr/>
          <p:nvPr/>
        </p:nvSpPr>
        <p:spPr>
          <a:xfrm>
            <a:off x="9823408" y="2999516"/>
            <a:ext cx="548501" cy="429483"/>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6" name="Oval 25">
            <a:extLst>
              <a:ext uri="{FF2B5EF4-FFF2-40B4-BE49-F238E27FC236}">
                <a16:creationId xmlns:a16="http://schemas.microsoft.com/office/drawing/2014/main" id="{B8691576-CBA3-84ED-173C-E85B57A0B725}"/>
              </a:ext>
            </a:extLst>
          </p:cNvPr>
          <p:cNvSpPr/>
          <p:nvPr/>
        </p:nvSpPr>
        <p:spPr>
          <a:xfrm>
            <a:off x="3107938" y="707768"/>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27" name="Oval 26">
            <a:extLst>
              <a:ext uri="{FF2B5EF4-FFF2-40B4-BE49-F238E27FC236}">
                <a16:creationId xmlns:a16="http://schemas.microsoft.com/office/drawing/2014/main" id="{D1D61F56-3796-A630-705F-8115AF1FD45D}"/>
              </a:ext>
            </a:extLst>
          </p:cNvPr>
          <p:cNvSpPr/>
          <p:nvPr/>
        </p:nvSpPr>
        <p:spPr>
          <a:xfrm>
            <a:off x="3397362" y="1801034"/>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28" name="Oval 27">
            <a:extLst>
              <a:ext uri="{FF2B5EF4-FFF2-40B4-BE49-F238E27FC236}">
                <a16:creationId xmlns:a16="http://schemas.microsoft.com/office/drawing/2014/main" id="{C2DA1C17-DD52-3EDC-F6AD-81B4B5958AD1}"/>
              </a:ext>
            </a:extLst>
          </p:cNvPr>
          <p:cNvSpPr/>
          <p:nvPr/>
        </p:nvSpPr>
        <p:spPr>
          <a:xfrm>
            <a:off x="3553462" y="1115048"/>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29" name="Oval 28">
            <a:extLst>
              <a:ext uri="{FF2B5EF4-FFF2-40B4-BE49-F238E27FC236}">
                <a16:creationId xmlns:a16="http://schemas.microsoft.com/office/drawing/2014/main" id="{624565CA-DBA2-9E0C-7AB1-BC95E1B13F6A}"/>
              </a:ext>
            </a:extLst>
          </p:cNvPr>
          <p:cNvSpPr/>
          <p:nvPr/>
        </p:nvSpPr>
        <p:spPr>
          <a:xfrm>
            <a:off x="5562736" y="1869669"/>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30" name="Oval 29">
            <a:extLst>
              <a:ext uri="{FF2B5EF4-FFF2-40B4-BE49-F238E27FC236}">
                <a16:creationId xmlns:a16="http://schemas.microsoft.com/office/drawing/2014/main" id="{D82B247A-A1C5-A445-61A1-39A1ED815901}"/>
              </a:ext>
            </a:extLst>
          </p:cNvPr>
          <p:cNvSpPr/>
          <p:nvPr/>
        </p:nvSpPr>
        <p:spPr>
          <a:xfrm>
            <a:off x="9678696" y="2860162"/>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Tree>
    <p:extLst>
      <p:ext uri="{BB962C8B-B14F-4D97-AF65-F5344CB8AC3E}">
        <p14:creationId xmlns:p14="http://schemas.microsoft.com/office/powerpoint/2010/main" val="32321861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D2384-97CE-157F-1045-B86979FCA9C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0E5B6367-8477-6DEF-E930-14DC39D0B159}"/>
              </a:ext>
            </a:extLst>
          </p:cNvPr>
          <p:cNvPicPr>
            <a:picLocks noChangeAspect="1"/>
          </p:cNvPicPr>
          <p:nvPr/>
        </p:nvPicPr>
        <p:blipFill>
          <a:blip r:embed="rId2"/>
          <a:stretch>
            <a:fillRect/>
          </a:stretch>
        </p:blipFill>
        <p:spPr>
          <a:xfrm>
            <a:off x="177368" y="916923"/>
            <a:ext cx="5869080" cy="2472185"/>
          </a:xfrm>
          <a:prstGeom prst="rect">
            <a:avLst/>
          </a:prstGeom>
          <a:noFill/>
          <a:ln>
            <a:solidFill>
              <a:srgbClr val="F0EFAF"/>
            </a:solidFill>
          </a:ln>
        </p:spPr>
      </p:pic>
      <p:sp>
        <p:nvSpPr>
          <p:cNvPr id="24" name="Title 23">
            <a:extLst>
              <a:ext uri="{FF2B5EF4-FFF2-40B4-BE49-F238E27FC236}">
                <a16:creationId xmlns:a16="http://schemas.microsoft.com/office/drawing/2014/main" id="{A3F35829-E155-D696-E3A1-460AA65D21C8}"/>
              </a:ext>
            </a:extLst>
          </p:cNvPr>
          <p:cNvSpPr>
            <a:spLocks noGrp="1"/>
          </p:cNvSpPr>
          <p:nvPr>
            <p:ph type="title"/>
          </p:nvPr>
        </p:nvSpPr>
        <p:spPr/>
        <p:txBody>
          <a:bodyPr/>
          <a:lstStyle/>
          <a:p>
            <a:r>
              <a:rPr lang="en-US" sz="2000"/>
              <a:t>Screen – Activity logs (Admin)</a:t>
            </a:r>
          </a:p>
        </p:txBody>
      </p:sp>
      <p:sp>
        <p:nvSpPr>
          <p:cNvPr id="2" name="TextBox 1">
            <a:extLst>
              <a:ext uri="{FF2B5EF4-FFF2-40B4-BE49-F238E27FC236}">
                <a16:creationId xmlns:a16="http://schemas.microsoft.com/office/drawing/2014/main" id="{43F4AF6C-B380-8672-296C-4D41FB335F4C}"/>
              </a:ext>
            </a:extLst>
          </p:cNvPr>
          <p:cNvSpPr txBox="1"/>
          <p:nvPr/>
        </p:nvSpPr>
        <p:spPr>
          <a:xfrm>
            <a:off x="269408" y="4408643"/>
            <a:ext cx="11165507" cy="1992157"/>
          </a:xfrm>
          <a:prstGeom prst="rect">
            <a:avLst/>
          </a:prstGeom>
          <a:noFill/>
        </p:spPr>
        <p:txBody>
          <a:bodyPr wrap="square" lIns="0" tIns="0" rIns="0" bIns="0" rtlCol="0" anchor="t" anchorCtr="0">
            <a:normAutofit/>
          </a:bodyPr>
          <a:lstStyle/>
          <a:p>
            <a:pPr marL="342900" lvl="0" indent="-342900" fontAlgn="t">
              <a:lnSpc>
                <a:spcPct val="100000"/>
              </a:lnSpc>
              <a:buFont typeface="+mj-lt"/>
              <a:buAutoNum type="arabicPeriod" startAt="1"/>
            </a:pPr>
            <a:r>
              <a:rPr lang="en-US" sz="1600">
                <a:highlight>
                  <a:srgbClr val="FFFF00"/>
                </a:highlight>
              </a:rPr>
              <a:t>Review whether the newly added Operator column is required and aligns with the approved Audit Logs data structure.</a:t>
            </a:r>
          </a:p>
          <a:p>
            <a:pPr marL="342900" lvl="1" indent="0">
              <a:buNone/>
            </a:pPr>
            <a:r>
              <a:rPr lang="en-US" sz="1400" b="1">
                <a:solidFill>
                  <a:srgbClr val="1F4E79"/>
                </a:solidFill>
                <a:latin typeface="Calibri"/>
              </a:rPr>
              <a:t>Needs decision: </a:t>
            </a:r>
            <a:r>
              <a:rPr lang="en-US" sz="1400" i="1">
                <a:solidFill>
                  <a:srgbClr val="3F3F3F"/>
                </a:solidFill>
                <a:latin typeface="Calibri"/>
              </a:rPr>
              <a:t>There is no Operator column now; "Operator" remains as a Category value and filter for account activity (sign-up, sign-in and out, password and consent changes). Confirm it should stay.</a:t>
            </a:r>
          </a:p>
          <a:p>
            <a:pPr marL="342900" lvl="0" indent="-342900" fontAlgn="t">
              <a:lnSpc>
                <a:spcPct val="100000"/>
              </a:lnSpc>
              <a:buFont typeface="+mj-lt"/>
              <a:buAutoNum type="arabicPeriod" startAt="2"/>
            </a:pPr>
            <a:r>
              <a:rPr lang="en-US" sz="1600"/>
              <a:t>Add a View Details action to provide access to complete audit log information for each record.</a:t>
            </a:r>
          </a:p>
          <a:p>
            <a:pPr marL="342900" lvl="0" indent="-342900" fontAlgn="t">
              <a:lnSpc>
                <a:spcPct val="100000"/>
              </a:lnSpc>
              <a:buFont typeface="+mj-lt"/>
              <a:buAutoNum type="arabicPeriod" startAt="3"/>
            </a:pPr>
            <a:r>
              <a:rPr lang="en-US" sz="1600"/>
              <a:t>Follow the proposed audit log details pattern to display metadata, actions performed, timestamps, and related user information.</a:t>
            </a:r>
          </a:p>
          <a:p>
            <a:pPr marL="342900" lvl="0" indent="-342900" fontAlgn="t">
              <a:lnSpc>
                <a:spcPct val="100000"/>
              </a:lnSpc>
              <a:buFont typeface="+mj-lt"/>
              <a:buAutoNum type="arabicPeriod" startAt="4"/>
            </a:pPr>
            <a:r>
              <a:rPr lang="en-US" sz="1600"/>
              <a:t>Update the table to match the approved design for typography (</a:t>
            </a:r>
            <a:r>
              <a:rPr lang="en-US" sz="1600" err="1"/>
              <a:t>Houschka</a:t>
            </a:r>
            <a:r>
              <a:rPr lang="en-US" sz="1600"/>
              <a:t> Rounded Alt and Calibri), spacing, and data hierarchy.</a:t>
            </a:r>
          </a:p>
          <a:p>
            <a:pPr marL="342900" lvl="0" indent="-342900" fontAlgn="t">
              <a:lnSpc>
                <a:spcPct val="100000"/>
              </a:lnSpc>
              <a:buFont typeface="+mj-lt"/>
              <a:buAutoNum type="arabicPeriod" startAt="5"/>
            </a:pPr>
            <a:r>
              <a:rPr lang="en-US" sz="1600"/>
              <a:t>Status chips and table actions should follow the approved design-system styling.</a:t>
            </a:r>
          </a:p>
        </p:txBody>
      </p:sp>
      <p:sp>
        <p:nvSpPr>
          <p:cNvPr id="4" name="TextBox 3">
            <a:extLst>
              <a:ext uri="{FF2B5EF4-FFF2-40B4-BE49-F238E27FC236}">
                <a16:creationId xmlns:a16="http://schemas.microsoft.com/office/drawing/2014/main" id="{40A87073-5636-DEAA-0ADE-14E2EC1C853A}"/>
              </a:ext>
            </a:extLst>
          </p:cNvPr>
          <p:cNvSpPr txBox="1"/>
          <p:nvPr/>
        </p:nvSpPr>
        <p:spPr>
          <a:xfrm>
            <a:off x="2227005" y="512572"/>
            <a:ext cx="1769807" cy="207708"/>
          </a:xfrm>
          <a:prstGeom prst="rect">
            <a:avLst/>
          </a:prstGeom>
          <a:noFill/>
        </p:spPr>
        <p:txBody>
          <a:bodyPr wrap="none" lIns="0" tIns="0" rIns="0" bIns="0" rtlCol="0" anchor="ctr" anchorCtr="0">
            <a:noAutofit/>
          </a:bodyPr>
          <a:lstStyle/>
          <a:p>
            <a:pPr algn="ctr"/>
            <a:r>
              <a:rPr lang="en-US" sz="1200">
                <a:solidFill>
                  <a:schemeClr val="tx1"/>
                </a:solidFill>
              </a:rPr>
              <a:t>Developed Screen</a:t>
            </a:r>
          </a:p>
        </p:txBody>
      </p:sp>
      <p:sp>
        <p:nvSpPr>
          <p:cNvPr id="5" name="TextBox 4">
            <a:extLst>
              <a:ext uri="{FF2B5EF4-FFF2-40B4-BE49-F238E27FC236}">
                <a16:creationId xmlns:a16="http://schemas.microsoft.com/office/drawing/2014/main" id="{14DE91C5-D917-E690-5C12-B85A09ED85FC}"/>
              </a:ext>
            </a:extLst>
          </p:cNvPr>
          <p:cNvSpPr txBox="1"/>
          <p:nvPr/>
        </p:nvSpPr>
        <p:spPr>
          <a:xfrm>
            <a:off x="8284703" y="512572"/>
            <a:ext cx="1769807" cy="207708"/>
          </a:xfrm>
          <a:prstGeom prst="rect">
            <a:avLst/>
          </a:prstGeom>
          <a:noFill/>
        </p:spPr>
        <p:txBody>
          <a:bodyPr wrap="none" lIns="0" tIns="0" rIns="0" bIns="0" rtlCol="0" anchor="ctr" anchorCtr="0">
            <a:noAutofit/>
          </a:bodyPr>
          <a:lstStyle/>
          <a:p>
            <a:pPr algn="ctr"/>
            <a:r>
              <a:rPr lang="en-US" sz="1200">
                <a:solidFill>
                  <a:srgbClr val="00B050"/>
                </a:solidFill>
              </a:rPr>
              <a:t>Proposed Design</a:t>
            </a:r>
          </a:p>
        </p:txBody>
      </p:sp>
      <p:sp>
        <p:nvSpPr>
          <p:cNvPr id="15" name="Rectangle 14">
            <a:extLst>
              <a:ext uri="{FF2B5EF4-FFF2-40B4-BE49-F238E27FC236}">
                <a16:creationId xmlns:a16="http://schemas.microsoft.com/office/drawing/2014/main" id="{1B4C8405-305C-9DDB-1125-9232EA0FB97A}"/>
              </a:ext>
            </a:extLst>
          </p:cNvPr>
          <p:cNvSpPr/>
          <p:nvPr/>
        </p:nvSpPr>
        <p:spPr>
          <a:xfrm>
            <a:off x="269409" y="1602657"/>
            <a:ext cx="5747934" cy="1866235"/>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pic>
        <p:nvPicPr>
          <p:cNvPr id="6" name="Picture 5">
            <a:extLst>
              <a:ext uri="{FF2B5EF4-FFF2-40B4-BE49-F238E27FC236}">
                <a16:creationId xmlns:a16="http://schemas.microsoft.com/office/drawing/2014/main" id="{A7CE5C36-3E94-517C-B406-4C74F1E239C6}"/>
              </a:ext>
            </a:extLst>
          </p:cNvPr>
          <p:cNvPicPr>
            <a:picLocks noChangeAspect="1"/>
          </p:cNvPicPr>
          <p:nvPr/>
        </p:nvPicPr>
        <p:blipFill>
          <a:blip r:embed="rId3"/>
          <a:stretch>
            <a:fillRect/>
          </a:stretch>
        </p:blipFill>
        <p:spPr>
          <a:xfrm>
            <a:off x="6195896" y="821621"/>
            <a:ext cx="5938573" cy="2788658"/>
          </a:xfrm>
          <a:prstGeom prst="rect">
            <a:avLst/>
          </a:prstGeom>
        </p:spPr>
      </p:pic>
      <p:sp>
        <p:nvSpPr>
          <p:cNvPr id="7" name="Oval 6">
            <a:extLst>
              <a:ext uri="{FF2B5EF4-FFF2-40B4-BE49-F238E27FC236}">
                <a16:creationId xmlns:a16="http://schemas.microsoft.com/office/drawing/2014/main" id="{63F59A1D-9F5D-1655-0576-93B1C5B1BAF0}"/>
              </a:ext>
            </a:extLst>
          </p:cNvPr>
          <p:cNvSpPr/>
          <p:nvPr/>
        </p:nvSpPr>
        <p:spPr>
          <a:xfrm>
            <a:off x="5096870" y="2109303"/>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10" name="Oval 9">
            <a:extLst>
              <a:ext uri="{FF2B5EF4-FFF2-40B4-BE49-F238E27FC236}">
                <a16:creationId xmlns:a16="http://schemas.microsoft.com/office/drawing/2014/main" id="{75F8488C-5091-0983-AC45-D40C88FF1006}"/>
              </a:ext>
            </a:extLst>
          </p:cNvPr>
          <p:cNvSpPr/>
          <p:nvPr/>
        </p:nvSpPr>
        <p:spPr>
          <a:xfrm>
            <a:off x="4814997" y="2751930"/>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12" name="Oval 11">
            <a:extLst>
              <a:ext uri="{FF2B5EF4-FFF2-40B4-BE49-F238E27FC236}">
                <a16:creationId xmlns:a16="http://schemas.microsoft.com/office/drawing/2014/main" id="{2F40256A-7DAB-2398-6170-B8F869CFA9A1}"/>
              </a:ext>
            </a:extLst>
          </p:cNvPr>
          <p:cNvSpPr/>
          <p:nvPr/>
        </p:nvSpPr>
        <p:spPr>
          <a:xfrm>
            <a:off x="152384" y="1537964"/>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
        <p:nvSpPr>
          <p:cNvPr id="14" name="Oval 13">
            <a:extLst>
              <a:ext uri="{FF2B5EF4-FFF2-40B4-BE49-F238E27FC236}">
                <a16:creationId xmlns:a16="http://schemas.microsoft.com/office/drawing/2014/main" id="{EBE97C89-B68C-DEE6-4C95-9DE6E5206389}"/>
              </a:ext>
            </a:extLst>
          </p:cNvPr>
          <p:cNvSpPr/>
          <p:nvPr/>
        </p:nvSpPr>
        <p:spPr>
          <a:xfrm>
            <a:off x="4176398" y="3030537"/>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17" name="Oval 16">
            <a:extLst>
              <a:ext uri="{FF2B5EF4-FFF2-40B4-BE49-F238E27FC236}">
                <a16:creationId xmlns:a16="http://schemas.microsoft.com/office/drawing/2014/main" id="{AE8750B0-363C-C778-880A-6885A608BEC1}"/>
              </a:ext>
            </a:extLst>
          </p:cNvPr>
          <p:cNvSpPr/>
          <p:nvPr/>
        </p:nvSpPr>
        <p:spPr>
          <a:xfrm>
            <a:off x="4176398" y="1880404"/>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Tree>
    <p:extLst>
      <p:ext uri="{BB962C8B-B14F-4D97-AF65-F5344CB8AC3E}">
        <p14:creationId xmlns:p14="http://schemas.microsoft.com/office/powerpoint/2010/main" val="6403312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BDA9E-7E16-F63B-0881-7811ABAA677E}"/>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8CC0E4CB-43D9-851A-A087-E28476C33613}"/>
              </a:ext>
            </a:extLst>
          </p:cNvPr>
          <p:cNvSpPr>
            <a:spLocks noGrp="1"/>
          </p:cNvSpPr>
          <p:nvPr>
            <p:ph type="title"/>
          </p:nvPr>
        </p:nvSpPr>
        <p:spPr/>
        <p:txBody>
          <a:bodyPr/>
          <a:lstStyle/>
          <a:p>
            <a:r>
              <a:rPr lang="en-US" sz="2000"/>
              <a:t>Screen – Configure API Settings (Admin)</a:t>
            </a:r>
          </a:p>
        </p:txBody>
      </p:sp>
      <p:sp>
        <p:nvSpPr>
          <p:cNvPr id="2" name="TextBox 1">
            <a:extLst>
              <a:ext uri="{FF2B5EF4-FFF2-40B4-BE49-F238E27FC236}">
                <a16:creationId xmlns:a16="http://schemas.microsoft.com/office/drawing/2014/main" id="{9FF57CA7-1D50-DCA2-1483-EC2758D5FE21}"/>
              </a:ext>
            </a:extLst>
          </p:cNvPr>
          <p:cNvSpPr txBox="1"/>
          <p:nvPr/>
        </p:nvSpPr>
        <p:spPr>
          <a:xfrm>
            <a:off x="269408" y="4408643"/>
            <a:ext cx="11165507" cy="2057400"/>
          </a:xfrm>
          <a:prstGeom prst="rect">
            <a:avLst/>
          </a:prstGeom>
          <a:noFill/>
        </p:spPr>
        <p:txBody>
          <a:bodyPr wrap="square" lIns="0" tIns="0" rIns="0" bIns="0" rtlCol="0" anchor="t" anchorCtr="0">
            <a:noAutofit/>
          </a:bodyPr>
          <a:lstStyle/>
          <a:p>
            <a:pPr marL="342900" lvl="0" indent="-342900" fontAlgn="t">
              <a:lnSpc>
                <a:spcPct val="100000"/>
              </a:lnSpc>
              <a:buFont typeface="+mj-lt"/>
              <a:buAutoNum type="arabicPeriod"/>
            </a:pPr>
            <a:r>
              <a:rPr lang="en-US" sz="1600"/>
              <a:t>Follow the approved modal design pattern for modal dimensions, spacing, corner radius, and visual hierarchy.</a:t>
            </a:r>
          </a:p>
          <a:p>
            <a:pPr marL="342900" lvl="0" indent="-342900" fontAlgn="t">
              <a:lnSpc>
                <a:spcPct val="100000"/>
              </a:lnSpc>
              <a:buFont typeface="+mj-lt"/>
              <a:buAutoNum type="arabicPeriod"/>
            </a:pPr>
            <a:r>
              <a:rPr lang="en-US" sz="1600"/>
              <a:t>Modal title should use </a:t>
            </a:r>
            <a:r>
              <a:rPr lang="en-US" sz="1600" err="1"/>
              <a:t>Houschka</a:t>
            </a:r>
            <a:r>
              <a:rPr lang="en-US" sz="1600"/>
              <a:t> Rounded Alt 20 </a:t>
            </a:r>
            <a:r>
              <a:rPr lang="en-US" sz="1600" err="1"/>
              <a:t>px</a:t>
            </a:r>
            <a:r>
              <a:rPr lang="en-US" sz="1600"/>
              <a:t> and field labels/supporting text should use Calibri 20 </a:t>
            </a:r>
            <a:r>
              <a:rPr lang="en-US" sz="1600" err="1"/>
              <a:t>px</a:t>
            </a:r>
            <a:r>
              <a:rPr lang="en-US" sz="1600"/>
              <a:t> as per the approved typography system.</a:t>
            </a:r>
          </a:p>
          <a:p>
            <a:pPr marL="342900" lvl="0" indent="-342900" fontAlgn="t">
              <a:lnSpc>
                <a:spcPct val="100000"/>
              </a:lnSpc>
              <a:buFont typeface="+mj-lt"/>
              <a:buAutoNum type="arabicPeriod"/>
            </a:pPr>
            <a:r>
              <a:rPr lang="en-US" sz="1600"/>
              <a:t>Use the approved iconography for the modal header and maintain consistency with the design system.</a:t>
            </a:r>
          </a:p>
          <a:p>
            <a:pPr marL="342900" lvl="0" indent="-342900" fontAlgn="t">
              <a:lnSpc>
                <a:spcPct val="100000"/>
              </a:lnSpc>
              <a:buFont typeface="+mj-lt"/>
              <a:buAutoNum type="arabicPeriod"/>
            </a:pPr>
            <a:r>
              <a:rPr lang="en-US" sz="1600"/>
              <a:t>Input fields should match the proposed design for height, padding, border treatment, and placeholder styling.</a:t>
            </a:r>
          </a:p>
          <a:p>
            <a:pPr marL="342900" lvl="0" indent="-342900" fontAlgn="t">
              <a:lnSpc>
                <a:spcPct val="100000"/>
              </a:lnSpc>
              <a:buFont typeface="+mj-lt"/>
              <a:buAutoNum type="arabicPeriod"/>
            </a:pPr>
            <a:r>
              <a:rPr lang="en-US" sz="1600"/>
              <a:t>Apply the approved CTA styling for Save Changes and Cancel, including button hierarchy, gradient treatment, and typography.</a:t>
            </a:r>
          </a:p>
          <a:p>
            <a:pPr marL="342900" lvl="0" indent="-342900" fontAlgn="t">
              <a:lnSpc>
                <a:spcPct val="100000"/>
              </a:lnSpc>
              <a:buFont typeface="+mj-lt"/>
              <a:buAutoNum type="arabicPeriod"/>
            </a:pPr>
            <a:r>
              <a:rPr lang="en-US" sz="1600"/>
              <a:t>Ensure the close icon styling, placement, and interaction pattern match the proposed design.</a:t>
            </a:r>
          </a:p>
        </p:txBody>
      </p:sp>
      <p:sp>
        <p:nvSpPr>
          <p:cNvPr id="4" name="TextBox 3">
            <a:extLst>
              <a:ext uri="{FF2B5EF4-FFF2-40B4-BE49-F238E27FC236}">
                <a16:creationId xmlns:a16="http://schemas.microsoft.com/office/drawing/2014/main" id="{8B718224-13E5-FE93-B381-56A705B3018A}"/>
              </a:ext>
            </a:extLst>
          </p:cNvPr>
          <p:cNvSpPr txBox="1"/>
          <p:nvPr/>
        </p:nvSpPr>
        <p:spPr>
          <a:xfrm>
            <a:off x="2227005" y="512572"/>
            <a:ext cx="1769807" cy="207708"/>
          </a:xfrm>
          <a:prstGeom prst="rect">
            <a:avLst/>
          </a:prstGeom>
          <a:noFill/>
        </p:spPr>
        <p:txBody>
          <a:bodyPr wrap="none" lIns="0" tIns="0" rIns="0" bIns="0" rtlCol="0" anchor="ctr" anchorCtr="0">
            <a:noAutofit/>
          </a:bodyPr>
          <a:lstStyle/>
          <a:p>
            <a:pPr algn="ctr"/>
            <a:r>
              <a:rPr lang="en-US" sz="1200">
                <a:solidFill>
                  <a:schemeClr val="tx1"/>
                </a:solidFill>
              </a:rPr>
              <a:t>Developed Screen</a:t>
            </a:r>
          </a:p>
        </p:txBody>
      </p:sp>
      <p:sp>
        <p:nvSpPr>
          <p:cNvPr id="5" name="TextBox 4">
            <a:extLst>
              <a:ext uri="{FF2B5EF4-FFF2-40B4-BE49-F238E27FC236}">
                <a16:creationId xmlns:a16="http://schemas.microsoft.com/office/drawing/2014/main" id="{3C9353FF-26A7-DE3A-4846-A8E308F199D0}"/>
              </a:ext>
            </a:extLst>
          </p:cNvPr>
          <p:cNvSpPr txBox="1"/>
          <p:nvPr/>
        </p:nvSpPr>
        <p:spPr>
          <a:xfrm>
            <a:off x="8284703" y="512572"/>
            <a:ext cx="1769807" cy="207708"/>
          </a:xfrm>
          <a:prstGeom prst="rect">
            <a:avLst/>
          </a:prstGeom>
          <a:noFill/>
        </p:spPr>
        <p:txBody>
          <a:bodyPr wrap="none" lIns="0" tIns="0" rIns="0" bIns="0" rtlCol="0" anchor="ctr" anchorCtr="0">
            <a:noAutofit/>
          </a:bodyPr>
          <a:lstStyle/>
          <a:p>
            <a:pPr algn="ctr"/>
            <a:r>
              <a:rPr lang="en-US" sz="1200">
                <a:solidFill>
                  <a:srgbClr val="00B050"/>
                </a:solidFill>
              </a:rPr>
              <a:t>Proposed Design</a:t>
            </a:r>
          </a:p>
        </p:txBody>
      </p:sp>
      <p:pic>
        <p:nvPicPr>
          <p:cNvPr id="6" name="Picture 5">
            <a:extLst>
              <a:ext uri="{FF2B5EF4-FFF2-40B4-BE49-F238E27FC236}">
                <a16:creationId xmlns:a16="http://schemas.microsoft.com/office/drawing/2014/main" id="{B20EE631-30AD-61B0-BD94-7796A799208F}"/>
              </a:ext>
            </a:extLst>
          </p:cNvPr>
          <p:cNvPicPr>
            <a:picLocks noChangeAspect="1"/>
          </p:cNvPicPr>
          <p:nvPr/>
        </p:nvPicPr>
        <p:blipFill>
          <a:blip r:embed="rId2"/>
          <a:stretch>
            <a:fillRect/>
          </a:stretch>
        </p:blipFill>
        <p:spPr>
          <a:xfrm>
            <a:off x="1450986" y="821621"/>
            <a:ext cx="3382691" cy="3505120"/>
          </a:xfrm>
          <a:prstGeom prst="rect">
            <a:avLst/>
          </a:prstGeom>
        </p:spPr>
      </p:pic>
      <p:pic>
        <p:nvPicPr>
          <p:cNvPr id="9" name="Picture 8">
            <a:extLst>
              <a:ext uri="{FF2B5EF4-FFF2-40B4-BE49-F238E27FC236}">
                <a16:creationId xmlns:a16="http://schemas.microsoft.com/office/drawing/2014/main" id="{6386A344-C206-8B08-846D-6C1A8D954C43}"/>
              </a:ext>
            </a:extLst>
          </p:cNvPr>
          <p:cNvPicPr>
            <a:picLocks noChangeAspect="1"/>
          </p:cNvPicPr>
          <p:nvPr/>
        </p:nvPicPr>
        <p:blipFill>
          <a:blip r:embed="rId3"/>
          <a:stretch>
            <a:fillRect/>
          </a:stretch>
        </p:blipFill>
        <p:spPr>
          <a:xfrm>
            <a:off x="7320374" y="821621"/>
            <a:ext cx="3698463" cy="3505120"/>
          </a:xfrm>
          <a:prstGeom prst="rect">
            <a:avLst/>
          </a:prstGeom>
        </p:spPr>
      </p:pic>
      <p:sp>
        <p:nvSpPr>
          <p:cNvPr id="15" name="Rectangle 14">
            <a:extLst>
              <a:ext uri="{FF2B5EF4-FFF2-40B4-BE49-F238E27FC236}">
                <a16:creationId xmlns:a16="http://schemas.microsoft.com/office/drawing/2014/main" id="{203DB1BC-BBEC-5095-CC62-E8728746B092}"/>
              </a:ext>
            </a:extLst>
          </p:cNvPr>
          <p:cNvSpPr/>
          <p:nvPr/>
        </p:nvSpPr>
        <p:spPr>
          <a:xfrm>
            <a:off x="1632857" y="942587"/>
            <a:ext cx="2978332" cy="3211402"/>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5" name="Oval 24">
            <a:extLst>
              <a:ext uri="{FF2B5EF4-FFF2-40B4-BE49-F238E27FC236}">
                <a16:creationId xmlns:a16="http://schemas.microsoft.com/office/drawing/2014/main" id="{41933EBF-E81A-727A-5B49-155DAE833A52}"/>
              </a:ext>
            </a:extLst>
          </p:cNvPr>
          <p:cNvSpPr/>
          <p:nvPr/>
        </p:nvSpPr>
        <p:spPr>
          <a:xfrm>
            <a:off x="1450314" y="841346"/>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26" name="Oval 25">
            <a:extLst>
              <a:ext uri="{FF2B5EF4-FFF2-40B4-BE49-F238E27FC236}">
                <a16:creationId xmlns:a16="http://schemas.microsoft.com/office/drawing/2014/main" id="{7423E9D6-1C61-5507-9FD8-38F17D2C4B3E}"/>
              </a:ext>
            </a:extLst>
          </p:cNvPr>
          <p:cNvSpPr/>
          <p:nvPr/>
        </p:nvSpPr>
        <p:spPr>
          <a:xfrm>
            <a:off x="2886039" y="1074450"/>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27" name="Oval 26">
            <a:extLst>
              <a:ext uri="{FF2B5EF4-FFF2-40B4-BE49-F238E27FC236}">
                <a16:creationId xmlns:a16="http://schemas.microsoft.com/office/drawing/2014/main" id="{41711792-3FE9-E006-25F0-6A6C12F70747}"/>
              </a:ext>
            </a:extLst>
          </p:cNvPr>
          <p:cNvSpPr/>
          <p:nvPr/>
        </p:nvSpPr>
        <p:spPr>
          <a:xfrm>
            <a:off x="1715093" y="1165879"/>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28" name="Oval 27">
            <a:extLst>
              <a:ext uri="{FF2B5EF4-FFF2-40B4-BE49-F238E27FC236}">
                <a16:creationId xmlns:a16="http://schemas.microsoft.com/office/drawing/2014/main" id="{8CB3ED2E-62C4-8AEB-8727-A209FC35A6F6}"/>
              </a:ext>
            </a:extLst>
          </p:cNvPr>
          <p:cNvSpPr/>
          <p:nvPr/>
        </p:nvSpPr>
        <p:spPr>
          <a:xfrm>
            <a:off x="2227005" y="1956713"/>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
        <p:nvSpPr>
          <p:cNvPr id="29" name="Oval 28">
            <a:extLst>
              <a:ext uri="{FF2B5EF4-FFF2-40B4-BE49-F238E27FC236}">
                <a16:creationId xmlns:a16="http://schemas.microsoft.com/office/drawing/2014/main" id="{EFFA04B4-A5F3-B616-D487-5329FE17BBB2}"/>
              </a:ext>
            </a:extLst>
          </p:cNvPr>
          <p:cNvSpPr/>
          <p:nvPr/>
        </p:nvSpPr>
        <p:spPr>
          <a:xfrm>
            <a:off x="3138397" y="3730167"/>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30" name="Oval 29">
            <a:extLst>
              <a:ext uri="{FF2B5EF4-FFF2-40B4-BE49-F238E27FC236}">
                <a16:creationId xmlns:a16="http://schemas.microsoft.com/office/drawing/2014/main" id="{4136B734-DCAF-A795-C284-6888016B32D3}"/>
              </a:ext>
            </a:extLst>
          </p:cNvPr>
          <p:cNvSpPr/>
          <p:nvPr/>
        </p:nvSpPr>
        <p:spPr>
          <a:xfrm>
            <a:off x="3965774" y="1067919"/>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6</a:t>
            </a:r>
          </a:p>
        </p:txBody>
      </p:sp>
    </p:spTree>
    <p:extLst>
      <p:ext uri="{BB962C8B-B14F-4D97-AF65-F5344CB8AC3E}">
        <p14:creationId xmlns:p14="http://schemas.microsoft.com/office/powerpoint/2010/main" val="42740081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4FD26-7D52-9705-14A8-2EA25E50FC8F}"/>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E6B117FD-49DA-F0CB-8E1F-90459A9A7243}"/>
              </a:ext>
            </a:extLst>
          </p:cNvPr>
          <p:cNvSpPr>
            <a:spLocks noGrp="1"/>
          </p:cNvSpPr>
          <p:nvPr>
            <p:ph type="title"/>
          </p:nvPr>
        </p:nvSpPr>
        <p:spPr/>
        <p:txBody>
          <a:bodyPr/>
          <a:lstStyle/>
          <a:p>
            <a:r>
              <a:rPr lang="en-US" sz="2000"/>
              <a:t>Screen – Modals and Pop ups (All Users)</a:t>
            </a:r>
          </a:p>
        </p:txBody>
      </p:sp>
      <p:sp>
        <p:nvSpPr>
          <p:cNvPr id="2" name="TextBox 1">
            <a:extLst>
              <a:ext uri="{FF2B5EF4-FFF2-40B4-BE49-F238E27FC236}">
                <a16:creationId xmlns:a16="http://schemas.microsoft.com/office/drawing/2014/main" id="{AE87E413-9FC2-D827-130C-357021A85A52}"/>
              </a:ext>
            </a:extLst>
          </p:cNvPr>
          <p:cNvSpPr txBox="1"/>
          <p:nvPr/>
        </p:nvSpPr>
        <p:spPr>
          <a:xfrm>
            <a:off x="357214" y="4709160"/>
            <a:ext cx="11165507" cy="1691639"/>
          </a:xfrm>
          <a:prstGeom prst="rect">
            <a:avLst/>
          </a:prstGeom>
          <a:noFill/>
        </p:spPr>
        <p:txBody>
          <a:bodyPr wrap="square" lIns="0" tIns="0" rIns="0" bIns="0" rtlCol="0" anchor="t" anchorCtr="0">
            <a:normAutofit fontScale="72500" lnSpcReduction="10000"/>
          </a:bodyPr>
          <a:lstStyle/>
          <a:p>
            <a:pPr marL="342900" lvl="0" indent="-342900" fontAlgn="t">
              <a:lnSpc>
                <a:spcPct val="100000"/>
              </a:lnSpc>
              <a:buFont typeface="+mj-lt"/>
              <a:buAutoNum type="arabicPeriod" startAt="1"/>
            </a:pPr>
            <a:r>
              <a:rPr lang="en-US" sz="1600"/>
              <a:t>Replace browser-native pop-ups with the approved custom modal design.</a:t>
            </a:r>
          </a:p>
          <a:p>
            <a:pPr marL="342900" lvl="0" indent="-342900" fontAlgn="t">
              <a:lnSpc>
                <a:spcPct val="100000"/>
              </a:lnSpc>
              <a:buFont typeface="+mj-lt"/>
              <a:buAutoNum type="arabicPeriod" startAt="2"/>
            </a:pPr>
            <a:r>
              <a:rPr lang="en-US" sz="1600">
                <a:highlight>
                  <a:srgbClr val="FFFF00"/>
                </a:highlight>
              </a:rPr>
              <a:t>Use </a:t>
            </a:r>
            <a:r>
              <a:rPr lang="en-US" sz="1600" err="1">
                <a:highlight>
                  <a:srgbClr val="FFFF00"/>
                </a:highlight>
              </a:rPr>
              <a:t>Houschka</a:t>
            </a:r>
            <a:r>
              <a:rPr lang="en-US" sz="1600">
                <a:highlight>
                  <a:srgbClr val="FFFF00"/>
                </a:highlight>
              </a:rPr>
              <a:t> Rounded Alt 20 </a:t>
            </a:r>
            <a:r>
              <a:rPr lang="en-US" sz="1600" err="1">
                <a:highlight>
                  <a:srgbClr val="FFFF00"/>
                </a:highlight>
              </a:rPr>
              <a:t>px</a:t>
            </a:r>
            <a:r>
              <a:rPr lang="en-US" sz="1600">
                <a:highlight>
                  <a:srgbClr val="FFFF00"/>
                </a:highlight>
              </a:rPr>
              <a:t> for modal titles and Calibri 20 </a:t>
            </a:r>
            <a:r>
              <a:rPr lang="en-US" sz="1600" err="1">
                <a:highlight>
                  <a:srgbClr val="FFFF00"/>
                </a:highlight>
              </a:rPr>
              <a:t>px</a:t>
            </a:r>
            <a:r>
              <a:rPr lang="en-US" sz="1600">
                <a:highlight>
                  <a:srgbClr val="FFFF00"/>
                </a:highlight>
              </a:rPr>
              <a:t> for supporting content.</a:t>
            </a:r>
          </a:p>
          <a:p>
            <a:pPr marL="342900" lvl="1" indent="0">
              <a:buNone/>
            </a:pPr>
            <a:r>
              <a:rPr lang="en-US" sz="1400" b="1">
                <a:solidFill>
                  <a:srgbClr val="B45F06"/>
                </a:solidFill>
                <a:latin typeface="Calibri"/>
              </a:rPr>
              <a:t>Partially addressed: </a:t>
            </a:r>
            <a:r>
              <a:rPr lang="en-US" sz="1400" i="1">
                <a:solidFill>
                  <a:srgbClr val="3F3F3F"/>
                </a:solidFill>
                <a:latin typeface="Calibri"/>
              </a:rPr>
              <a:t>Titles and field text meet the 20 px spec; detail rows in My Profile and Privacy &amp; Account stay smaller to keep the dialogs compact.</a:t>
            </a:r>
          </a:p>
          <a:p>
            <a:pPr marL="342900" lvl="0" indent="-342900" fontAlgn="t">
              <a:lnSpc>
                <a:spcPct val="100000"/>
              </a:lnSpc>
              <a:buFont typeface="+mj-lt"/>
              <a:buAutoNum type="arabicPeriod" startAt="3"/>
            </a:pPr>
            <a:r>
              <a:rPr lang="en-US" sz="1600"/>
              <a:t>Apply the approved iconography style across modals and pop-ups.</a:t>
            </a:r>
          </a:p>
          <a:p>
            <a:pPr marL="342900" lvl="0" indent="-342900" fontAlgn="t">
              <a:lnSpc>
                <a:spcPct val="100000"/>
              </a:lnSpc>
              <a:buFont typeface="+mj-lt"/>
              <a:buAutoNum type="arabicPeriod" startAt="4"/>
            </a:pPr>
            <a:r>
              <a:rPr lang="en-US" sz="1600"/>
              <a:t>CTA buttons should follow the approved design system for hierarchy and styling.</a:t>
            </a:r>
          </a:p>
          <a:p>
            <a:pPr marL="342900" lvl="0" indent="-342900" fontAlgn="t">
              <a:lnSpc>
                <a:spcPct val="100000"/>
              </a:lnSpc>
              <a:buFont typeface="+mj-lt"/>
              <a:buAutoNum type="arabicPeriod" startAt="5"/>
            </a:pPr>
            <a:r>
              <a:rPr lang="en-US" sz="1600">
                <a:highlight>
                  <a:srgbClr val="FFFF00"/>
                </a:highlight>
              </a:rPr>
              <a:t>Update filter dropdowns and scrollbars to match the proposed design pattern.</a:t>
            </a:r>
          </a:p>
          <a:p>
            <a:pPr marL="342900" lvl="1" indent="0">
              <a:buNone/>
            </a:pPr>
            <a:r>
              <a:rPr lang="en-US" sz="1400" b="1">
                <a:solidFill>
                  <a:srgbClr val="B45F06"/>
                </a:solidFill>
                <a:latin typeface="Calibri"/>
              </a:rPr>
              <a:t>Partially addressed: </a:t>
            </a:r>
            <a:r>
              <a:rPr lang="en-US" sz="1400" i="1">
                <a:solidFill>
                  <a:srgbClr val="3F3F3F"/>
                </a:solidFill>
                <a:latin typeface="Calibri"/>
              </a:rPr>
              <a:t>Scrollbars are restyled. Dropdowns are styled native selects whose open lists are drawn by the browser; a custom dropdown would be a new component.</a:t>
            </a:r>
          </a:p>
          <a:p>
            <a:pPr marL="342900" lvl="0" indent="-342900" fontAlgn="t">
              <a:lnSpc>
                <a:spcPct val="100000"/>
              </a:lnSpc>
              <a:buFont typeface="+mj-lt"/>
              <a:buAutoNum type="arabicPeriod" startAt="6"/>
            </a:pPr>
            <a:r>
              <a:rPr lang="en-US" sz="1600">
                <a:highlight>
                  <a:srgbClr val="FFFF00"/>
                </a:highlight>
              </a:rPr>
              <a:t>Ensure all profile, action, and confirmation modals follow a consistent layout and interaction pattern.</a:t>
            </a:r>
          </a:p>
          <a:p>
            <a:pPr marL="342900" lvl="1" indent="0">
              <a:buNone/>
            </a:pPr>
            <a:r>
              <a:rPr lang="en-US" sz="1400" b="1">
                <a:solidFill>
                  <a:srgbClr val="B45F06"/>
                </a:solidFill>
                <a:latin typeface="Calibri"/>
              </a:rPr>
              <a:t>Partially addressed: </a:t>
            </a:r>
            <a:r>
              <a:rPr lang="en-US" sz="1400" i="1">
                <a:solidFill>
                  <a:srgbClr val="3F3F3F"/>
                </a:solidFill>
                <a:latin typeface="Calibri"/>
              </a:rPr>
              <a:t>My Profile is read-only (accounts have no name or time zone to edit), and Send Reset Link depends on the deferred reset workflow.</a:t>
            </a:r>
          </a:p>
        </p:txBody>
      </p:sp>
      <p:sp>
        <p:nvSpPr>
          <p:cNvPr id="4" name="TextBox 3">
            <a:extLst>
              <a:ext uri="{FF2B5EF4-FFF2-40B4-BE49-F238E27FC236}">
                <a16:creationId xmlns:a16="http://schemas.microsoft.com/office/drawing/2014/main" id="{16A273E6-719D-8F30-1547-D615BFD3305F}"/>
              </a:ext>
            </a:extLst>
          </p:cNvPr>
          <p:cNvSpPr txBox="1"/>
          <p:nvPr/>
        </p:nvSpPr>
        <p:spPr>
          <a:xfrm>
            <a:off x="2227005" y="512572"/>
            <a:ext cx="1769807" cy="207708"/>
          </a:xfrm>
          <a:prstGeom prst="rect">
            <a:avLst/>
          </a:prstGeom>
          <a:noFill/>
        </p:spPr>
        <p:txBody>
          <a:bodyPr wrap="none" lIns="0" tIns="0" rIns="0" bIns="0" rtlCol="0" anchor="ctr" anchorCtr="0">
            <a:noAutofit/>
          </a:bodyPr>
          <a:lstStyle/>
          <a:p>
            <a:pPr algn="ctr"/>
            <a:r>
              <a:rPr lang="en-US" sz="1200">
                <a:solidFill>
                  <a:schemeClr val="tx1"/>
                </a:solidFill>
              </a:rPr>
              <a:t>Developed Screen</a:t>
            </a:r>
          </a:p>
        </p:txBody>
      </p:sp>
      <p:sp>
        <p:nvSpPr>
          <p:cNvPr id="5" name="TextBox 4">
            <a:extLst>
              <a:ext uri="{FF2B5EF4-FFF2-40B4-BE49-F238E27FC236}">
                <a16:creationId xmlns:a16="http://schemas.microsoft.com/office/drawing/2014/main" id="{EA0F525F-ECFB-D5A6-A634-12B7FCF60328}"/>
              </a:ext>
            </a:extLst>
          </p:cNvPr>
          <p:cNvSpPr txBox="1"/>
          <p:nvPr/>
        </p:nvSpPr>
        <p:spPr>
          <a:xfrm>
            <a:off x="8284703" y="512572"/>
            <a:ext cx="1769807" cy="207708"/>
          </a:xfrm>
          <a:prstGeom prst="rect">
            <a:avLst/>
          </a:prstGeom>
          <a:noFill/>
        </p:spPr>
        <p:txBody>
          <a:bodyPr wrap="none" lIns="0" tIns="0" rIns="0" bIns="0" rtlCol="0" anchor="ctr" anchorCtr="0">
            <a:noAutofit/>
          </a:bodyPr>
          <a:lstStyle/>
          <a:p>
            <a:pPr algn="ctr"/>
            <a:r>
              <a:rPr lang="en-US" sz="1200">
                <a:solidFill>
                  <a:srgbClr val="00B050"/>
                </a:solidFill>
              </a:rPr>
              <a:t>Proposed Design</a:t>
            </a:r>
          </a:p>
        </p:txBody>
      </p:sp>
      <p:pic>
        <p:nvPicPr>
          <p:cNvPr id="7" name="Picture 6">
            <a:extLst>
              <a:ext uri="{FF2B5EF4-FFF2-40B4-BE49-F238E27FC236}">
                <a16:creationId xmlns:a16="http://schemas.microsoft.com/office/drawing/2014/main" id="{8C8A3E97-D3AD-4DBF-8DC3-51DE1EE2191D}"/>
              </a:ext>
            </a:extLst>
          </p:cNvPr>
          <p:cNvPicPr>
            <a:picLocks noChangeAspect="1"/>
          </p:cNvPicPr>
          <p:nvPr/>
        </p:nvPicPr>
        <p:blipFill>
          <a:blip r:embed="rId2"/>
          <a:stretch>
            <a:fillRect/>
          </a:stretch>
        </p:blipFill>
        <p:spPr>
          <a:xfrm>
            <a:off x="4118768" y="980782"/>
            <a:ext cx="231990" cy="3427861"/>
          </a:xfrm>
          <a:prstGeom prst="rect">
            <a:avLst/>
          </a:prstGeom>
        </p:spPr>
      </p:pic>
      <p:pic>
        <p:nvPicPr>
          <p:cNvPr id="10" name="Picture 9">
            <a:extLst>
              <a:ext uri="{FF2B5EF4-FFF2-40B4-BE49-F238E27FC236}">
                <a16:creationId xmlns:a16="http://schemas.microsoft.com/office/drawing/2014/main" id="{BB8C5A3B-5CBB-C9D4-0157-3B90D1CC15FF}"/>
              </a:ext>
            </a:extLst>
          </p:cNvPr>
          <p:cNvPicPr>
            <a:picLocks noChangeAspect="1"/>
          </p:cNvPicPr>
          <p:nvPr/>
        </p:nvPicPr>
        <p:blipFill>
          <a:blip r:embed="rId3"/>
          <a:stretch>
            <a:fillRect/>
          </a:stretch>
        </p:blipFill>
        <p:spPr>
          <a:xfrm>
            <a:off x="357214" y="866487"/>
            <a:ext cx="3573567" cy="1424429"/>
          </a:xfrm>
          <a:prstGeom prst="rect">
            <a:avLst/>
          </a:prstGeom>
        </p:spPr>
      </p:pic>
      <p:pic>
        <p:nvPicPr>
          <p:cNvPr id="12" name="Picture 11">
            <a:extLst>
              <a:ext uri="{FF2B5EF4-FFF2-40B4-BE49-F238E27FC236}">
                <a16:creationId xmlns:a16="http://schemas.microsoft.com/office/drawing/2014/main" id="{6C382951-F47A-5502-59F1-740AC587D31C}"/>
              </a:ext>
            </a:extLst>
          </p:cNvPr>
          <p:cNvPicPr>
            <a:picLocks noChangeAspect="1"/>
          </p:cNvPicPr>
          <p:nvPr/>
        </p:nvPicPr>
        <p:blipFill>
          <a:blip r:embed="rId4"/>
          <a:stretch>
            <a:fillRect/>
          </a:stretch>
        </p:blipFill>
        <p:spPr>
          <a:xfrm>
            <a:off x="357214" y="2312783"/>
            <a:ext cx="1853227" cy="1934883"/>
          </a:xfrm>
          <a:prstGeom prst="rect">
            <a:avLst/>
          </a:prstGeom>
        </p:spPr>
      </p:pic>
      <p:pic>
        <p:nvPicPr>
          <p:cNvPr id="14" name="Picture 13">
            <a:extLst>
              <a:ext uri="{FF2B5EF4-FFF2-40B4-BE49-F238E27FC236}">
                <a16:creationId xmlns:a16="http://schemas.microsoft.com/office/drawing/2014/main" id="{DB34EF92-4AC3-C03C-FF22-55FC7ADCCF46}"/>
              </a:ext>
            </a:extLst>
          </p:cNvPr>
          <p:cNvPicPr>
            <a:picLocks noChangeAspect="1"/>
          </p:cNvPicPr>
          <p:nvPr/>
        </p:nvPicPr>
        <p:blipFill>
          <a:blip r:embed="rId5"/>
          <a:stretch>
            <a:fillRect/>
          </a:stretch>
        </p:blipFill>
        <p:spPr>
          <a:xfrm>
            <a:off x="9717936" y="881257"/>
            <a:ext cx="2308409" cy="1911847"/>
          </a:xfrm>
          <a:prstGeom prst="rect">
            <a:avLst/>
          </a:prstGeom>
        </p:spPr>
      </p:pic>
      <p:pic>
        <p:nvPicPr>
          <p:cNvPr id="17" name="Picture 16">
            <a:extLst>
              <a:ext uri="{FF2B5EF4-FFF2-40B4-BE49-F238E27FC236}">
                <a16:creationId xmlns:a16="http://schemas.microsoft.com/office/drawing/2014/main" id="{8D41DC9E-04EF-1D77-2967-CE83589F818E}"/>
              </a:ext>
            </a:extLst>
          </p:cNvPr>
          <p:cNvPicPr>
            <a:picLocks noChangeAspect="1"/>
          </p:cNvPicPr>
          <p:nvPr/>
        </p:nvPicPr>
        <p:blipFill>
          <a:blip r:embed="rId6"/>
          <a:stretch>
            <a:fillRect/>
          </a:stretch>
        </p:blipFill>
        <p:spPr>
          <a:xfrm>
            <a:off x="6429072" y="980782"/>
            <a:ext cx="3150643" cy="1468575"/>
          </a:xfrm>
          <a:prstGeom prst="rect">
            <a:avLst/>
          </a:prstGeom>
        </p:spPr>
      </p:pic>
      <p:pic>
        <p:nvPicPr>
          <p:cNvPr id="19" name="Picture 18">
            <a:extLst>
              <a:ext uri="{FF2B5EF4-FFF2-40B4-BE49-F238E27FC236}">
                <a16:creationId xmlns:a16="http://schemas.microsoft.com/office/drawing/2014/main" id="{879DF713-EA31-1F8C-0BAA-21E59F39E794}"/>
              </a:ext>
            </a:extLst>
          </p:cNvPr>
          <p:cNvPicPr>
            <a:picLocks noChangeAspect="1"/>
          </p:cNvPicPr>
          <p:nvPr/>
        </p:nvPicPr>
        <p:blipFill>
          <a:blip r:embed="rId7"/>
          <a:stretch>
            <a:fillRect/>
          </a:stretch>
        </p:blipFill>
        <p:spPr>
          <a:xfrm>
            <a:off x="6429072" y="2540518"/>
            <a:ext cx="2089287" cy="2065986"/>
          </a:xfrm>
          <a:prstGeom prst="rect">
            <a:avLst/>
          </a:prstGeom>
        </p:spPr>
      </p:pic>
      <p:pic>
        <p:nvPicPr>
          <p:cNvPr id="21" name="Picture 20">
            <a:extLst>
              <a:ext uri="{FF2B5EF4-FFF2-40B4-BE49-F238E27FC236}">
                <a16:creationId xmlns:a16="http://schemas.microsoft.com/office/drawing/2014/main" id="{C77C7531-552B-D6A7-54C5-DEFC4AD5E687}"/>
              </a:ext>
            </a:extLst>
          </p:cNvPr>
          <p:cNvPicPr>
            <a:picLocks noChangeAspect="1"/>
          </p:cNvPicPr>
          <p:nvPr/>
        </p:nvPicPr>
        <p:blipFill>
          <a:blip r:embed="rId8"/>
          <a:stretch>
            <a:fillRect/>
          </a:stretch>
        </p:blipFill>
        <p:spPr>
          <a:xfrm>
            <a:off x="9202994" y="2664649"/>
            <a:ext cx="232453" cy="2004907"/>
          </a:xfrm>
          <a:prstGeom prst="rect">
            <a:avLst/>
          </a:prstGeom>
        </p:spPr>
      </p:pic>
      <p:sp>
        <p:nvSpPr>
          <p:cNvPr id="33" name="Oval 32">
            <a:extLst>
              <a:ext uri="{FF2B5EF4-FFF2-40B4-BE49-F238E27FC236}">
                <a16:creationId xmlns:a16="http://schemas.microsoft.com/office/drawing/2014/main" id="{AC1E2F8F-A6A1-682E-E6F7-D9A3C4D8FE54}"/>
              </a:ext>
            </a:extLst>
          </p:cNvPr>
          <p:cNvSpPr/>
          <p:nvPr/>
        </p:nvSpPr>
        <p:spPr>
          <a:xfrm>
            <a:off x="791055" y="1711677"/>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34" name="Oval 33">
            <a:extLst>
              <a:ext uri="{FF2B5EF4-FFF2-40B4-BE49-F238E27FC236}">
                <a16:creationId xmlns:a16="http://schemas.microsoft.com/office/drawing/2014/main" id="{021E7E2C-B2C5-802B-CDB6-04557895D95A}"/>
              </a:ext>
            </a:extLst>
          </p:cNvPr>
          <p:cNvSpPr/>
          <p:nvPr/>
        </p:nvSpPr>
        <p:spPr>
          <a:xfrm>
            <a:off x="881603" y="2349448"/>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35" name="Oval 34">
            <a:extLst>
              <a:ext uri="{FF2B5EF4-FFF2-40B4-BE49-F238E27FC236}">
                <a16:creationId xmlns:a16="http://schemas.microsoft.com/office/drawing/2014/main" id="{2B725DEC-6AC4-EA80-C294-08CC297F03A4}"/>
              </a:ext>
            </a:extLst>
          </p:cNvPr>
          <p:cNvSpPr/>
          <p:nvPr/>
        </p:nvSpPr>
        <p:spPr>
          <a:xfrm>
            <a:off x="329985" y="2512384"/>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36" name="Oval 35">
            <a:extLst>
              <a:ext uri="{FF2B5EF4-FFF2-40B4-BE49-F238E27FC236}">
                <a16:creationId xmlns:a16="http://schemas.microsoft.com/office/drawing/2014/main" id="{D0419898-71C1-E2B3-0D45-18F873F184D8}"/>
              </a:ext>
            </a:extLst>
          </p:cNvPr>
          <p:cNvSpPr/>
          <p:nvPr/>
        </p:nvSpPr>
        <p:spPr>
          <a:xfrm>
            <a:off x="3246071" y="1971715"/>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
        <p:nvSpPr>
          <p:cNvPr id="37" name="Oval 36">
            <a:extLst>
              <a:ext uri="{FF2B5EF4-FFF2-40B4-BE49-F238E27FC236}">
                <a16:creationId xmlns:a16="http://schemas.microsoft.com/office/drawing/2014/main" id="{AC644003-FF6D-55BD-E8B1-F28C4E4FFFED}"/>
              </a:ext>
            </a:extLst>
          </p:cNvPr>
          <p:cNvSpPr/>
          <p:nvPr/>
        </p:nvSpPr>
        <p:spPr>
          <a:xfrm>
            <a:off x="9843284" y="866487"/>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38" name="Oval 37">
            <a:extLst>
              <a:ext uri="{FF2B5EF4-FFF2-40B4-BE49-F238E27FC236}">
                <a16:creationId xmlns:a16="http://schemas.microsoft.com/office/drawing/2014/main" id="{64133E88-6310-9F9F-A3F5-3914FE34B384}"/>
              </a:ext>
            </a:extLst>
          </p:cNvPr>
          <p:cNvSpPr/>
          <p:nvPr/>
        </p:nvSpPr>
        <p:spPr>
          <a:xfrm>
            <a:off x="3985733" y="1451612"/>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39" name="Oval 38">
            <a:extLst>
              <a:ext uri="{FF2B5EF4-FFF2-40B4-BE49-F238E27FC236}">
                <a16:creationId xmlns:a16="http://schemas.microsoft.com/office/drawing/2014/main" id="{FF277D82-4DBD-B0F8-8F55-B6AF76376792}"/>
              </a:ext>
            </a:extLst>
          </p:cNvPr>
          <p:cNvSpPr/>
          <p:nvPr/>
        </p:nvSpPr>
        <p:spPr>
          <a:xfrm>
            <a:off x="732957" y="2981983"/>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6</a:t>
            </a:r>
          </a:p>
        </p:txBody>
      </p:sp>
    </p:spTree>
    <p:extLst>
      <p:ext uri="{BB962C8B-B14F-4D97-AF65-F5344CB8AC3E}">
        <p14:creationId xmlns:p14="http://schemas.microsoft.com/office/powerpoint/2010/main" val="26961878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EAC96-857E-09D6-8DED-7ECE1ACE600E}"/>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E2DF8B4F-20B4-9267-06FC-9AAD2E8128F2}"/>
              </a:ext>
            </a:extLst>
          </p:cNvPr>
          <p:cNvSpPr>
            <a:spLocks noGrp="1"/>
          </p:cNvSpPr>
          <p:nvPr>
            <p:ph type="title"/>
          </p:nvPr>
        </p:nvSpPr>
        <p:spPr/>
        <p:txBody>
          <a:bodyPr/>
          <a:lstStyle/>
          <a:p>
            <a:r>
              <a:rPr lang="en-US" sz="2000"/>
              <a:t>Screen – Login VS Code(User)</a:t>
            </a:r>
          </a:p>
        </p:txBody>
      </p:sp>
      <p:sp>
        <p:nvSpPr>
          <p:cNvPr id="4" name="TextBox 3">
            <a:extLst>
              <a:ext uri="{FF2B5EF4-FFF2-40B4-BE49-F238E27FC236}">
                <a16:creationId xmlns:a16="http://schemas.microsoft.com/office/drawing/2014/main" id="{9BF0FA51-9DF2-8638-B37A-4D04DF7ECA8E}"/>
              </a:ext>
            </a:extLst>
          </p:cNvPr>
          <p:cNvSpPr txBox="1"/>
          <p:nvPr/>
        </p:nvSpPr>
        <p:spPr>
          <a:xfrm>
            <a:off x="2227005" y="512572"/>
            <a:ext cx="1769807" cy="207708"/>
          </a:xfrm>
          <a:prstGeom prst="rect">
            <a:avLst/>
          </a:prstGeom>
          <a:noFill/>
        </p:spPr>
        <p:txBody>
          <a:bodyPr wrap="none" lIns="0" tIns="0" rIns="0" bIns="0" rtlCol="0" anchor="ctr" anchorCtr="0">
            <a:noAutofit/>
          </a:bodyPr>
          <a:lstStyle/>
          <a:p>
            <a:pPr algn="ctr"/>
            <a:r>
              <a:rPr lang="en-US" sz="1200">
                <a:solidFill>
                  <a:schemeClr val="tx1"/>
                </a:solidFill>
              </a:rPr>
              <a:t>Developed Screen</a:t>
            </a:r>
          </a:p>
        </p:txBody>
      </p:sp>
      <p:pic>
        <p:nvPicPr>
          <p:cNvPr id="6" name="Picture 5">
            <a:extLst>
              <a:ext uri="{FF2B5EF4-FFF2-40B4-BE49-F238E27FC236}">
                <a16:creationId xmlns:a16="http://schemas.microsoft.com/office/drawing/2014/main" id="{5E07397B-1321-3A71-B776-89827546B5CF}"/>
              </a:ext>
            </a:extLst>
          </p:cNvPr>
          <p:cNvPicPr>
            <a:picLocks noChangeAspect="1"/>
          </p:cNvPicPr>
          <p:nvPr/>
        </p:nvPicPr>
        <p:blipFill>
          <a:blip r:embed="rId2"/>
          <a:stretch>
            <a:fillRect/>
          </a:stretch>
        </p:blipFill>
        <p:spPr>
          <a:xfrm>
            <a:off x="1773683" y="817779"/>
            <a:ext cx="2744023" cy="4775231"/>
          </a:xfrm>
          <a:prstGeom prst="rect">
            <a:avLst/>
          </a:prstGeom>
        </p:spPr>
      </p:pic>
      <p:sp>
        <p:nvSpPr>
          <p:cNvPr id="9" name="TextBox 8">
            <a:extLst>
              <a:ext uri="{FF2B5EF4-FFF2-40B4-BE49-F238E27FC236}">
                <a16:creationId xmlns:a16="http://schemas.microsoft.com/office/drawing/2014/main" id="{40A00188-173E-CA27-DAB4-2BAB01417197}"/>
              </a:ext>
            </a:extLst>
          </p:cNvPr>
          <p:cNvSpPr txBox="1"/>
          <p:nvPr/>
        </p:nvSpPr>
        <p:spPr>
          <a:xfrm>
            <a:off x="8284703" y="512572"/>
            <a:ext cx="1769807" cy="207708"/>
          </a:xfrm>
          <a:prstGeom prst="rect">
            <a:avLst/>
          </a:prstGeom>
          <a:noFill/>
        </p:spPr>
        <p:txBody>
          <a:bodyPr wrap="none" lIns="0" tIns="0" rIns="0" bIns="0" rtlCol="0" anchor="ctr" anchorCtr="0">
            <a:noAutofit/>
          </a:bodyPr>
          <a:lstStyle/>
          <a:p>
            <a:pPr algn="ctr"/>
            <a:r>
              <a:rPr lang="en-US" sz="1200">
                <a:solidFill>
                  <a:srgbClr val="00B050"/>
                </a:solidFill>
              </a:rPr>
              <a:t>Proposed Design</a:t>
            </a:r>
          </a:p>
        </p:txBody>
      </p:sp>
      <p:pic>
        <p:nvPicPr>
          <p:cNvPr id="22" name="Picture 21">
            <a:extLst>
              <a:ext uri="{FF2B5EF4-FFF2-40B4-BE49-F238E27FC236}">
                <a16:creationId xmlns:a16="http://schemas.microsoft.com/office/drawing/2014/main" id="{BA980244-67F9-B99D-1225-AC97F568BEF5}"/>
              </a:ext>
            </a:extLst>
          </p:cNvPr>
          <p:cNvPicPr>
            <a:picLocks noChangeAspect="1"/>
          </p:cNvPicPr>
          <p:nvPr/>
        </p:nvPicPr>
        <p:blipFill>
          <a:blip r:embed="rId3"/>
          <a:stretch>
            <a:fillRect/>
          </a:stretch>
        </p:blipFill>
        <p:spPr>
          <a:xfrm>
            <a:off x="7557734" y="917388"/>
            <a:ext cx="3373836" cy="4674956"/>
          </a:xfrm>
          <a:prstGeom prst="rect">
            <a:avLst/>
          </a:prstGeom>
        </p:spPr>
      </p:pic>
      <p:sp>
        <p:nvSpPr>
          <p:cNvPr id="29" name="Oval 28">
            <a:extLst>
              <a:ext uri="{FF2B5EF4-FFF2-40B4-BE49-F238E27FC236}">
                <a16:creationId xmlns:a16="http://schemas.microsoft.com/office/drawing/2014/main" id="{7E6F32BE-8FEF-1CA6-A8EF-0A0637F16FC3}"/>
              </a:ext>
            </a:extLst>
          </p:cNvPr>
          <p:cNvSpPr/>
          <p:nvPr/>
        </p:nvSpPr>
        <p:spPr>
          <a:xfrm>
            <a:off x="1881395" y="935189"/>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31" name="Oval 30">
            <a:extLst>
              <a:ext uri="{FF2B5EF4-FFF2-40B4-BE49-F238E27FC236}">
                <a16:creationId xmlns:a16="http://schemas.microsoft.com/office/drawing/2014/main" id="{FA13025C-4896-39CE-2CDD-65CF9B97A9A7}"/>
              </a:ext>
            </a:extLst>
          </p:cNvPr>
          <p:cNvSpPr/>
          <p:nvPr/>
        </p:nvSpPr>
        <p:spPr>
          <a:xfrm>
            <a:off x="1868333" y="2689684"/>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40" name="Oval 39">
            <a:extLst>
              <a:ext uri="{FF2B5EF4-FFF2-40B4-BE49-F238E27FC236}">
                <a16:creationId xmlns:a16="http://schemas.microsoft.com/office/drawing/2014/main" id="{6492EA55-A75C-3C7B-0210-188F9E30E0DF}"/>
              </a:ext>
            </a:extLst>
          </p:cNvPr>
          <p:cNvSpPr/>
          <p:nvPr/>
        </p:nvSpPr>
        <p:spPr>
          <a:xfrm>
            <a:off x="2422294" y="1653806"/>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41" name="Oval 40">
            <a:extLst>
              <a:ext uri="{FF2B5EF4-FFF2-40B4-BE49-F238E27FC236}">
                <a16:creationId xmlns:a16="http://schemas.microsoft.com/office/drawing/2014/main" id="{B6082D66-F96F-6416-9D2E-8C35E4E6338C}"/>
              </a:ext>
            </a:extLst>
          </p:cNvPr>
          <p:cNvSpPr/>
          <p:nvPr/>
        </p:nvSpPr>
        <p:spPr>
          <a:xfrm>
            <a:off x="7605048" y="3724580"/>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
        <p:nvSpPr>
          <p:cNvPr id="42" name="Oval 41">
            <a:extLst>
              <a:ext uri="{FF2B5EF4-FFF2-40B4-BE49-F238E27FC236}">
                <a16:creationId xmlns:a16="http://schemas.microsoft.com/office/drawing/2014/main" id="{03D4E56F-F716-5F5C-71E9-742A3EA593E9}"/>
              </a:ext>
            </a:extLst>
          </p:cNvPr>
          <p:cNvSpPr/>
          <p:nvPr/>
        </p:nvSpPr>
        <p:spPr>
          <a:xfrm>
            <a:off x="9704278" y="3429000"/>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
        <p:nvSpPr>
          <p:cNvPr id="43" name="Oval 42">
            <a:extLst>
              <a:ext uri="{FF2B5EF4-FFF2-40B4-BE49-F238E27FC236}">
                <a16:creationId xmlns:a16="http://schemas.microsoft.com/office/drawing/2014/main" id="{FBDE27CD-8737-7123-6410-5E3E3EEDD99B}"/>
              </a:ext>
            </a:extLst>
          </p:cNvPr>
          <p:cNvSpPr/>
          <p:nvPr/>
        </p:nvSpPr>
        <p:spPr>
          <a:xfrm>
            <a:off x="3707388" y="3289647"/>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9</a:t>
            </a:r>
          </a:p>
        </p:txBody>
      </p:sp>
      <p:sp>
        <p:nvSpPr>
          <p:cNvPr id="44" name="Oval 43">
            <a:extLst>
              <a:ext uri="{FF2B5EF4-FFF2-40B4-BE49-F238E27FC236}">
                <a16:creationId xmlns:a16="http://schemas.microsoft.com/office/drawing/2014/main" id="{E7570C51-EE70-3342-71E3-628AC806E098}"/>
              </a:ext>
            </a:extLst>
          </p:cNvPr>
          <p:cNvSpPr/>
          <p:nvPr/>
        </p:nvSpPr>
        <p:spPr>
          <a:xfrm>
            <a:off x="2026107" y="3862642"/>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45" name="Oval 44">
            <a:extLst>
              <a:ext uri="{FF2B5EF4-FFF2-40B4-BE49-F238E27FC236}">
                <a16:creationId xmlns:a16="http://schemas.microsoft.com/office/drawing/2014/main" id="{B8E7420C-1113-B4D2-5E52-65DD36C1FD05}"/>
              </a:ext>
            </a:extLst>
          </p:cNvPr>
          <p:cNvSpPr/>
          <p:nvPr/>
        </p:nvSpPr>
        <p:spPr>
          <a:xfrm>
            <a:off x="2082293" y="4711174"/>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6</a:t>
            </a:r>
          </a:p>
        </p:txBody>
      </p:sp>
      <p:sp>
        <p:nvSpPr>
          <p:cNvPr id="46" name="Oval 45">
            <a:extLst>
              <a:ext uri="{FF2B5EF4-FFF2-40B4-BE49-F238E27FC236}">
                <a16:creationId xmlns:a16="http://schemas.microsoft.com/office/drawing/2014/main" id="{92F219FD-135A-10F4-C475-08EBA5CD214C}"/>
              </a:ext>
            </a:extLst>
          </p:cNvPr>
          <p:cNvSpPr/>
          <p:nvPr/>
        </p:nvSpPr>
        <p:spPr>
          <a:xfrm>
            <a:off x="2277582" y="5140545"/>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7</a:t>
            </a:r>
          </a:p>
        </p:txBody>
      </p:sp>
      <p:sp>
        <p:nvSpPr>
          <p:cNvPr id="47" name="Oval 46">
            <a:extLst>
              <a:ext uri="{FF2B5EF4-FFF2-40B4-BE49-F238E27FC236}">
                <a16:creationId xmlns:a16="http://schemas.microsoft.com/office/drawing/2014/main" id="{18C5B81A-086F-B8D3-6BD0-6A49C1AEE768}"/>
              </a:ext>
            </a:extLst>
          </p:cNvPr>
          <p:cNvSpPr/>
          <p:nvPr/>
        </p:nvSpPr>
        <p:spPr>
          <a:xfrm>
            <a:off x="2856270" y="2768481"/>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8</a:t>
            </a:r>
          </a:p>
        </p:txBody>
      </p:sp>
    </p:spTree>
    <p:extLst>
      <p:ext uri="{BB962C8B-B14F-4D97-AF65-F5344CB8AC3E}">
        <p14:creationId xmlns:p14="http://schemas.microsoft.com/office/powerpoint/2010/main" val="15879306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89455-8316-C4FD-7F15-ADC061800B08}"/>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4E676FE-500D-236C-A0FC-481D298E8DA6}"/>
              </a:ext>
            </a:extLst>
          </p:cNvPr>
          <p:cNvSpPr>
            <a:spLocks noGrp="1"/>
          </p:cNvSpPr>
          <p:nvPr>
            <p:ph idx="1"/>
          </p:nvPr>
        </p:nvSpPr>
        <p:spPr>
          <a:xfrm>
            <a:off x="838200" y="612441"/>
            <a:ext cx="10515600" cy="5564522"/>
          </a:xfrm>
        </p:spPr>
        <p:txBody>
          <a:bodyPr vert="horz" lIns="91440" tIns="45720" rIns="91440" bIns="45720" rtlCol="0" anchor="t">
            <a:normAutofit/>
          </a:bodyPr>
          <a:lstStyle/>
          <a:p>
            <a:pPr marL="342900" lvl="0" indent="-342900" fontAlgn="t">
              <a:buClr>
                <a:srgbClr val="000000"/>
              </a:buClr>
              <a:buFont typeface="+mj-lt"/>
              <a:buAutoNum type="arabicPeriod" startAt="1"/>
            </a:pPr>
            <a:r>
              <a:rPr lang="en-US"/>
              <a:t>Match the login card background, border treatment, and visual styling with the approved design.</a:t>
            </a:r>
          </a:p>
          <a:p>
            <a:pPr marL="342900" lvl="0" indent="-342900" fontAlgn="t">
              <a:buClr>
                <a:srgbClr val="000000"/>
              </a:buClr>
              <a:buFont typeface="+mj-lt"/>
              <a:buAutoNum type="arabicPeriod" startAt="2"/>
            </a:pPr>
            <a:r>
              <a:rPr lang="en-US"/>
              <a:t>Use the approved design-system icons for the lock header, input fields, and CTA actions.</a:t>
            </a:r>
          </a:p>
          <a:p>
            <a:pPr marL="342900" indent="-342900" fontAlgn="t">
              <a:buClr>
                <a:srgbClr val="000000"/>
              </a:buClr>
              <a:buFont typeface="+mj-lt"/>
              <a:buAutoNum type="arabicPeriod" startAt="3"/>
            </a:pPr>
            <a:r>
              <a:rPr lang="en-US"/>
              <a:t>Card title should use </a:t>
            </a:r>
            <a:r>
              <a:rPr lang="en-US" err="1"/>
              <a:t>Houschka</a:t>
            </a:r>
            <a:r>
              <a:rPr lang="en-US"/>
              <a:t> Rounded Alt 32 </a:t>
            </a:r>
            <a:r>
              <a:rPr lang="en-US" err="1"/>
              <a:t>px</a:t>
            </a:r>
            <a:r>
              <a:rPr lang="en-US"/>
              <a:t> and supporting text should use Calibri 18 </a:t>
            </a:r>
            <a:r>
              <a:rPr lang="en-US" err="1"/>
              <a:t>px</a:t>
            </a:r>
            <a:r>
              <a:rPr lang="en-US"/>
              <a:t> as per the approved typography system.</a:t>
            </a:r>
            <a:endParaRPr lang="en-US">
              <a:ea typeface="Calibri"/>
              <a:cs typeface="Calibri"/>
            </a:endParaRPr>
          </a:p>
          <a:p>
            <a:pPr marL="342900" lvl="0" indent="-342900" fontAlgn="t">
              <a:buClr>
                <a:srgbClr val="000000"/>
              </a:buClr>
              <a:buFont typeface="+mj-lt"/>
              <a:buAutoNum type="arabicPeriod" startAt="4"/>
            </a:pPr>
            <a:r>
              <a:rPr lang="en-US"/>
              <a:t>Add the Remember Me checkbox and Forgot Password? link as shown in the proposed design.</a:t>
            </a:r>
          </a:p>
          <a:p>
            <a:pPr marL="342900" lvl="0" indent="-342900" fontAlgn="t">
              <a:buClr>
                <a:srgbClr val="000000"/>
              </a:buClr>
              <a:buFont typeface="+mj-lt"/>
              <a:buAutoNum type="arabicPeriod" startAt="5"/>
            </a:pPr>
            <a:r>
              <a:rPr lang="en-US">
                <a:highlight>
                  <a:srgbClr val="FFFF00"/>
                </a:highlight>
              </a:rPr>
              <a:t>Apply the approved primary CTA styling, including gradient treatment, button height, and icon usage.</a:t>
            </a:r>
          </a:p>
          <a:p>
            <a:pPr marL="342900" lvl="1" indent="0">
              <a:buNone/>
            </a:pPr>
            <a:r>
              <a:rPr lang="en-US" sz="1400" b="1">
                <a:solidFill>
                  <a:srgbClr val="7030A0"/>
                </a:solidFill>
                <a:latin typeface="Calibri"/>
              </a:rPr>
              <a:t>Deviation: </a:t>
            </a:r>
            <a:r>
              <a:rPr lang="en-US" sz="1400" i="1">
                <a:solidFill>
                  <a:srgbClr val="3F3F3F"/>
                </a:solidFill>
                <a:latin typeface="Calibri"/>
              </a:rPr>
              <a:t>The plugin CTA stays flat #6366F1 because the proposed plugin mockup shows a flat button, unlike the portal's gradient. Confirm if a gradient is wanted.</a:t>
            </a:r>
          </a:p>
          <a:p>
            <a:pPr marL="342900" lvl="0" indent="-342900" fontAlgn="t">
              <a:buClr>
                <a:srgbClr val="000000"/>
              </a:buClr>
              <a:buFont typeface="+mj-lt"/>
              <a:buAutoNum type="arabicPeriod" startAt="6"/>
            </a:pPr>
            <a:r>
              <a:rPr lang="en-US"/>
              <a:t>Ensure primary and secondary CTAs follow the approved design pattern and visual hierarchy.</a:t>
            </a:r>
          </a:p>
          <a:p>
            <a:pPr marL="342900" lvl="0" indent="-342900" fontAlgn="t">
              <a:buClr>
                <a:srgbClr val="000000"/>
              </a:buClr>
              <a:buFont typeface="+mj-lt"/>
              <a:buAutoNum type="arabicPeriod" startAt="7"/>
            </a:pPr>
            <a:r>
              <a:rPr lang="en-US"/>
              <a:t>Update the screen copy to match the approved text content and terminology used in the design.</a:t>
            </a:r>
          </a:p>
          <a:p>
            <a:pPr marL="342900" indent="-342900" fontAlgn="t">
              <a:buClr>
                <a:srgbClr val="000000"/>
              </a:buClr>
              <a:buFont typeface="+mj-lt"/>
              <a:buAutoNum type="arabicPeriod" startAt="8"/>
            </a:pPr>
            <a:r>
              <a:rPr lang="en-US"/>
              <a:t>Input fields should follow the approved design for height 48 </a:t>
            </a:r>
            <a:r>
              <a:rPr lang="en-US" err="1"/>
              <a:t>px</a:t>
            </a:r>
            <a:r>
              <a:rPr lang="en-US"/>
              <a:t>, padding, icon placement, and placeholder styling.</a:t>
            </a:r>
            <a:endParaRPr lang="en-US">
              <a:ea typeface="Calibri"/>
              <a:cs typeface="Calibri"/>
            </a:endParaRPr>
          </a:p>
          <a:p>
            <a:pPr marL="342900" lvl="0" indent="-342900" fontAlgn="t">
              <a:buClr>
                <a:srgbClr val="000000"/>
              </a:buClr>
              <a:buFont typeface="+mj-lt"/>
              <a:buAutoNum type="arabicPeriod" startAt="9"/>
            </a:pPr>
            <a:r>
              <a:rPr lang="en-US"/>
              <a:t>Implement a functional Show/Hide Password toggle; the password visibility icon should change state appropriately when toggled instead of displaying a static icon.</a:t>
            </a:r>
          </a:p>
        </p:txBody>
      </p:sp>
    </p:spTree>
    <p:extLst>
      <p:ext uri="{BB962C8B-B14F-4D97-AF65-F5344CB8AC3E}">
        <p14:creationId xmlns:p14="http://schemas.microsoft.com/office/powerpoint/2010/main" val="27041845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2A7C2-E5BF-C6D5-DDE9-5860D36FEE1B}"/>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5D868DCE-96DE-86AA-744B-4ABE767A18EA}"/>
              </a:ext>
            </a:extLst>
          </p:cNvPr>
          <p:cNvSpPr>
            <a:spLocks noGrp="1"/>
          </p:cNvSpPr>
          <p:nvPr>
            <p:ph type="title"/>
          </p:nvPr>
        </p:nvSpPr>
        <p:spPr/>
        <p:txBody>
          <a:bodyPr/>
          <a:lstStyle/>
          <a:p>
            <a:r>
              <a:rPr lang="en-US" sz="2000"/>
              <a:t>Screen – Plugin Home / Audit &amp; Remediation Dashboard (User)</a:t>
            </a:r>
          </a:p>
        </p:txBody>
      </p:sp>
      <p:pic>
        <p:nvPicPr>
          <p:cNvPr id="3" name="Picture 2">
            <a:extLst>
              <a:ext uri="{FF2B5EF4-FFF2-40B4-BE49-F238E27FC236}">
                <a16:creationId xmlns:a16="http://schemas.microsoft.com/office/drawing/2014/main" id="{C5210580-5FDE-BA20-6166-34B37A0E2B34}"/>
              </a:ext>
            </a:extLst>
          </p:cNvPr>
          <p:cNvPicPr>
            <a:picLocks noChangeAspect="1"/>
          </p:cNvPicPr>
          <p:nvPr/>
        </p:nvPicPr>
        <p:blipFill>
          <a:blip r:embed="rId2"/>
          <a:stretch>
            <a:fillRect/>
          </a:stretch>
        </p:blipFill>
        <p:spPr>
          <a:xfrm>
            <a:off x="482900" y="601281"/>
            <a:ext cx="11226200" cy="5655438"/>
          </a:xfrm>
          <a:prstGeom prst="rect">
            <a:avLst/>
          </a:prstGeom>
        </p:spPr>
      </p:pic>
      <p:sp>
        <p:nvSpPr>
          <p:cNvPr id="11" name="Oval 10">
            <a:extLst>
              <a:ext uri="{FF2B5EF4-FFF2-40B4-BE49-F238E27FC236}">
                <a16:creationId xmlns:a16="http://schemas.microsoft.com/office/drawing/2014/main" id="{90888489-EDE1-CDF2-6F77-CF2D46C532AD}"/>
              </a:ext>
            </a:extLst>
          </p:cNvPr>
          <p:cNvSpPr/>
          <p:nvPr/>
        </p:nvSpPr>
        <p:spPr>
          <a:xfrm>
            <a:off x="457936" y="837637"/>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12" name="Oval 11">
            <a:extLst>
              <a:ext uri="{FF2B5EF4-FFF2-40B4-BE49-F238E27FC236}">
                <a16:creationId xmlns:a16="http://schemas.microsoft.com/office/drawing/2014/main" id="{CB4D6C8E-B86F-9B39-79E9-4E24679A5005}"/>
              </a:ext>
            </a:extLst>
          </p:cNvPr>
          <p:cNvSpPr/>
          <p:nvPr/>
        </p:nvSpPr>
        <p:spPr>
          <a:xfrm>
            <a:off x="1036981" y="2682319"/>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14" name="Oval 13">
            <a:extLst>
              <a:ext uri="{FF2B5EF4-FFF2-40B4-BE49-F238E27FC236}">
                <a16:creationId xmlns:a16="http://schemas.microsoft.com/office/drawing/2014/main" id="{35EDFB64-FC5F-1663-794A-AAC8446AAACC}"/>
              </a:ext>
            </a:extLst>
          </p:cNvPr>
          <p:cNvSpPr/>
          <p:nvPr/>
        </p:nvSpPr>
        <p:spPr>
          <a:xfrm>
            <a:off x="3344437" y="1267523"/>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
        <p:nvSpPr>
          <p:cNvPr id="15" name="Oval 14">
            <a:extLst>
              <a:ext uri="{FF2B5EF4-FFF2-40B4-BE49-F238E27FC236}">
                <a16:creationId xmlns:a16="http://schemas.microsoft.com/office/drawing/2014/main" id="{D9BB4E7D-D7F9-C8C0-5108-DF824B3DE07A}"/>
              </a:ext>
            </a:extLst>
          </p:cNvPr>
          <p:cNvSpPr/>
          <p:nvPr/>
        </p:nvSpPr>
        <p:spPr>
          <a:xfrm>
            <a:off x="5370074" y="1128171"/>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17" name="Oval 16">
            <a:extLst>
              <a:ext uri="{FF2B5EF4-FFF2-40B4-BE49-F238E27FC236}">
                <a16:creationId xmlns:a16="http://schemas.microsoft.com/office/drawing/2014/main" id="{98E15F37-AE1A-6B30-4F10-6E7545E8AD58}"/>
              </a:ext>
            </a:extLst>
          </p:cNvPr>
          <p:cNvSpPr/>
          <p:nvPr/>
        </p:nvSpPr>
        <p:spPr>
          <a:xfrm>
            <a:off x="6096000" y="1267523"/>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6</a:t>
            </a:r>
          </a:p>
        </p:txBody>
      </p:sp>
      <p:sp>
        <p:nvSpPr>
          <p:cNvPr id="18" name="Oval 17">
            <a:extLst>
              <a:ext uri="{FF2B5EF4-FFF2-40B4-BE49-F238E27FC236}">
                <a16:creationId xmlns:a16="http://schemas.microsoft.com/office/drawing/2014/main" id="{E7C5BD16-AAB2-06F5-AD21-237FFBB68A9E}"/>
              </a:ext>
            </a:extLst>
          </p:cNvPr>
          <p:cNvSpPr/>
          <p:nvPr/>
        </p:nvSpPr>
        <p:spPr>
          <a:xfrm>
            <a:off x="6096000" y="3112204"/>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7</a:t>
            </a:r>
          </a:p>
        </p:txBody>
      </p:sp>
      <p:sp>
        <p:nvSpPr>
          <p:cNvPr id="19" name="Oval 18">
            <a:extLst>
              <a:ext uri="{FF2B5EF4-FFF2-40B4-BE49-F238E27FC236}">
                <a16:creationId xmlns:a16="http://schemas.microsoft.com/office/drawing/2014/main" id="{74D1B144-1FDD-8606-78EF-96F453FF8E49}"/>
              </a:ext>
            </a:extLst>
          </p:cNvPr>
          <p:cNvSpPr/>
          <p:nvPr/>
        </p:nvSpPr>
        <p:spPr>
          <a:xfrm>
            <a:off x="2623574" y="1330840"/>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8</a:t>
            </a:r>
          </a:p>
        </p:txBody>
      </p:sp>
      <p:sp>
        <p:nvSpPr>
          <p:cNvPr id="21" name="Oval 20">
            <a:extLst>
              <a:ext uri="{FF2B5EF4-FFF2-40B4-BE49-F238E27FC236}">
                <a16:creationId xmlns:a16="http://schemas.microsoft.com/office/drawing/2014/main" id="{63A7DC6D-BAA0-4B52-1D42-412C934D71BE}"/>
              </a:ext>
            </a:extLst>
          </p:cNvPr>
          <p:cNvSpPr/>
          <p:nvPr/>
        </p:nvSpPr>
        <p:spPr>
          <a:xfrm>
            <a:off x="482900" y="1330841"/>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25" name="Oval 24">
            <a:extLst>
              <a:ext uri="{FF2B5EF4-FFF2-40B4-BE49-F238E27FC236}">
                <a16:creationId xmlns:a16="http://schemas.microsoft.com/office/drawing/2014/main" id="{FCA622AA-344C-1DC5-B1EE-E3D4270CE8C1}"/>
              </a:ext>
            </a:extLst>
          </p:cNvPr>
          <p:cNvSpPr/>
          <p:nvPr/>
        </p:nvSpPr>
        <p:spPr>
          <a:xfrm>
            <a:off x="852517" y="3896977"/>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27" name="Oval 26">
            <a:extLst>
              <a:ext uri="{FF2B5EF4-FFF2-40B4-BE49-F238E27FC236}">
                <a16:creationId xmlns:a16="http://schemas.microsoft.com/office/drawing/2014/main" id="{857F971B-4051-07E8-0384-32BD99C3334C}"/>
              </a:ext>
            </a:extLst>
          </p:cNvPr>
          <p:cNvSpPr/>
          <p:nvPr/>
        </p:nvSpPr>
        <p:spPr>
          <a:xfrm>
            <a:off x="10415199" y="3437631"/>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9</a:t>
            </a:r>
          </a:p>
        </p:txBody>
      </p:sp>
      <p:sp>
        <p:nvSpPr>
          <p:cNvPr id="37" name="Rectangle 36">
            <a:extLst>
              <a:ext uri="{FF2B5EF4-FFF2-40B4-BE49-F238E27FC236}">
                <a16:creationId xmlns:a16="http://schemas.microsoft.com/office/drawing/2014/main" id="{B05CD47E-5E7A-9416-8878-E821B4ECCEA5}"/>
              </a:ext>
            </a:extLst>
          </p:cNvPr>
          <p:cNvSpPr/>
          <p:nvPr/>
        </p:nvSpPr>
        <p:spPr>
          <a:xfrm>
            <a:off x="3252650" y="601282"/>
            <a:ext cx="2282911" cy="302496"/>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3" name="Oval 32">
            <a:extLst>
              <a:ext uri="{FF2B5EF4-FFF2-40B4-BE49-F238E27FC236}">
                <a16:creationId xmlns:a16="http://schemas.microsoft.com/office/drawing/2014/main" id="{B12280D8-3948-E686-3E50-464DFA030DC5}"/>
              </a:ext>
            </a:extLst>
          </p:cNvPr>
          <p:cNvSpPr/>
          <p:nvPr/>
        </p:nvSpPr>
        <p:spPr>
          <a:xfrm>
            <a:off x="3997205" y="694320"/>
            <a:ext cx="573526" cy="310394"/>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10</a:t>
            </a:r>
          </a:p>
        </p:txBody>
      </p:sp>
      <p:sp>
        <p:nvSpPr>
          <p:cNvPr id="38" name="Rectangle 37">
            <a:extLst>
              <a:ext uri="{FF2B5EF4-FFF2-40B4-BE49-F238E27FC236}">
                <a16:creationId xmlns:a16="http://schemas.microsoft.com/office/drawing/2014/main" id="{E4751DF3-BE0C-9C01-AC07-1A767F0598D1}"/>
              </a:ext>
            </a:extLst>
          </p:cNvPr>
          <p:cNvSpPr/>
          <p:nvPr/>
        </p:nvSpPr>
        <p:spPr>
          <a:xfrm>
            <a:off x="3376587" y="5915172"/>
            <a:ext cx="2282911" cy="302496"/>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5" name="Oval 34">
            <a:extLst>
              <a:ext uri="{FF2B5EF4-FFF2-40B4-BE49-F238E27FC236}">
                <a16:creationId xmlns:a16="http://schemas.microsoft.com/office/drawing/2014/main" id="{3A4A38E8-60ED-14C5-287D-348BEC40D483}"/>
              </a:ext>
            </a:extLst>
          </p:cNvPr>
          <p:cNvSpPr/>
          <p:nvPr/>
        </p:nvSpPr>
        <p:spPr>
          <a:xfrm>
            <a:off x="3347098" y="5721932"/>
            <a:ext cx="573526" cy="310394"/>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12</a:t>
            </a:r>
          </a:p>
        </p:txBody>
      </p:sp>
      <p:sp>
        <p:nvSpPr>
          <p:cNvPr id="39" name="Rectangle 38">
            <a:extLst>
              <a:ext uri="{FF2B5EF4-FFF2-40B4-BE49-F238E27FC236}">
                <a16:creationId xmlns:a16="http://schemas.microsoft.com/office/drawing/2014/main" id="{088BDC5B-233F-38D0-4D1B-9DD644F5CE7B}"/>
              </a:ext>
            </a:extLst>
          </p:cNvPr>
          <p:cNvSpPr/>
          <p:nvPr/>
        </p:nvSpPr>
        <p:spPr>
          <a:xfrm>
            <a:off x="10415199" y="2755191"/>
            <a:ext cx="1286167" cy="310394"/>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4" name="Oval 33">
            <a:extLst>
              <a:ext uri="{FF2B5EF4-FFF2-40B4-BE49-F238E27FC236}">
                <a16:creationId xmlns:a16="http://schemas.microsoft.com/office/drawing/2014/main" id="{6A61AE7F-6360-0A0E-E231-BE89C78641C6}"/>
              </a:ext>
            </a:extLst>
          </p:cNvPr>
          <p:cNvSpPr/>
          <p:nvPr/>
        </p:nvSpPr>
        <p:spPr>
          <a:xfrm>
            <a:off x="10128436" y="2604264"/>
            <a:ext cx="573526" cy="310394"/>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11</a:t>
            </a:r>
          </a:p>
        </p:txBody>
      </p:sp>
    </p:spTree>
    <p:extLst>
      <p:ext uri="{BB962C8B-B14F-4D97-AF65-F5344CB8AC3E}">
        <p14:creationId xmlns:p14="http://schemas.microsoft.com/office/powerpoint/2010/main" val="6324600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F693E-3161-01A9-8A8D-7BF114859CCF}"/>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65262BC-4332-4827-3E44-808D5AD99209}"/>
              </a:ext>
            </a:extLst>
          </p:cNvPr>
          <p:cNvSpPr>
            <a:spLocks noGrp="1"/>
          </p:cNvSpPr>
          <p:nvPr>
            <p:ph idx="1"/>
          </p:nvPr>
        </p:nvSpPr>
        <p:spPr>
          <a:xfrm>
            <a:off x="838200" y="612441"/>
            <a:ext cx="10515600" cy="5564522"/>
          </a:xfrm>
        </p:spPr>
        <p:txBody>
          <a:bodyPr vert="horz" lIns="91440" tIns="45720" rIns="91440" bIns="45720" rtlCol="0" anchor="t">
            <a:normAutofit fontScale="92500"/>
          </a:bodyPr>
          <a:lstStyle/>
          <a:p>
            <a:pPr marL="342900" lvl="0" indent="-342900" fontAlgn="t">
              <a:buClr>
                <a:srgbClr val="000000"/>
              </a:buClr>
              <a:buFont typeface="+mj-lt"/>
              <a:buAutoNum type="arabicPeriod" startAt="1"/>
            </a:pPr>
            <a:r>
              <a:rPr lang="en-US">
                <a:highlight>
                  <a:srgbClr val="FFFF00"/>
                </a:highlight>
              </a:rPr>
              <a:t>Follow the approved plugin design system across all screens and components, including colors, typography, spacing, and interaction patterns.</a:t>
            </a:r>
          </a:p>
          <a:p>
            <a:pPr marL="342900" lvl="1" indent="0">
              <a:buNone/>
            </a:pPr>
            <a:r>
              <a:rPr lang="en-US" sz="1400" b="1">
                <a:solidFill>
                  <a:srgbClr val="B45F06"/>
                </a:solidFill>
                <a:latin typeface="Calibri"/>
              </a:rPr>
              <a:t>Partially addressed: </a:t>
            </a:r>
            <a:r>
              <a:rPr lang="en-US" sz="1400" i="1">
                <a:solidFill>
                  <a:srgbClr val="3F3F3F"/>
                </a:solidFill>
                <a:latin typeface="Calibri"/>
              </a:rPr>
              <a:t>Brand colours, fonts and approved icons are applied; the Home layout has not changed since the audit. The approved plugin design file is not in the repo to check each component.</a:t>
            </a:r>
          </a:p>
          <a:p>
            <a:pPr marL="342900" indent="-342900" fontAlgn="t">
              <a:buClr>
                <a:srgbClr val="000000"/>
              </a:buClr>
              <a:buFont typeface="+mj-lt"/>
              <a:buAutoNum type="arabicPeriod" startAt="2"/>
            </a:pPr>
            <a:r>
              <a:rPr lang="en-US">
                <a:highlight>
                  <a:srgbClr val="FFFF00"/>
                </a:highlight>
              </a:rPr>
              <a:t>Screen headings should use </a:t>
            </a:r>
            <a:r>
              <a:rPr lang="en-US" err="1">
                <a:highlight>
                  <a:srgbClr val="FFFF00"/>
                </a:highlight>
              </a:rPr>
              <a:t>Houschka</a:t>
            </a:r>
            <a:r>
              <a:rPr lang="en-US">
                <a:highlight>
                  <a:srgbClr val="FFFF00"/>
                </a:highlight>
              </a:rPr>
              <a:t> Rounded Alt 20 </a:t>
            </a:r>
            <a:r>
              <a:rPr lang="en-US" err="1">
                <a:highlight>
                  <a:srgbClr val="FFFF00"/>
                </a:highlight>
              </a:rPr>
              <a:t>px</a:t>
            </a:r>
            <a:r>
              <a:rPr lang="en-US">
                <a:highlight>
                  <a:srgbClr val="FFFF00"/>
                </a:highlight>
              </a:rPr>
              <a:t> and supporting content should use Calibri 18 </a:t>
            </a:r>
            <a:r>
              <a:rPr lang="en-US" err="1">
                <a:highlight>
                  <a:srgbClr val="FFFF00"/>
                </a:highlight>
              </a:rPr>
              <a:t>px</a:t>
            </a:r>
            <a:r>
              <a:rPr lang="en-US">
                <a:highlight>
                  <a:srgbClr val="FFFF00"/>
                </a:highlight>
              </a:rPr>
              <a:t> as per the approved design system.</a:t>
            </a:r>
            <a:endParaRPr lang="en-US">
              <a:ea typeface="Calibri"/>
              <a:cs typeface="Calibri"/>
            </a:endParaRPr>
          </a:p>
          <a:p>
            <a:pPr marL="342900" lvl="1" indent="0">
              <a:buNone/>
            </a:pPr>
            <a:r>
              <a:rPr lang="en-US" sz="1400" b="1">
                <a:solidFill>
                  <a:srgbClr val="B45F06"/>
                </a:solidFill>
                <a:latin typeface="Calibri"/>
              </a:rPr>
              <a:t>Partially addressed: </a:t>
            </a:r>
            <a:r>
              <a:rPr lang="en-US" sz="1400" i="1">
                <a:solidFill>
                  <a:srgbClr val="3F3F3F"/>
                </a:solidFill>
                <a:latin typeface="Calibri"/>
              </a:rPr>
              <a:t>Headings are now Houschka 20 px. Supporting content stays at the editor size (13 px): 18 px would roughly halve the rows in the file tree and reports table. Please confirm.</a:t>
            </a:r>
          </a:p>
          <a:p>
            <a:pPr marL="342900" lvl="0" indent="-342900" fontAlgn="t">
              <a:buClr>
                <a:srgbClr val="000000"/>
              </a:buClr>
              <a:buFont typeface="+mj-lt"/>
              <a:buAutoNum type="arabicPeriod" startAt="3"/>
            </a:pPr>
            <a:r>
              <a:rPr lang="en-US">
                <a:highlight>
                  <a:srgbClr val="FFFF00"/>
                </a:highlight>
              </a:rPr>
              <a:t>Update the chat panel layout and input area to match the proposed design, including iconography, spacing, and CTA placement.</a:t>
            </a:r>
          </a:p>
          <a:p>
            <a:pPr marL="342900" lvl="1" indent="0">
              <a:buNone/>
            </a:pPr>
            <a:r>
              <a:rPr lang="en-US" sz="1400" b="1">
                <a:solidFill>
                  <a:srgbClr val="C00000"/>
                </a:solidFill>
                <a:latin typeface="Calibri"/>
              </a:rPr>
              <a:t>Not addressed: </a:t>
            </a:r>
            <a:r>
              <a:rPr lang="en-US" sz="1400" i="1">
                <a:solidFill>
                  <a:srgbClr val="3F3F3F"/>
                </a:solidFill>
                <a:latin typeface="Calibri"/>
              </a:rPr>
              <a:t>Chat panel layout and input area are unchanged apart from the new account card. Needs the approved plugin design for reference.</a:t>
            </a:r>
          </a:p>
          <a:p>
            <a:pPr marL="342900" lvl="0" indent="-342900" fontAlgn="t">
              <a:buClr>
                <a:srgbClr val="000000"/>
              </a:buClr>
              <a:buFont typeface="+mj-lt"/>
              <a:buAutoNum type="arabicPeriod" startAt="4"/>
            </a:pPr>
            <a:r>
              <a:rPr lang="en-US">
                <a:highlight>
                  <a:srgbClr val="FFFF00"/>
                </a:highlight>
              </a:rPr>
              <a:t>Follow the approved file and folder explorer design for hierarchy, icons, spacing, and selection states.</a:t>
            </a:r>
          </a:p>
          <a:p>
            <a:pPr marL="342900" lvl="1" indent="0">
              <a:buNone/>
            </a:pPr>
            <a:r>
              <a:rPr lang="en-US" sz="1400" b="1">
                <a:solidFill>
                  <a:srgbClr val="C00000"/>
                </a:solidFill>
                <a:latin typeface="Calibri"/>
              </a:rPr>
              <a:t>Not addressed: </a:t>
            </a:r>
            <a:r>
              <a:rPr lang="en-US" sz="1400" i="1">
                <a:solidFill>
                  <a:srgbClr val="3F3F3F"/>
                </a:solidFill>
                <a:latin typeface="Calibri"/>
              </a:rPr>
              <a:t>The file and folder explorer is unchanged. Needs the approved plugin design for reference.</a:t>
            </a:r>
          </a:p>
          <a:p>
            <a:pPr marL="342900" lvl="0" indent="-342900" fontAlgn="t">
              <a:buClr>
                <a:srgbClr val="000000"/>
              </a:buClr>
              <a:buFont typeface="+mj-lt"/>
              <a:buAutoNum type="arabicPeriod" startAt="5"/>
            </a:pPr>
            <a:r>
              <a:rPr lang="en-US">
                <a:highlight>
                  <a:srgbClr val="FFFF00"/>
                </a:highlight>
              </a:rPr>
              <a:t>Add the Audit Whole Project CTA as shown in the proposed design.</a:t>
            </a:r>
          </a:p>
          <a:p>
            <a:pPr marL="342900" lvl="1" indent="0">
              <a:buNone/>
            </a:pPr>
            <a:r>
              <a:rPr lang="en-US" sz="1400" b="1">
                <a:solidFill>
                  <a:srgbClr val="595959"/>
                </a:solidFill>
                <a:latin typeface="Calibri"/>
              </a:rPr>
              <a:t>Declined: </a:t>
            </a:r>
            <a:r>
              <a:rPr lang="en-US" sz="1400" i="1">
                <a:solidFill>
                  <a:srgbClr val="3F3F3F"/>
                </a:solidFill>
                <a:latin typeface="Calibri"/>
              </a:rPr>
              <a:t>A separate Audit Whole Project button was rejected as redundant: Audit or Audit &amp; Remediate with nothing selected audits the whole project.</a:t>
            </a:r>
          </a:p>
          <a:p>
            <a:pPr marL="342900" lvl="0" indent="-342900" fontAlgn="t">
              <a:buClr>
                <a:srgbClr val="000000"/>
              </a:buClr>
              <a:buFont typeface="+mj-lt"/>
              <a:buAutoNum type="arabicPeriod" startAt="6"/>
            </a:pPr>
            <a:r>
              <a:rPr lang="en-US">
                <a:highlight>
                  <a:srgbClr val="FFFF00"/>
                </a:highlight>
              </a:rPr>
              <a:t>KPI cards should match the approved design for typography, color treatment, iconography, corner radius, and visual hierarchy.</a:t>
            </a:r>
          </a:p>
          <a:p>
            <a:pPr marL="342900" lvl="1" indent="0">
              <a:buNone/>
            </a:pPr>
            <a:r>
              <a:rPr lang="en-US" sz="1400" b="1">
                <a:solidFill>
                  <a:srgbClr val="C00000"/>
                </a:solidFill>
                <a:latin typeface="Calibri"/>
              </a:rPr>
              <a:t>Not addressed: </a:t>
            </a:r>
            <a:r>
              <a:rPr lang="en-US" sz="1400" i="1">
                <a:solidFill>
                  <a:srgbClr val="3F3F3F"/>
                </a:solidFill>
                <a:latin typeface="Calibri"/>
              </a:rPr>
              <a:t>The Report Overview KPI cards are unchanged since the audit. Needs the approved plugin design for reference.</a:t>
            </a:r>
          </a:p>
        </p:txBody>
      </p:sp>
    </p:spTree>
    <p:extLst>
      <p:ext uri="{BB962C8B-B14F-4D97-AF65-F5344CB8AC3E}">
        <p14:creationId xmlns:p14="http://schemas.microsoft.com/office/powerpoint/2010/main" val="23470290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1CA90-BEBB-6673-0537-47CFE9CA7A8D}"/>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E523F8CF-E28D-5955-F7BB-2440EC9807B6}"/>
              </a:ext>
            </a:extLst>
          </p:cNvPr>
          <p:cNvSpPr>
            <a:spLocks noGrp="1"/>
          </p:cNvSpPr>
          <p:nvPr>
            <p:ph type="title"/>
          </p:nvPr>
        </p:nvSpPr>
        <p:spPr/>
        <p:txBody>
          <a:bodyPr/>
          <a:lstStyle/>
          <a:p>
            <a:r>
              <a:rPr lang="en-US" sz="2000"/>
              <a:t>Screen – WCAG Audit Report (User)</a:t>
            </a:r>
          </a:p>
        </p:txBody>
      </p:sp>
      <p:pic>
        <p:nvPicPr>
          <p:cNvPr id="10" name="Picture 9">
            <a:extLst>
              <a:ext uri="{FF2B5EF4-FFF2-40B4-BE49-F238E27FC236}">
                <a16:creationId xmlns:a16="http://schemas.microsoft.com/office/drawing/2014/main" id="{97F24E37-9461-48E7-38AB-BA738A922AA3}"/>
              </a:ext>
            </a:extLst>
          </p:cNvPr>
          <p:cNvPicPr>
            <a:picLocks noChangeAspect="1"/>
          </p:cNvPicPr>
          <p:nvPr/>
        </p:nvPicPr>
        <p:blipFill>
          <a:blip r:embed="rId2"/>
          <a:stretch>
            <a:fillRect/>
          </a:stretch>
        </p:blipFill>
        <p:spPr>
          <a:xfrm>
            <a:off x="1430593" y="602628"/>
            <a:ext cx="9330814" cy="6058882"/>
          </a:xfrm>
          <a:prstGeom prst="rect">
            <a:avLst/>
          </a:prstGeom>
        </p:spPr>
      </p:pic>
      <p:sp>
        <p:nvSpPr>
          <p:cNvPr id="22" name="Oval 21">
            <a:extLst>
              <a:ext uri="{FF2B5EF4-FFF2-40B4-BE49-F238E27FC236}">
                <a16:creationId xmlns:a16="http://schemas.microsoft.com/office/drawing/2014/main" id="{90614D97-F211-8A7E-D9DC-F3BACC215565}"/>
              </a:ext>
            </a:extLst>
          </p:cNvPr>
          <p:cNvSpPr/>
          <p:nvPr/>
        </p:nvSpPr>
        <p:spPr>
          <a:xfrm>
            <a:off x="9117908" y="679248"/>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29" name="Oval 28">
            <a:extLst>
              <a:ext uri="{FF2B5EF4-FFF2-40B4-BE49-F238E27FC236}">
                <a16:creationId xmlns:a16="http://schemas.microsoft.com/office/drawing/2014/main" id="{01294F1F-DC99-2F1A-932B-F84047B5F25F}"/>
              </a:ext>
            </a:extLst>
          </p:cNvPr>
          <p:cNvSpPr/>
          <p:nvPr/>
        </p:nvSpPr>
        <p:spPr>
          <a:xfrm>
            <a:off x="5806576" y="3218944"/>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34" name="Oval 33">
            <a:extLst>
              <a:ext uri="{FF2B5EF4-FFF2-40B4-BE49-F238E27FC236}">
                <a16:creationId xmlns:a16="http://schemas.microsoft.com/office/drawing/2014/main" id="{CE670F14-066A-C7AD-2F0E-10C9C43F265F}"/>
              </a:ext>
            </a:extLst>
          </p:cNvPr>
          <p:cNvSpPr/>
          <p:nvPr/>
        </p:nvSpPr>
        <p:spPr>
          <a:xfrm>
            <a:off x="1777568" y="4156023"/>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35" name="Oval 34">
            <a:extLst>
              <a:ext uri="{FF2B5EF4-FFF2-40B4-BE49-F238E27FC236}">
                <a16:creationId xmlns:a16="http://schemas.microsoft.com/office/drawing/2014/main" id="{144DCE60-7A75-E51D-B07D-1CA38D3A25B6}"/>
              </a:ext>
            </a:extLst>
          </p:cNvPr>
          <p:cNvSpPr/>
          <p:nvPr/>
        </p:nvSpPr>
        <p:spPr>
          <a:xfrm>
            <a:off x="1632985" y="3647948"/>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6</a:t>
            </a:r>
          </a:p>
        </p:txBody>
      </p:sp>
      <p:sp>
        <p:nvSpPr>
          <p:cNvPr id="36" name="Oval 35">
            <a:extLst>
              <a:ext uri="{FF2B5EF4-FFF2-40B4-BE49-F238E27FC236}">
                <a16:creationId xmlns:a16="http://schemas.microsoft.com/office/drawing/2014/main" id="{1FE18C20-3BC9-0EC7-61F4-4CADBEFF6D9C}"/>
              </a:ext>
            </a:extLst>
          </p:cNvPr>
          <p:cNvSpPr/>
          <p:nvPr/>
        </p:nvSpPr>
        <p:spPr>
          <a:xfrm>
            <a:off x="9847744" y="569006"/>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7</a:t>
            </a:r>
          </a:p>
        </p:txBody>
      </p:sp>
      <p:sp>
        <p:nvSpPr>
          <p:cNvPr id="38" name="Oval 37">
            <a:extLst>
              <a:ext uri="{FF2B5EF4-FFF2-40B4-BE49-F238E27FC236}">
                <a16:creationId xmlns:a16="http://schemas.microsoft.com/office/drawing/2014/main" id="{CFBBF1F8-60BB-BB5C-669E-C3CA3DF37709}"/>
              </a:ext>
            </a:extLst>
          </p:cNvPr>
          <p:cNvSpPr/>
          <p:nvPr/>
        </p:nvSpPr>
        <p:spPr>
          <a:xfrm>
            <a:off x="1380601" y="602628"/>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40" name="Rectangle 39">
            <a:extLst>
              <a:ext uri="{FF2B5EF4-FFF2-40B4-BE49-F238E27FC236}">
                <a16:creationId xmlns:a16="http://schemas.microsoft.com/office/drawing/2014/main" id="{9599173D-1578-2B64-8652-ECDD3ABE1122}"/>
              </a:ext>
            </a:extLst>
          </p:cNvPr>
          <p:cNvSpPr/>
          <p:nvPr/>
        </p:nvSpPr>
        <p:spPr>
          <a:xfrm>
            <a:off x="1632856" y="1056739"/>
            <a:ext cx="8725989" cy="673577"/>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1" name="Oval 30">
            <a:extLst>
              <a:ext uri="{FF2B5EF4-FFF2-40B4-BE49-F238E27FC236}">
                <a16:creationId xmlns:a16="http://schemas.microsoft.com/office/drawing/2014/main" id="{22E56741-A150-B6A6-B97B-133F640D8B98}"/>
              </a:ext>
            </a:extLst>
          </p:cNvPr>
          <p:cNvSpPr/>
          <p:nvPr/>
        </p:nvSpPr>
        <p:spPr>
          <a:xfrm>
            <a:off x="1488144" y="980043"/>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Tree>
    <p:extLst>
      <p:ext uri="{BB962C8B-B14F-4D97-AF65-F5344CB8AC3E}">
        <p14:creationId xmlns:p14="http://schemas.microsoft.com/office/powerpoint/2010/main" val="35135620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AAE03-CCD4-CBDC-D489-8B97428A4C26}"/>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8F00655-DF87-FD80-C0C8-FADC021DD811}"/>
              </a:ext>
            </a:extLst>
          </p:cNvPr>
          <p:cNvSpPr>
            <a:spLocks noGrp="1"/>
          </p:cNvSpPr>
          <p:nvPr>
            <p:ph idx="1"/>
          </p:nvPr>
        </p:nvSpPr>
        <p:spPr>
          <a:xfrm>
            <a:off x="838200" y="612441"/>
            <a:ext cx="10515600" cy="5564522"/>
          </a:xfrm>
        </p:spPr>
        <p:txBody>
          <a:bodyPr vert="horz" lIns="91440" tIns="45720" rIns="91440" bIns="45720" rtlCol="0" anchor="t">
            <a:normAutofit fontScale="97500"/>
          </a:bodyPr>
          <a:lstStyle/>
          <a:p>
            <a:pPr marL="342900" indent="-342900" fontAlgn="t">
              <a:buClr>
                <a:srgbClr val="000000"/>
              </a:buClr>
              <a:buFont typeface="+mj-lt"/>
              <a:buAutoNum type="arabicPeriod" startAt="1"/>
            </a:pPr>
            <a:r>
              <a:rPr lang="en-US"/>
              <a:t>Page Heading should use </a:t>
            </a:r>
            <a:r>
              <a:rPr lang="en-US" err="1"/>
              <a:t>Houschka</a:t>
            </a:r>
            <a:r>
              <a:rPr lang="en-US"/>
              <a:t> Rounded Alt 18 </a:t>
            </a:r>
            <a:r>
              <a:rPr lang="en-US" err="1"/>
              <a:t>px</a:t>
            </a:r>
            <a:r>
              <a:rPr lang="en-US"/>
              <a:t> and supporting content should use Calibri as per the approved typography system.</a:t>
            </a:r>
          </a:p>
          <a:p>
            <a:pPr marL="342900" lvl="0" indent="-342900" fontAlgn="t">
              <a:buClr>
                <a:srgbClr val="000000"/>
              </a:buClr>
              <a:buFont typeface="+mj-lt"/>
              <a:buAutoNum type="arabicPeriod" startAt="2"/>
            </a:pPr>
            <a:r>
              <a:rPr lang="en-US">
                <a:highlight>
                  <a:srgbClr val="FFFF00"/>
                </a:highlight>
              </a:rPr>
              <a:t>Add the Fix Report CTA beside Export Report as shown in the proposed design.</a:t>
            </a:r>
          </a:p>
          <a:p>
            <a:pPr marL="342900" lvl="1" indent="0">
              <a:buNone/>
            </a:pPr>
            <a:r>
              <a:rPr lang="en-US" sz="1400" b="1">
                <a:solidFill>
                  <a:srgbClr val="595959"/>
                </a:solidFill>
                <a:latin typeface="Calibri"/>
              </a:rPr>
              <a:t>Declined: </a:t>
            </a:r>
            <a:r>
              <a:rPr lang="en-US" sz="1400" i="1">
                <a:solidFill>
                  <a:srgbClr val="3F3F3F"/>
                </a:solidFill>
                <a:latin typeface="Calibri"/>
              </a:rPr>
              <a:t>A Fix Report button on this panel was rejected earlier; Export Report offers HTML, PDF and XLSX, and fix reports open from Home.</a:t>
            </a:r>
          </a:p>
          <a:p>
            <a:pPr marL="342900" lvl="0" indent="-342900" fontAlgn="t">
              <a:buClr>
                <a:srgbClr val="000000"/>
              </a:buClr>
              <a:buFont typeface="+mj-lt"/>
              <a:buAutoNum type="arabicPeriod" startAt="3"/>
            </a:pPr>
            <a:r>
              <a:rPr lang="en-US">
                <a:highlight>
                  <a:srgbClr val="FFFF00"/>
                </a:highlight>
              </a:rPr>
              <a:t>Follow the approved filter design pattern for dropdown styling, spacing, and grouping.</a:t>
            </a:r>
          </a:p>
          <a:p>
            <a:pPr marL="342900" lvl="1" indent="0">
              <a:buNone/>
            </a:pPr>
            <a:r>
              <a:rPr lang="en-US" sz="1400" b="1">
                <a:solidFill>
                  <a:srgbClr val="C00000"/>
                </a:solidFill>
                <a:latin typeface="Calibri"/>
              </a:rPr>
              <a:t>Not addressed: </a:t>
            </a:r>
            <a:r>
              <a:rPr lang="en-US" sz="1400" i="1">
                <a:solidFill>
                  <a:srgbClr val="3F3F3F"/>
                </a:solidFill>
                <a:latin typeface="Calibri"/>
              </a:rPr>
              <a:t>Filters are unchanged since the audit (a Group by control only; guardrail dropdowns were excluded earlier). Needs the approved design for reference.</a:t>
            </a:r>
          </a:p>
          <a:p>
            <a:pPr marL="342900" lvl="0" indent="-342900" fontAlgn="t">
              <a:buClr>
                <a:srgbClr val="000000"/>
              </a:buClr>
              <a:buFont typeface="+mj-lt"/>
              <a:buAutoNum type="arabicPeriod" startAt="4"/>
            </a:pPr>
            <a:r>
              <a:rPr lang="en-US">
                <a:highlight>
                  <a:srgbClr val="FFFF00"/>
                </a:highlight>
              </a:rPr>
              <a:t>KPI cards should match the proposed design for typography, iconography, color treatment, and visual hierarchy.</a:t>
            </a:r>
          </a:p>
          <a:p>
            <a:pPr marL="342900" lvl="1" indent="0">
              <a:buNone/>
            </a:pPr>
            <a:r>
              <a:rPr lang="en-US" sz="1400" b="1">
                <a:solidFill>
                  <a:srgbClr val="C00000"/>
                </a:solidFill>
                <a:latin typeface="Calibri"/>
              </a:rPr>
              <a:t>Not addressed: </a:t>
            </a:r>
            <a:r>
              <a:rPr lang="en-US" sz="1400" i="1">
                <a:solidFill>
                  <a:srgbClr val="3F3F3F"/>
                </a:solidFill>
                <a:latin typeface="Calibri"/>
              </a:rPr>
              <a:t>The KPI cards are unchanged since the audit. Needs the approved plugin design for reference.</a:t>
            </a:r>
          </a:p>
          <a:p>
            <a:pPr marL="342900" lvl="0" indent="-342900" fontAlgn="t">
              <a:buClr>
                <a:srgbClr val="000000"/>
              </a:buClr>
              <a:buFont typeface="+mj-lt"/>
              <a:buAutoNum type="arabicPeriod" startAt="5"/>
            </a:pPr>
            <a:r>
              <a:rPr lang="en-US">
                <a:highlight>
                  <a:srgbClr val="FFFF00"/>
                </a:highlight>
              </a:rPr>
              <a:t>Update the critical issue card design to match the approved layout, severity styling, spacing, and content hierarchy.</a:t>
            </a:r>
          </a:p>
          <a:p>
            <a:pPr marL="342900" lvl="1" indent="0">
              <a:buNone/>
            </a:pPr>
            <a:r>
              <a:rPr lang="en-US" sz="1400" b="1">
                <a:solidFill>
                  <a:srgbClr val="C00000"/>
                </a:solidFill>
                <a:latin typeface="Calibri"/>
              </a:rPr>
              <a:t>Not addressed: </a:t>
            </a:r>
            <a:r>
              <a:rPr lang="en-US" sz="1400" i="1">
                <a:solidFill>
                  <a:srgbClr val="3F3F3F"/>
                </a:solidFill>
                <a:latin typeface="Calibri"/>
              </a:rPr>
              <a:t>The issue card layout is unchanged since the audit. Needs the approved plugin design for reference.</a:t>
            </a:r>
          </a:p>
          <a:p>
            <a:pPr marL="342900" lvl="0" indent="-342900" fontAlgn="t">
              <a:buClr>
                <a:srgbClr val="000000"/>
              </a:buClr>
              <a:buFont typeface="+mj-lt"/>
              <a:buAutoNum type="arabicPeriod" startAt="6"/>
            </a:pPr>
            <a:r>
              <a:rPr lang="en-US">
                <a:highlight>
                  <a:srgbClr val="FFFF00"/>
                </a:highlight>
              </a:rPr>
              <a:t>Issue severity sections (Critical, Major, Minor) should follow the approved color coding and accordion/card design pattern.</a:t>
            </a:r>
          </a:p>
          <a:p>
            <a:pPr marL="342900" lvl="1" indent="0">
              <a:buNone/>
            </a:pPr>
            <a:r>
              <a:rPr lang="en-US" sz="1400" b="1">
                <a:solidFill>
                  <a:srgbClr val="B45F06"/>
                </a:solidFill>
                <a:latin typeface="Calibri"/>
              </a:rPr>
              <a:t>Partially addressed: </a:t>
            </a:r>
            <a:r>
              <a:rPr lang="en-US" sz="1400" i="1">
                <a:solidFill>
                  <a:srgbClr val="3F3F3F"/>
                </a:solidFill>
                <a:latin typeface="Calibri"/>
              </a:rPr>
              <a:t>Sections are collapsible and use the brand severity colours, but have not been re-checked against the approved design.</a:t>
            </a:r>
          </a:p>
          <a:p>
            <a:pPr marL="342900" indent="-342900" fontAlgn="t">
              <a:buClr>
                <a:srgbClr val="000000"/>
              </a:buClr>
              <a:buFont typeface="+mj-lt"/>
              <a:buAutoNum type="arabicPeriod" startAt="7"/>
            </a:pPr>
            <a:r>
              <a:rPr lang="en-US">
                <a:highlight>
                  <a:srgbClr val="FFFF00"/>
                </a:highlight>
              </a:rPr>
              <a:t>Apply the approved CTA styling for Fix Report, Export Report, and issue-related actions.</a:t>
            </a:r>
          </a:p>
          <a:p>
            <a:pPr marL="342900" lvl="1" indent="0">
              <a:buNone/>
            </a:pPr>
            <a:r>
              <a:rPr lang="en-US" sz="1400" b="1">
                <a:solidFill>
                  <a:srgbClr val="B45F06"/>
                </a:solidFill>
                <a:latin typeface="Calibri"/>
              </a:rPr>
              <a:t>Partially addressed: </a:t>
            </a:r>
            <a:r>
              <a:rPr lang="en-US" sz="1400" i="1">
                <a:solidFill>
                  <a:srgbClr val="3F3F3F"/>
                </a:solidFill>
                <a:latin typeface="Calibri"/>
              </a:rPr>
              <a:t>Export Report and issue actions use the brand CTA styles; Fix Report is not on this panel (see item 2).</a:t>
            </a:r>
          </a:p>
        </p:txBody>
      </p:sp>
    </p:spTree>
    <p:extLst>
      <p:ext uri="{BB962C8B-B14F-4D97-AF65-F5344CB8AC3E}">
        <p14:creationId xmlns:p14="http://schemas.microsoft.com/office/powerpoint/2010/main" val="11396745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DFD9D-9E40-ADFE-BF9B-F5EC4CA9EEAC}"/>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F54EE315-E19E-402E-0AC6-E7C554EBCB4E}"/>
              </a:ext>
            </a:extLst>
          </p:cNvPr>
          <p:cNvSpPr>
            <a:spLocks noGrp="1"/>
          </p:cNvSpPr>
          <p:nvPr>
            <p:ph type="title"/>
          </p:nvPr>
        </p:nvSpPr>
        <p:spPr/>
        <p:txBody>
          <a:bodyPr/>
          <a:lstStyle/>
          <a:p>
            <a:r>
              <a:rPr lang="en-US" sz="2000"/>
              <a:t>Screen – Fix Report (User)</a:t>
            </a:r>
          </a:p>
        </p:txBody>
      </p:sp>
      <p:pic>
        <p:nvPicPr>
          <p:cNvPr id="3" name="Picture 2">
            <a:extLst>
              <a:ext uri="{FF2B5EF4-FFF2-40B4-BE49-F238E27FC236}">
                <a16:creationId xmlns:a16="http://schemas.microsoft.com/office/drawing/2014/main" id="{7F240AAF-1B3F-596A-8F0D-8F7A18E1BCD6}"/>
              </a:ext>
            </a:extLst>
          </p:cNvPr>
          <p:cNvPicPr>
            <a:picLocks noChangeAspect="1"/>
          </p:cNvPicPr>
          <p:nvPr/>
        </p:nvPicPr>
        <p:blipFill>
          <a:blip r:embed="rId2"/>
          <a:stretch>
            <a:fillRect/>
          </a:stretch>
        </p:blipFill>
        <p:spPr>
          <a:xfrm>
            <a:off x="1593795" y="679069"/>
            <a:ext cx="9004410" cy="5996255"/>
          </a:xfrm>
          <a:prstGeom prst="rect">
            <a:avLst/>
          </a:prstGeom>
        </p:spPr>
      </p:pic>
      <p:sp>
        <p:nvSpPr>
          <p:cNvPr id="8" name="Oval 7">
            <a:extLst>
              <a:ext uri="{FF2B5EF4-FFF2-40B4-BE49-F238E27FC236}">
                <a16:creationId xmlns:a16="http://schemas.microsoft.com/office/drawing/2014/main" id="{D44B7A74-8B94-4A3F-3623-ABD8CCA511D3}"/>
              </a:ext>
            </a:extLst>
          </p:cNvPr>
          <p:cNvSpPr/>
          <p:nvPr/>
        </p:nvSpPr>
        <p:spPr>
          <a:xfrm>
            <a:off x="1602656" y="2716922"/>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12" name="Oval 11">
            <a:extLst>
              <a:ext uri="{FF2B5EF4-FFF2-40B4-BE49-F238E27FC236}">
                <a16:creationId xmlns:a16="http://schemas.microsoft.com/office/drawing/2014/main" id="{54CEB923-D160-59BB-9B0A-BE9195865A8A}"/>
              </a:ext>
            </a:extLst>
          </p:cNvPr>
          <p:cNvSpPr/>
          <p:nvPr/>
        </p:nvSpPr>
        <p:spPr>
          <a:xfrm>
            <a:off x="3914962" y="3131784"/>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14" name="Oval 13">
            <a:extLst>
              <a:ext uri="{FF2B5EF4-FFF2-40B4-BE49-F238E27FC236}">
                <a16:creationId xmlns:a16="http://schemas.microsoft.com/office/drawing/2014/main" id="{28DA83B0-0429-C5B4-136E-0FF9B1A0C764}"/>
              </a:ext>
            </a:extLst>
          </p:cNvPr>
          <p:cNvSpPr/>
          <p:nvPr/>
        </p:nvSpPr>
        <p:spPr>
          <a:xfrm>
            <a:off x="5742596" y="2940736"/>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6</a:t>
            </a:r>
          </a:p>
        </p:txBody>
      </p:sp>
      <p:sp>
        <p:nvSpPr>
          <p:cNvPr id="15" name="Oval 14">
            <a:extLst>
              <a:ext uri="{FF2B5EF4-FFF2-40B4-BE49-F238E27FC236}">
                <a16:creationId xmlns:a16="http://schemas.microsoft.com/office/drawing/2014/main" id="{4625E74E-88AD-6906-C7C4-574B598E36E0}"/>
              </a:ext>
            </a:extLst>
          </p:cNvPr>
          <p:cNvSpPr/>
          <p:nvPr/>
        </p:nvSpPr>
        <p:spPr>
          <a:xfrm>
            <a:off x="5951288" y="3677196"/>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7</a:t>
            </a:r>
          </a:p>
        </p:txBody>
      </p:sp>
      <p:sp>
        <p:nvSpPr>
          <p:cNvPr id="18" name="Oval 17">
            <a:extLst>
              <a:ext uri="{FF2B5EF4-FFF2-40B4-BE49-F238E27FC236}">
                <a16:creationId xmlns:a16="http://schemas.microsoft.com/office/drawing/2014/main" id="{D38F56BE-9BBD-4562-8B37-FDE69E227142}"/>
              </a:ext>
            </a:extLst>
          </p:cNvPr>
          <p:cNvSpPr/>
          <p:nvPr/>
        </p:nvSpPr>
        <p:spPr>
          <a:xfrm>
            <a:off x="1602656" y="1276396"/>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19" name="Oval 18">
            <a:extLst>
              <a:ext uri="{FF2B5EF4-FFF2-40B4-BE49-F238E27FC236}">
                <a16:creationId xmlns:a16="http://schemas.microsoft.com/office/drawing/2014/main" id="{EF687E5F-08E9-9866-7CA6-5F6C0E513D71}"/>
              </a:ext>
            </a:extLst>
          </p:cNvPr>
          <p:cNvSpPr/>
          <p:nvPr/>
        </p:nvSpPr>
        <p:spPr>
          <a:xfrm>
            <a:off x="7842904" y="2992431"/>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21" name="Oval 20">
            <a:extLst>
              <a:ext uri="{FF2B5EF4-FFF2-40B4-BE49-F238E27FC236}">
                <a16:creationId xmlns:a16="http://schemas.microsoft.com/office/drawing/2014/main" id="{B474BF72-6168-4D44-95DA-1E81F6B61A1E}"/>
              </a:ext>
            </a:extLst>
          </p:cNvPr>
          <p:cNvSpPr/>
          <p:nvPr/>
        </p:nvSpPr>
        <p:spPr>
          <a:xfrm>
            <a:off x="5951288" y="5606144"/>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7</a:t>
            </a:r>
          </a:p>
        </p:txBody>
      </p:sp>
      <p:sp>
        <p:nvSpPr>
          <p:cNvPr id="27" name="Rectangle 26">
            <a:extLst>
              <a:ext uri="{FF2B5EF4-FFF2-40B4-BE49-F238E27FC236}">
                <a16:creationId xmlns:a16="http://schemas.microsoft.com/office/drawing/2014/main" id="{FF56CF4A-325F-44A5-639C-B620E1CE97CD}"/>
              </a:ext>
            </a:extLst>
          </p:cNvPr>
          <p:cNvSpPr/>
          <p:nvPr/>
        </p:nvSpPr>
        <p:spPr>
          <a:xfrm>
            <a:off x="7969807" y="2494088"/>
            <a:ext cx="2576304" cy="273741"/>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1" name="Oval 10">
            <a:extLst>
              <a:ext uri="{FF2B5EF4-FFF2-40B4-BE49-F238E27FC236}">
                <a16:creationId xmlns:a16="http://schemas.microsoft.com/office/drawing/2014/main" id="{32BC7811-3F4B-2E70-F2BA-13D1C8828751}"/>
              </a:ext>
            </a:extLst>
          </p:cNvPr>
          <p:cNvSpPr/>
          <p:nvPr/>
        </p:nvSpPr>
        <p:spPr>
          <a:xfrm>
            <a:off x="7825095" y="2368912"/>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
        <p:nvSpPr>
          <p:cNvPr id="37" name="Rectangle 36">
            <a:extLst>
              <a:ext uri="{FF2B5EF4-FFF2-40B4-BE49-F238E27FC236}">
                <a16:creationId xmlns:a16="http://schemas.microsoft.com/office/drawing/2014/main" id="{3BA6F6AC-3E3C-2F61-25D8-20FACBE94269}"/>
              </a:ext>
            </a:extLst>
          </p:cNvPr>
          <p:cNvSpPr/>
          <p:nvPr/>
        </p:nvSpPr>
        <p:spPr>
          <a:xfrm>
            <a:off x="3914962" y="2088241"/>
            <a:ext cx="3321580" cy="737369"/>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9" name="Oval 8">
            <a:extLst>
              <a:ext uri="{FF2B5EF4-FFF2-40B4-BE49-F238E27FC236}">
                <a16:creationId xmlns:a16="http://schemas.microsoft.com/office/drawing/2014/main" id="{93261B7E-1D56-C331-C9DE-7AC43FB0A7F7}"/>
              </a:ext>
            </a:extLst>
          </p:cNvPr>
          <p:cNvSpPr/>
          <p:nvPr/>
        </p:nvSpPr>
        <p:spPr>
          <a:xfrm>
            <a:off x="3820018" y="2014291"/>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Tree>
    <p:extLst>
      <p:ext uri="{BB962C8B-B14F-4D97-AF65-F5344CB8AC3E}">
        <p14:creationId xmlns:p14="http://schemas.microsoft.com/office/powerpoint/2010/main" val="5756885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5A4CE-DF53-8A43-EA6D-ACEA4225D47B}"/>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6C526ED-C931-FE2D-02B4-5E1DD26C5CD8}"/>
              </a:ext>
            </a:extLst>
          </p:cNvPr>
          <p:cNvSpPr>
            <a:spLocks noGrp="1"/>
          </p:cNvSpPr>
          <p:nvPr>
            <p:ph idx="1"/>
          </p:nvPr>
        </p:nvSpPr>
        <p:spPr>
          <a:xfrm>
            <a:off x="838200" y="612441"/>
            <a:ext cx="10515600" cy="5564522"/>
          </a:xfrm>
        </p:spPr>
        <p:txBody>
          <a:bodyPr vert="horz" lIns="91440" tIns="45720" rIns="91440" bIns="45720" rtlCol="0" anchor="t">
            <a:normAutofit/>
          </a:bodyPr>
          <a:lstStyle/>
          <a:p>
            <a:pPr marL="342900" lvl="0" indent="-342900" fontAlgn="t">
              <a:buClr>
                <a:srgbClr val="000000"/>
              </a:buClr>
              <a:buFont typeface="+mj-lt"/>
              <a:buAutoNum type="arabicPeriod" startAt="1"/>
            </a:pPr>
            <a:r>
              <a:rPr lang="en-US"/>
              <a:t>KPI cards should match the approved design for typography, color treatment, iconography, corner radius, and visual hierarchy.</a:t>
            </a:r>
          </a:p>
          <a:p>
            <a:pPr marL="342900" lvl="0" indent="-342900" fontAlgn="t">
              <a:buClr>
                <a:srgbClr val="000000"/>
              </a:buClr>
              <a:buFont typeface="+mj-lt"/>
              <a:buAutoNum type="arabicPeriod" startAt="2"/>
            </a:pPr>
            <a:r>
              <a:rPr lang="en-US"/>
              <a:t>Update the Files with Fixes panel to follow the proposed design for layout, spacing, selection state, and file hierarchy.</a:t>
            </a:r>
          </a:p>
          <a:p>
            <a:pPr marL="342900" lvl="0" indent="-342900" fontAlgn="t">
              <a:buClr>
                <a:srgbClr val="000000"/>
              </a:buClr>
              <a:buFont typeface="+mj-lt"/>
              <a:buAutoNum type="arabicPeriod" startAt="3"/>
            </a:pPr>
            <a:r>
              <a:rPr lang="en-US"/>
              <a:t>Follow the approved tab design pattern for Pending Fixes, Applied Fixes, and severity filters (All, Critical, Major, Minor).</a:t>
            </a:r>
          </a:p>
          <a:p>
            <a:pPr marL="342900" lvl="0" indent="-342900" fontAlgn="t">
              <a:buClr>
                <a:srgbClr val="000000"/>
              </a:buClr>
              <a:buFont typeface="+mj-lt"/>
              <a:buAutoNum type="arabicPeriod" startAt="4"/>
            </a:pPr>
            <a:r>
              <a:rPr lang="en-US"/>
              <a:t>Apply the approved CTA hierarchy and styling for Keep, Ignore, Regenerate, and Apply Fixes actions.</a:t>
            </a:r>
          </a:p>
          <a:p>
            <a:pPr marL="342900" lvl="0" indent="-342900" fontAlgn="t">
              <a:buClr>
                <a:srgbClr val="000000"/>
              </a:buClr>
              <a:buFont typeface="+mj-lt"/>
              <a:buAutoNum type="arabicPeriod" startAt="5"/>
            </a:pPr>
            <a:r>
              <a:rPr lang="en-US"/>
              <a:t>Update issue cards to match the proposed design for severity indicators, content hierarchy, spacing, and action placement.</a:t>
            </a:r>
          </a:p>
          <a:p>
            <a:pPr marL="342900" lvl="0" indent="-342900" fontAlgn="t">
              <a:buClr>
                <a:srgbClr val="000000"/>
              </a:buClr>
              <a:buFont typeface="+mj-lt"/>
              <a:buAutoNum type="arabicPeriod" startAt="6"/>
            </a:pPr>
            <a:r>
              <a:rPr lang="en-US"/>
              <a:t>Use </a:t>
            </a:r>
            <a:r>
              <a:rPr lang="en-US" err="1"/>
              <a:t>Houschka</a:t>
            </a:r>
            <a:r>
              <a:rPr lang="en-US"/>
              <a:t> Rounded Alt for headings and Calibri for supporting content as per the approved typography system.</a:t>
            </a:r>
          </a:p>
          <a:p>
            <a:pPr marL="342900" lvl="0" indent="-342900" fontAlgn="t">
              <a:buClr>
                <a:srgbClr val="000000"/>
              </a:buClr>
              <a:buFont typeface="+mj-lt"/>
              <a:buAutoNum type="arabicPeriod" startAt="7"/>
            </a:pPr>
            <a:r>
              <a:rPr lang="en-US">
                <a:highlight>
                  <a:srgbClr val="FFFF00"/>
                </a:highlight>
              </a:rPr>
              <a:t>Ensure before/after code comparison sections follow the approved visual design and readability standards.</a:t>
            </a:r>
          </a:p>
          <a:p>
            <a:pPr marL="342900" lvl="1" indent="0">
              <a:buNone/>
            </a:pPr>
            <a:r>
              <a:rPr lang="en-US" sz="1400" b="1">
                <a:solidFill>
                  <a:srgbClr val="7030A0"/>
                </a:solidFill>
                <a:latin typeface="Calibri"/>
              </a:rPr>
              <a:t>Deviation: </a:t>
            </a:r>
            <a:r>
              <a:rPr lang="en-US" sz="1400" i="1">
                <a:solidFill>
                  <a:srgbClr val="3F3F3F"/>
                </a:solidFill>
                <a:latin typeface="Calibri"/>
              </a:rPr>
              <a:t>Product decision: before and after stay stacked vertically with red and green highlights for readability, rather than the side-by-side comparison.</a:t>
            </a:r>
          </a:p>
        </p:txBody>
      </p:sp>
    </p:spTree>
    <p:extLst>
      <p:ext uri="{BB962C8B-B14F-4D97-AF65-F5344CB8AC3E}">
        <p14:creationId xmlns:p14="http://schemas.microsoft.com/office/powerpoint/2010/main" val="40008020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2A5D9-7E02-D182-A3A4-77C4EC4FA15F}"/>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1A0BC2A7-75A5-CAE9-0F0F-11D473A15968}"/>
              </a:ext>
            </a:extLst>
          </p:cNvPr>
          <p:cNvSpPr>
            <a:spLocks noGrp="1"/>
          </p:cNvSpPr>
          <p:nvPr>
            <p:ph type="title"/>
          </p:nvPr>
        </p:nvSpPr>
        <p:spPr/>
        <p:txBody>
          <a:bodyPr/>
          <a:lstStyle/>
          <a:p>
            <a:r>
              <a:rPr lang="en-US" sz="2000"/>
              <a:t>Screen – Fix Report (User)</a:t>
            </a:r>
          </a:p>
        </p:txBody>
      </p:sp>
      <p:pic>
        <p:nvPicPr>
          <p:cNvPr id="4" name="Picture 3">
            <a:extLst>
              <a:ext uri="{FF2B5EF4-FFF2-40B4-BE49-F238E27FC236}">
                <a16:creationId xmlns:a16="http://schemas.microsoft.com/office/drawing/2014/main" id="{71E54AFF-2162-9BFF-A831-A2033F4E4A45}"/>
              </a:ext>
            </a:extLst>
          </p:cNvPr>
          <p:cNvPicPr>
            <a:picLocks noChangeAspect="1"/>
          </p:cNvPicPr>
          <p:nvPr/>
        </p:nvPicPr>
        <p:blipFill>
          <a:blip r:embed="rId2"/>
          <a:stretch>
            <a:fillRect/>
          </a:stretch>
        </p:blipFill>
        <p:spPr>
          <a:xfrm>
            <a:off x="951695" y="858192"/>
            <a:ext cx="4320426" cy="4017951"/>
          </a:xfrm>
          <a:prstGeom prst="rect">
            <a:avLst/>
          </a:prstGeom>
        </p:spPr>
      </p:pic>
      <p:sp>
        <p:nvSpPr>
          <p:cNvPr id="10" name="TextBox 9">
            <a:extLst>
              <a:ext uri="{FF2B5EF4-FFF2-40B4-BE49-F238E27FC236}">
                <a16:creationId xmlns:a16="http://schemas.microsoft.com/office/drawing/2014/main" id="{908DDBA8-278E-7B5E-75FA-5B8098BED414}"/>
              </a:ext>
            </a:extLst>
          </p:cNvPr>
          <p:cNvSpPr txBox="1"/>
          <p:nvPr/>
        </p:nvSpPr>
        <p:spPr>
          <a:xfrm>
            <a:off x="2227005" y="512572"/>
            <a:ext cx="1769807" cy="207708"/>
          </a:xfrm>
          <a:prstGeom prst="rect">
            <a:avLst/>
          </a:prstGeom>
          <a:noFill/>
        </p:spPr>
        <p:txBody>
          <a:bodyPr wrap="none" lIns="0" tIns="0" rIns="0" bIns="0" rtlCol="0" anchor="ctr" anchorCtr="0">
            <a:noAutofit/>
          </a:bodyPr>
          <a:lstStyle/>
          <a:p>
            <a:pPr algn="ctr"/>
            <a:r>
              <a:rPr lang="en-US" sz="1200">
                <a:solidFill>
                  <a:schemeClr val="tx1"/>
                </a:solidFill>
              </a:rPr>
              <a:t>Developed Screen</a:t>
            </a:r>
          </a:p>
        </p:txBody>
      </p:sp>
      <p:sp>
        <p:nvSpPr>
          <p:cNvPr id="22" name="TextBox 21">
            <a:extLst>
              <a:ext uri="{FF2B5EF4-FFF2-40B4-BE49-F238E27FC236}">
                <a16:creationId xmlns:a16="http://schemas.microsoft.com/office/drawing/2014/main" id="{43AC9B6C-B442-3B1F-0D1F-FD2F17717DE3}"/>
              </a:ext>
            </a:extLst>
          </p:cNvPr>
          <p:cNvSpPr txBox="1"/>
          <p:nvPr/>
        </p:nvSpPr>
        <p:spPr>
          <a:xfrm>
            <a:off x="8284703" y="512572"/>
            <a:ext cx="1769807" cy="207708"/>
          </a:xfrm>
          <a:prstGeom prst="rect">
            <a:avLst/>
          </a:prstGeom>
          <a:noFill/>
        </p:spPr>
        <p:txBody>
          <a:bodyPr wrap="none" lIns="0" tIns="0" rIns="0" bIns="0" rtlCol="0" anchor="ctr" anchorCtr="0">
            <a:noAutofit/>
          </a:bodyPr>
          <a:lstStyle/>
          <a:p>
            <a:pPr algn="ctr"/>
            <a:r>
              <a:rPr lang="en-US" sz="1200">
                <a:solidFill>
                  <a:srgbClr val="00B050"/>
                </a:solidFill>
              </a:rPr>
              <a:t>Proposed Design</a:t>
            </a:r>
          </a:p>
        </p:txBody>
      </p:sp>
      <p:pic>
        <p:nvPicPr>
          <p:cNvPr id="31" name="Picture 30">
            <a:extLst>
              <a:ext uri="{FF2B5EF4-FFF2-40B4-BE49-F238E27FC236}">
                <a16:creationId xmlns:a16="http://schemas.microsoft.com/office/drawing/2014/main" id="{F61E674F-5B58-F921-90FB-3A1F2BF59BCC}"/>
              </a:ext>
            </a:extLst>
          </p:cNvPr>
          <p:cNvPicPr>
            <a:picLocks noChangeAspect="1"/>
          </p:cNvPicPr>
          <p:nvPr/>
        </p:nvPicPr>
        <p:blipFill>
          <a:blip r:embed="rId3"/>
          <a:stretch>
            <a:fillRect/>
          </a:stretch>
        </p:blipFill>
        <p:spPr>
          <a:xfrm>
            <a:off x="6699366" y="869725"/>
            <a:ext cx="4940479" cy="4017951"/>
          </a:xfrm>
          <a:prstGeom prst="rect">
            <a:avLst/>
          </a:prstGeom>
        </p:spPr>
      </p:pic>
      <p:sp>
        <p:nvSpPr>
          <p:cNvPr id="34" name="TextBox 33">
            <a:extLst>
              <a:ext uri="{FF2B5EF4-FFF2-40B4-BE49-F238E27FC236}">
                <a16:creationId xmlns:a16="http://schemas.microsoft.com/office/drawing/2014/main" id="{D6B82045-7094-AA2E-3C10-D125A4A1A061}"/>
              </a:ext>
            </a:extLst>
          </p:cNvPr>
          <p:cNvSpPr txBox="1"/>
          <p:nvPr/>
        </p:nvSpPr>
        <p:spPr>
          <a:xfrm>
            <a:off x="393224" y="5060185"/>
            <a:ext cx="11165507" cy="1294067"/>
          </a:xfrm>
          <a:prstGeom prst="rect">
            <a:avLst/>
          </a:prstGeom>
          <a:noFill/>
        </p:spPr>
        <p:txBody>
          <a:bodyPr wrap="square" lIns="0" tIns="0" rIns="0" bIns="0" rtlCol="0" anchor="t" anchorCtr="0">
            <a:noAutofit/>
          </a:bodyPr>
          <a:lstStyle/>
          <a:p>
            <a:pPr marL="342900" lvl="0" indent="-342900" fontAlgn="t">
              <a:lnSpc>
                <a:spcPct val="100000"/>
              </a:lnSpc>
              <a:buFont typeface="+mj-lt"/>
              <a:buAutoNum type="arabicPeriod"/>
            </a:pPr>
            <a:r>
              <a:rPr lang="en-US" sz="1600"/>
              <a:t>Keep the action buttons (Keep, Ignore, Cancel/Regenerate) fixed at the top-right of the issue card regardless of the length of accessibility standard names to maintain consistency and reduce user effort.</a:t>
            </a:r>
          </a:p>
          <a:p>
            <a:pPr marL="342900" lvl="0" indent="-342900" fontAlgn="t">
              <a:lnSpc>
                <a:spcPct val="100000"/>
              </a:lnSpc>
              <a:buFont typeface="+mj-lt"/>
              <a:buAutoNum type="arabicPeriod"/>
            </a:pPr>
            <a:r>
              <a:rPr lang="en-US" sz="1600"/>
              <a:t>Follow the approved chat interface design for message layout, assistant responses, input area, and overall visual hierarchy.</a:t>
            </a:r>
          </a:p>
          <a:p>
            <a:pPr marL="342900" lvl="0" indent="-342900" fontAlgn="t">
              <a:lnSpc>
                <a:spcPct val="100000"/>
              </a:lnSpc>
              <a:buFont typeface="+mj-lt"/>
              <a:buAutoNum type="arabicPeriod"/>
            </a:pPr>
            <a:r>
              <a:rPr lang="en-US" sz="1600"/>
              <a:t>Ensure the conversation panel remains visually connected to the selected issue, as shown in the proposed design.</a:t>
            </a:r>
          </a:p>
          <a:p>
            <a:pPr marL="342900" lvl="0" indent="-342900" fontAlgn="t">
              <a:lnSpc>
                <a:spcPct val="100000"/>
              </a:lnSpc>
              <a:buFont typeface="+mj-lt"/>
              <a:buAutoNum type="arabicPeriod"/>
            </a:pPr>
            <a:r>
              <a:rPr lang="en-US" sz="1600"/>
              <a:t>Apply the approved CTA styling and hierarchy for issue actions to improve action discoverability.</a:t>
            </a:r>
          </a:p>
        </p:txBody>
      </p:sp>
      <p:sp>
        <p:nvSpPr>
          <p:cNvPr id="35" name="Oval 34">
            <a:extLst>
              <a:ext uri="{FF2B5EF4-FFF2-40B4-BE49-F238E27FC236}">
                <a16:creationId xmlns:a16="http://schemas.microsoft.com/office/drawing/2014/main" id="{3CFFD08E-1CAC-45EA-CE12-25BBA1123A4D}"/>
              </a:ext>
            </a:extLst>
          </p:cNvPr>
          <p:cNvSpPr/>
          <p:nvPr/>
        </p:nvSpPr>
        <p:spPr>
          <a:xfrm>
            <a:off x="1282469" y="4430921"/>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37" name="Oval 36">
            <a:extLst>
              <a:ext uri="{FF2B5EF4-FFF2-40B4-BE49-F238E27FC236}">
                <a16:creationId xmlns:a16="http://schemas.microsoft.com/office/drawing/2014/main" id="{1BFC4CDD-794D-3E32-8394-802598569106}"/>
              </a:ext>
            </a:extLst>
          </p:cNvPr>
          <p:cNvSpPr/>
          <p:nvPr/>
        </p:nvSpPr>
        <p:spPr>
          <a:xfrm>
            <a:off x="2118356" y="1154267"/>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
        <p:nvSpPr>
          <p:cNvPr id="38" name="Oval 37">
            <a:extLst>
              <a:ext uri="{FF2B5EF4-FFF2-40B4-BE49-F238E27FC236}">
                <a16:creationId xmlns:a16="http://schemas.microsoft.com/office/drawing/2014/main" id="{B515F927-6F3D-7CCD-8DF9-43EED623D5C7}"/>
              </a:ext>
            </a:extLst>
          </p:cNvPr>
          <p:cNvSpPr/>
          <p:nvPr/>
        </p:nvSpPr>
        <p:spPr>
          <a:xfrm>
            <a:off x="1282469" y="1128171"/>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44" name="Rectangle 43">
            <a:extLst>
              <a:ext uri="{FF2B5EF4-FFF2-40B4-BE49-F238E27FC236}">
                <a16:creationId xmlns:a16="http://schemas.microsoft.com/office/drawing/2014/main" id="{ECFFAA73-022C-0511-66C5-6BBB47106E4A}"/>
              </a:ext>
            </a:extLst>
          </p:cNvPr>
          <p:cNvSpPr/>
          <p:nvPr/>
        </p:nvSpPr>
        <p:spPr>
          <a:xfrm>
            <a:off x="974916" y="4086291"/>
            <a:ext cx="4216516" cy="278705"/>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6" name="Oval 35">
            <a:extLst>
              <a:ext uri="{FF2B5EF4-FFF2-40B4-BE49-F238E27FC236}">
                <a16:creationId xmlns:a16="http://schemas.microsoft.com/office/drawing/2014/main" id="{907E934D-2DE1-CC0C-5B76-A043D59CE240}"/>
              </a:ext>
            </a:extLst>
          </p:cNvPr>
          <p:cNvSpPr/>
          <p:nvPr/>
        </p:nvSpPr>
        <p:spPr>
          <a:xfrm>
            <a:off x="1006503" y="3946938"/>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Tree>
    <p:extLst>
      <p:ext uri="{BB962C8B-B14F-4D97-AF65-F5344CB8AC3E}">
        <p14:creationId xmlns:p14="http://schemas.microsoft.com/office/powerpoint/2010/main" val="25473392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F6D15-313C-AC23-C6D1-05160D901FF5}"/>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A246FB64-0503-6241-6A29-71A978B475C1}"/>
              </a:ext>
            </a:extLst>
          </p:cNvPr>
          <p:cNvSpPr>
            <a:spLocks noGrp="1"/>
          </p:cNvSpPr>
          <p:nvPr>
            <p:ph type="title"/>
          </p:nvPr>
        </p:nvSpPr>
        <p:spPr/>
        <p:txBody>
          <a:bodyPr/>
          <a:lstStyle/>
          <a:p>
            <a:r>
              <a:rPr lang="en-US" sz="2000"/>
              <a:t>Screen – Preview Changes (User)</a:t>
            </a:r>
          </a:p>
        </p:txBody>
      </p:sp>
      <p:sp>
        <p:nvSpPr>
          <p:cNvPr id="10" name="TextBox 9">
            <a:extLst>
              <a:ext uri="{FF2B5EF4-FFF2-40B4-BE49-F238E27FC236}">
                <a16:creationId xmlns:a16="http://schemas.microsoft.com/office/drawing/2014/main" id="{C1515D36-553A-100B-8481-E1D9E9B3594E}"/>
              </a:ext>
            </a:extLst>
          </p:cNvPr>
          <p:cNvSpPr txBox="1"/>
          <p:nvPr/>
        </p:nvSpPr>
        <p:spPr>
          <a:xfrm>
            <a:off x="2227005" y="512572"/>
            <a:ext cx="1769807" cy="207708"/>
          </a:xfrm>
          <a:prstGeom prst="rect">
            <a:avLst/>
          </a:prstGeom>
          <a:noFill/>
        </p:spPr>
        <p:txBody>
          <a:bodyPr wrap="none" lIns="0" tIns="0" rIns="0" bIns="0" rtlCol="0" anchor="ctr" anchorCtr="0">
            <a:noAutofit/>
          </a:bodyPr>
          <a:lstStyle/>
          <a:p>
            <a:pPr algn="ctr"/>
            <a:r>
              <a:rPr lang="en-US" sz="1200">
                <a:solidFill>
                  <a:schemeClr val="tx1"/>
                </a:solidFill>
              </a:rPr>
              <a:t>Developed Screen</a:t>
            </a:r>
          </a:p>
        </p:txBody>
      </p:sp>
      <p:sp>
        <p:nvSpPr>
          <p:cNvPr id="22" name="TextBox 21">
            <a:extLst>
              <a:ext uri="{FF2B5EF4-FFF2-40B4-BE49-F238E27FC236}">
                <a16:creationId xmlns:a16="http://schemas.microsoft.com/office/drawing/2014/main" id="{DEF9F71C-521F-004B-59C4-9FDCF26AACE2}"/>
              </a:ext>
            </a:extLst>
          </p:cNvPr>
          <p:cNvSpPr txBox="1"/>
          <p:nvPr/>
        </p:nvSpPr>
        <p:spPr>
          <a:xfrm>
            <a:off x="8284703" y="512572"/>
            <a:ext cx="1769807" cy="207708"/>
          </a:xfrm>
          <a:prstGeom prst="rect">
            <a:avLst/>
          </a:prstGeom>
          <a:noFill/>
        </p:spPr>
        <p:txBody>
          <a:bodyPr wrap="none" lIns="0" tIns="0" rIns="0" bIns="0" rtlCol="0" anchor="ctr" anchorCtr="0">
            <a:noAutofit/>
          </a:bodyPr>
          <a:lstStyle/>
          <a:p>
            <a:pPr algn="ctr"/>
            <a:r>
              <a:rPr lang="en-US" sz="1200">
                <a:solidFill>
                  <a:srgbClr val="00B050"/>
                </a:solidFill>
              </a:rPr>
              <a:t>Proposed Design</a:t>
            </a:r>
          </a:p>
        </p:txBody>
      </p:sp>
      <p:sp>
        <p:nvSpPr>
          <p:cNvPr id="34" name="TextBox 33">
            <a:extLst>
              <a:ext uri="{FF2B5EF4-FFF2-40B4-BE49-F238E27FC236}">
                <a16:creationId xmlns:a16="http://schemas.microsoft.com/office/drawing/2014/main" id="{DF1F98D8-A22B-4F4F-165A-5C12BE958722}"/>
              </a:ext>
            </a:extLst>
          </p:cNvPr>
          <p:cNvSpPr txBox="1"/>
          <p:nvPr/>
        </p:nvSpPr>
        <p:spPr>
          <a:xfrm>
            <a:off x="393224" y="4430661"/>
            <a:ext cx="11165507" cy="1989805"/>
          </a:xfrm>
          <a:prstGeom prst="rect">
            <a:avLst/>
          </a:prstGeom>
          <a:noFill/>
        </p:spPr>
        <p:txBody>
          <a:bodyPr wrap="square" lIns="0" tIns="0" rIns="0" bIns="0" rtlCol="0" anchor="t" anchorCtr="0">
            <a:noAutofit/>
          </a:bodyPr>
          <a:lstStyle/>
          <a:p>
            <a:pPr marL="342900" lvl="0" indent="-342900" fontAlgn="t">
              <a:lnSpc>
                <a:spcPct val="100000"/>
              </a:lnSpc>
              <a:buFont typeface="+mj-lt"/>
              <a:buAutoNum type="arabicPeriod"/>
            </a:pPr>
            <a:r>
              <a:rPr lang="en-US" sz="1600"/>
              <a:t>Modal heading should use </a:t>
            </a:r>
            <a:r>
              <a:rPr lang="en-US" sz="1600" err="1"/>
              <a:t>Houschka</a:t>
            </a:r>
            <a:r>
              <a:rPr lang="en-US" sz="1600"/>
              <a:t> Rounded Alt 18 </a:t>
            </a:r>
            <a:r>
              <a:rPr lang="en-US" sz="1600" err="1"/>
              <a:t>px</a:t>
            </a:r>
            <a:r>
              <a:rPr lang="en-US" sz="1600"/>
              <a:t> and supporting text should use Calibri 16 </a:t>
            </a:r>
            <a:r>
              <a:rPr lang="en-US" sz="1600" err="1"/>
              <a:t>px</a:t>
            </a:r>
            <a:r>
              <a:rPr lang="en-US" sz="1600"/>
              <a:t> as per the approved typography system.</a:t>
            </a:r>
          </a:p>
          <a:p>
            <a:pPr marL="342900" lvl="0" indent="-342900" fontAlgn="t">
              <a:lnSpc>
                <a:spcPct val="100000"/>
              </a:lnSpc>
              <a:buFont typeface="+mj-lt"/>
              <a:buAutoNum type="arabicPeriod"/>
            </a:pPr>
            <a:r>
              <a:rPr lang="en-US" sz="1600"/>
              <a:t>Add contextual descriptions below the Before and After previews to clearly explain the accessibility issue and the applied fix.</a:t>
            </a:r>
          </a:p>
          <a:p>
            <a:pPr marL="342900" lvl="0" indent="-342900" fontAlgn="t">
              <a:lnSpc>
                <a:spcPct val="100000"/>
              </a:lnSpc>
              <a:buFont typeface="+mj-lt"/>
              <a:buAutoNum type="arabicPeriod"/>
            </a:pPr>
            <a:r>
              <a:rPr lang="en-US" sz="1600"/>
              <a:t>Follow the approved modal design for layout, spacing, visual hierarchy, and close icon styling.</a:t>
            </a:r>
          </a:p>
          <a:p>
            <a:pPr marL="342900" lvl="0" indent="-342900" fontAlgn="t">
              <a:lnSpc>
                <a:spcPct val="100000"/>
              </a:lnSpc>
              <a:buFont typeface="+mj-lt"/>
              <a:buAutoNum type="arabicPeriod"/>
            </a:pPr>
            <a:r>
              <a:rPr lang="en-US" sz="1600"/>
              <a:t>Use the Got It CTA to dismiss the modal and apply the approved button styling from the design system.</a:t>
            </a:r>
          </a:p>
          <a:p>
            <a:pPr marL="342900" lvl="0" indent="-342900" fontAlgn="t">
              <a:lnSpc>
                <a:spcPct val="100000"/>
              </a:lnSpc>
              <a:buFont typeface="+mj-lt"/>
              <a:buAutoNum type="arabicPeriod"/>
            </a:pPr>
            <a:r>
              <a:rPr lang="en-US" sz="1600"/>
              <a:t>The Before and After sections are visually differentiated in developed screen, just maintaining the clean comparison layout shown in the proposed design.</a:t>
            </a:r>
          </a:p>
          <a:p>
            <a:pPr marL="342900" lvl="0" indent="-342900" fontAlgn="t">
              <a:lnSpc>
                <a:spcPct val="100000"/>
              </a:lnSpc>
              <a:buFont typeface="+mj-lt"/>
              <a:buAutoNum type="arabicPeriod"/>
            </a:pPr>
            <a:r>
              <a:rPr lang="en-US" sz="1600"/>
              <a:t>Match the modal dimensions 866x533 </a:t>
            </a:r>
            <a:r>
              <a:rPr lang="en-US" sz="1600" err="1"/>
              <a:t>px</a:t>
            </a:r>
            <a:r>
              <a:rPr lang="en-US" sz="1600"/>
              <a:t>, image container styling, and content spacing with the approved design</a:t>
            </a:r>
          </a:p>
        </p:txBody>
      </p:sp>
      <p:pic>
        <p:nvPicPr>
          <p:cNvPr id="6" name="Picture 5">
            <a:extLst>
              <a:ext uri="{FF2B5EF4-FFF2-40B4-BE49-F238E27FC236}">
                <a16:creationId xmlns:a16="http://schemas.microsoft.com/office/drawing/2014/main" id="{DCD3F51B-EDD0-7CA9-A7F3-0FDB440B6E09}"/>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93224" y="881257"/>
            <a:ext cx="5829242" cy="2652305"/>
          </a:xfrm>
          <a:prstGeom prst="rect">
            <a:avLst/>
          </a:prstGeom>
        </p:spPr>
      </p:pic>
      <p:pic>
        <p:nvPicPr>
          <p:cNvPr id="8" name="Picture 7">
            <a:extLst>
              <a:ext uri="{FF2B5EF4-FFF2-40B4-BE49-F238E27FC236}">
                <a16:creationId xmlns:a16="http://schemas.microsoft.com/office/drawing/2014/main" id="{DAE248AB-C393-ECA1-BCF5-24A2958630EF}"/>
              </a:ext>
            </a:extLst>
          </p:cNvPr>
          <p:cNvPicPr>
            <a:picLocks noChangeAspect="1"/>
          </p:cNvPicPr>
          <p:nvPr/>
        </p:nvPicPr>
        <p:blipFill>
          <a:blip r:embed="rId3"/>
          <a:stretch>
            <a:fillRect/>
          </a:stretch>
        </p:blipFill>
        <p:spPr>
          <a:xfrm>
            <a:off x="6477884" y="881258"/>
            <a:ext cx="5320891" cy="3366278"/>
          </a:xfrm>
          <a:prstGeom prst="rect">
            <a:avLst/>
          </a:prstGeom>
        </p:spPr>
      </p:pic>
      <p:sp>
        <p:nvSpPr>
          <p:cNvPr id="13" name="Oval 12">
            <a:extLst>
              <a:ext uri="{FF2B5EF4-FFF2-40B4-BE49-F238E27FC236}">
                <a16:creationId xmlns:a16="http://schemas.microsoft.com/office/drawing/2014/main" id="{C88D6155-3130-44A3-593F-07A22B04271E}"/>
              </a:ext>
            </a:extLst>
          </p:cNvPr>
          <p:cNvSpPr/>
          <p:nvPr/>
        </p:nvSpPr>
        <p:spPr>
          <a:xfrm>
            <a:off x="616994" y="3119613"/>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16" name="Oval 15">
            <a:extLst>
              <a:ext uri="{FF2B5EF4-FFF2-40B4-BE49-F238E27FC236}">
                <a16:creationId xmlns:a16="http://schemas.microsoft.com/office/drawing/2014/main" id="{BC307492-2912-5054-F0E9-0E6B1BB9386B}"/>
              </a:ext>
            </a:extLst>
          </p:cNvPr>
          <p:cNvSpPr/>
          <p:nvPr/>
        </p:nvSpPr>
        <p:spPr>
          <a:xfrm>
            <a:off x="2602462" y="1001145"/>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20" name="Oval 19">
            <a:extLst>
              <a:ext uri="{FF2B5EF4-FFF2-40B4-BE49-F238E27FC236}">
                <a16:creationId xmlns:a16="http://schemas.microsoft.com/office/drawing/2014/main" id="{C3FD11F8-B2EA-75E1-09FD-B231A53C7904}"/>
              </a:ext>
            </a:extLst>
          </p:cNvPr>
          <p:cNvSpPr/>
          <p:nvPr/>
        </p:nvSpPr>
        <p:spPr>
          <a:xfrm>
            <a:off x="3130306" y="3196641"/>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
        <p:nvSpPr>
          <p:cNvPr id="23" name="Oval 22">
            <a:extLst>
              <a:ext uri="{FF2B5EF4-FFF2-40B4-BE49-F238E27FC236}">
                <a16:creationId xmlns:a16="http://schemas.microsoft.com/office/drawing/2014/main" id="{FA035AFA-EFBE-4DDD-054A-293439A8E208}"/>
              </a:ext>
            </a:extLst>
          </p:cNvPr>
          <p:cNvSpPr/>
          <p:nvPr/>
        </p:nvSpPr>
        <p:spPr>
          <a:xfrm>
            <a:off x="472282" y="1428341"/>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32" name="Oval 31">
            <a:extLst>
              <a:ext uri="{FF2B5EF4-FFF2-40B4-BE49-F238E27FC236}">
                <a16:creationId xmlns:a16="http://schemas.microsoft.com/office/drawing/2014/main" id="{32B89BEB-B9BB-480D-BFCA-F7E9E256E752}"/>
              </a:ext>
            </a:extLst>
          </p:cNvPr>
          <p:cNvSpPr/>
          <p:nvPr/>
        </p:nvSpPr>
        <p:spPr>
          <a:xfrm>
            <a:off x="472282" y="1001146"/>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9" name="Oval 8">
            <a:extLst>
              <a:ext uri="{FF2B5EF4-FFF2-40B4-BE49-F238E27FC236}">
                <a16:creationId xmlns:a16="http://schemas.microsoft.com/office/drawing/2014/main" id="{4D097652-BD5D-5DDB-AAED-574966356DBB}"/>
              </a:ext>
            </a:extLst>
          </p:cNvPr>
          <p:cNvSpPr/>
          <p:nvPr/>
        </p:nvSpPr>
        <p:spPr>
          <a:xfrm>
            <a:off x="6479734" y="3289647"/>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11" name="Oval 10">
            <a:extLst>
              <a:ext uri="{FF2B5EF4-FFF2-40B4-BE49-F238E27FC236}">
                <a16:creationId xmlns:a16="http://schemas.microsoft.com/office/drawing/2014/main" id="{8078A8A3-77BB-0C4E-D0CD-B5113E2C9DDB}"/>
              </a:ext>
            </a:extLst>
          </p:cNvPr>
          <p:cNvSpPr/>
          <p:nvPr/>
        </p:nvSpPr>
        <p:spPr>
          <a:xfrm>
            <a:off x="3163133" y="1364841"/>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12" name="Oval 11">
            <a:extLst>
              <a:ext uri="{FF2B5EF4-FFF2-40B4-BE49-F238E27FC236}">
                <a16:creationId xmlns:a16="http://schemas.microsoft.com/office/drawing/2014/main" id="{EA3E85AE-5D69-320F-A50B-A91E63558D5D}"/>
              </a:ext>
            </a:extLst>
          </p:cNvPr>
          <p:cNvSpPr/>
          <p:nvPr/>
        </p:nvSpPr>
        <p:spPr>
          <a:xfrm>
            <a:off x="5686553" y="801849"/>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Tree>
    <p:extLst>
      <p:ext uri="{BB962C8B-B14F-4D97-AF65-F5344CB8AC3E}">
        <p14:creationId xmlns:p14="http://schemas.microsoft.com/office/powerpoint/2010/main" val="6236746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32496-6DA8-AC69-64E8-1050F9C44CB9}"/>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58168283-EE42-1494-B9D5-5FDC48991C50}"/>
              </a:ext>
            </a:extLst>
          </p:cNvPr>
          <p:cNvSpPr>
            <a:spLocks noGrp="1"/>
          </p:cNvSpPr>
          <p:nvPr>
            <p:ph type="title"/>
          </p:nvPr>
        </p:nvSpPr>
        <p:spPr/>
        <p:txBody>
          <a:bodyPr/>
          <a:lstStyle/>
          <a:p>
            <a:r>
              <a:rPr lang="en-US" sz="2000"/>
              <a:t>Screen – User Profile (User)</a:t>
            </a:r>
          </a:p>
        </p:txBody>
      </p:sp>
      <p:sp>
        <p:nvSpPr>
          <p:cNvPr id="10" name="TextBox 9">
            <a:extLst>
              <a:ext uri="{FF2B5EF4-FFF2-40B4-BE49-F238E27FC236}">
                <a16:creationId xmlns:a16="http://schemas.microsoft.com/office/drawing/2014/main" id="{48BD3C5F-0CF0-8A80-F726-D1C05FFA8E11}"/>
              </a:ext>
            </a:extLst>
          </p:cNvPr>
          <p:cNvSpPr txBox="1"/>
          <p:nvPr/>
        </p:nvSpPr>
        <p:spPr>
          <a:xfrm>
            <a:off x="2227005" y="512572"/>
            <a:ext cx="1769807" cy="207708"/>
          </a:xfrm>
          <a:prstGeom prst="rect">
            <a:avLst/>
          </a:prstGeom>
          <a:noFill/>
        </p:spPr>
        <p:txBody>
          <a:bodyPr wrap="none" lIns="0" tIns="0" rIns="0" bIns="0" rtlCol="0" anchor="ctr" anchorCtr="0">
            <a:noAutofit/>
          </a:bodyPr>
          <a:lstStyle/>
          <a:p>
            <a:pPr algn="ctr"/>
            <a:r>
              <a:rPr lang="en-US" sz="1200">
                <a:solidFill>
                  <a:schemeClr val="tx1"/>
                </a:solidFill>
              </a:rPr>
              <a:t>Developed Screen</a:t>
            </a:r>
          </a:p>
        </p:txBody>
      </p:sp>
      <p:sp>
        <p:nvSpPr>
          <p:cNvPr id="22" name="TextBox 21">
            <a:extLst>
              <a:ext uri="{FF2B5EF4-FFF2-40B4-BE49-F238E27FC236}">
                <a16:creationId xmlns:a16="http://schemas.microsoft.com/office/drawing/2014/main" id="{94C9BF0D-2817-20EC-9A5A-AE29CDC5480A}"/>
              </a:ext>
            </a:extLst>
          </p:cNvPr>
          <p:cNvSpPr txBox="1"/>
          <p:nvPr/>
        </p:nvSpPr>
        <p:spPr>
          <a:xfrm>
            <a:off x="8284703" y="512572"/>
            <a:ext cx="1769807" cy="207708"/>
          </a:xfrm>
          <a:prstGeom prst="rect">
            <a:avLst/>
          </a:prstGeom>
          <a:noFill/>
        </p:spPr>
        <p:txBody>
          <a:bodyPr wrap="none" lIns="0" tIns="0" rIns="0" bIns="0" rtlCol="0" anchor="ctr" anchorCtr="0">
            <a:noAutofit/>
          </a:bodyPr>
          <a:lstStyle/>
          <a:p>
            <a:pPr algn="ctr"/>
            <a:r>
              <a:rPr lang="en-US" sz="1200">
                <a:solidFill>
                  <a:srgbClr val="00B050"/>
                </a:solidFill>
              </a:rPr>
              <a:t>Proposed Design</a:t>
            </a:r>
          </a:p>
        </p:txBody>
      </p:sp>
      <p:sp>
        <p:nvSpPr>
          <p:cNvPr id="34" name="TextBox 33">
            <a:extLst>
              <a:ext uri="{FF2B5EF4-FFF2-40B4-BE49-F238E27FC236}">
                <a16:creationId xmlns:a16="http://schemas.microsoft.com/office/drawing/2014/main" id="{64B461C0-24C5-2739-D70E-CC72F35CAF6C}"/>
              </a:ext>
            </a:extLst>
          </p:cNvPr>
          <p:cNvSpPr txBox="1"/>
          <p:nvPr/>
        </p:nvSpPr>
        <p:spPr>
          <a:xfrm>
            <a:off x="513246" y="4186789"/>
            <a:ext cx="11165507" cy="2056695"/>
          </a:xfrm>
          <a:prstGeom prst="rect">
            <a:avLst/>
          </a:prstGeom>
          <a:noFill/>
        </p:spPr>
        <p:txBody>
          <a:bodyPr wrap="square" lIns="0" tIns="0" rIns="0" bIns="0" rtlCol="0" anchor="t" anchorCtr="0">
            <a:noAutofit/>
          </a:bodyPr>
          <a:lstStyle/>
          <a:p>
            <a:pPr marL="342900" lvl="0" indent="-342900" fontAlgn="t">
              <a:lnSpc>
                <a:spcPct val="100000"/>
              </a:lnSpc>
              <a:buFont typeface="+mj-lt"/>
              <a:buAutoNum type="arabicPeriod"/>
            </a:pPr>
            <a:r>
              <a:rPr lang="en-US" sz="1600"/>
              <a:t>Highlight the user profile icon when the profile panel is active.</a:t>
            </a:r>
          </a:p>
          <a:p>
            <a:pPr marL="342900" lvl="0" indent="-342900" fontAlgn="t">
              <a:lnSpc>
                <a:spcPct val="100000"/>
              </a:lnSpc>
              <a:buFont typeface="+mj-lt"/>
              <a:buAutoNum type="arabicPeriod"/>
            </a:pPr>
            <a:r>
              <a:rPr lang="en-US" sz="1600"/>
              <a:t>Follow the approved profile panel design for layout, dimensions, spacing, and visual hierarchy.</a:t>
            </a:r>
          </a:p>
          <a:p>
            <a:pPr marL="342900" lvl="0" indent="-342900" fontAlgn="t">
              <a:lnSpc>
                <a:spcPct val="100000"/>
              </a:lnSpc>
              <a:buFont typeface="+mj-lt"/>
              <a:buAutoNum type="arabicPeriod"/>
            </a:pPr>
            <a:r>
              <a:rPr lang="en-US" sz="1600"/>
              <a:t>User name should use </a:t>
            </a:r>
            <a:r>
              <a:rPr lang="en-US" sz="1600" err="1"/>
              <a:t>Houschka</a:t>
            </a:r>
            <a:r>
              <a:rPr lang="en-US" sz="1600"/>
              <a:t> Rounded Alt 22 </a:t>
            </a:r>
            <a:r>
              <a:rPr lang="en-US" sz="1600" err="1"/>
              <a:t>px</a:t>
            </a:r>
            <a:r>
              <a:rPr lang="en-US" sz="1600"/>
              <a:t> and email/supporting details should use Calibri 18 </a:t>
            </a:r>
            <a:r>
              <a:rPr lang="en-US" sz="1600" err="1"/>
              <a:t>px</a:t>
            </a:r>
            <a:r>
              <a:rPr lang="en-US" sz="1600"/>
              <a:t> as per the approved typography system.</a:t>
            </a:r>
          </a:p>
          <a:p>
            <a:pPr marL="342900" lvl="0" indent="-342900" fontAlgn="t">
              <a:lnSpc>
                <a:spcPct val="100000"/>
              </a:lnSpc>
              <a:buFont typeface="+mj-lt"/>
              <a:buAutoNum type="arabicPeriod"/>
            </a:pPr>
            <a:r>
              <a:rPr lang="en-US" sz="1600"/>
              <a:t>Display credit usage using the proposed progress bar design, including credits used, total credits, and usage percentage.</a:t>
            </a:r>
          </a:p>
          <a:p>
            <a:pPr marL="342900" lvl="0" indent="-342900" fontAlgn="t">
              <a:lnSpc>
                <a:spcPct val="100000"/>
              </a:lnSpc>
              <a:buFont typeface="+mj-lt"/>
              <a:buAutoNum type="arabicPeriod"/>
            </a:pPr>
            <a:r>
              <a:rPr lang="en-US" sz="1600"/>
              <a:t>Apply the approved visual treatment for the usage progress bar, including colors and spacing.</a:t>
            </a:r>
          </a:p>
          <a:p>
            <a:pPr marL="342900" lvl="0" indent="-342900" fontAlgn="t">
              <a:lnSpc>
                <a:spcPct val="100000"/>
              </a:lnSpc>
              <a:buFont typeface="+mj-lt"/>
              <a:buAutoNum type="arabicPeriod"/>
            </a:pPr>
            <a:r>
              <a:rPr lang="en-US" sz="1600"/>
              <a:t>Use a dedicated destructive-action style for Log Out to clearly differentiate it from other actions.</a:t>
            </a:r>
          </a:p>
          <a:p>
            <a:pPr marL="342900" lvl="0" indent="-342900" fontAlgn="t">
              <a:lnSpc>
                <a:spcPct val="100000"/>
              </a:lnSpc>
              <a:buFont typeface="+mj-lt"/>
              <a:buAutoNum type="arabicPeriod"/>
            </a:pPr>
            <a:r>
              <a:rPr lang="en-US" sz="1600"/>
              <a:t>Match the approved profile avatar design, sizing, and placement shown in the proposed design.</a:t>
            </a:r>
          </a:p>
        </p:txBody>
      </p:sp>
      <p:pic>
        <p:nvPicPr>
          <p:cNvPr id="3" name="Picture 2">
            <a:extLst>
              <a:ext uri="{FF2B5EF4-FFF2-40B4-BE49-F238E27FC236}">
                <a16:creationId xmlns:a16="http://schemas.microsoft.com/office/drawing/2014/main" id="{7405D72B-7A21-C64B-4CFB-59542E12C4F5}"/>
              </a:ext>
            </a:extLst>
          </p:cNvPr>
          <p:cNvPicPr>
            <a:picLocks noChangeAspect="1"/>
          </p:cNvPicPr>
          <p:nvPr/>
        </p:nvPicPr>
        <p:blipFill>
          <a:blip r:embed="rId2"/>
          <a:stretch>
            <a:fillRect/>
          </a:stretch>
        </p:blipFill>
        <p:spPr>
          <a:xfrm>
            <a:off x="1408690" y="881257"/>
            <a:ext cx="3406435" cy="2568163"/>
          </a:xfrm>
          <a:prstGeom prst="rect">
            <a:avLst/>
          </a:prstGeom>
        </p:spPr>
      </p:pic>
      <p:pic>
        <p:nvPicPr>
          <p:cNvPr id="8" name="Picture 7">
            <a:extLst>
              <a:ext uri="{FF2B5EF4-FFF2-40B4-BE49-F238E27FC236}">
                <a16:creationId xmlns:a16="http://schemas.microsoft.com/office/drawing/2014/main" id="{036DA7DE-EFB9-EBFE-FCD7-0363ECA9AC07}"/>
              </a:ext>
            </a:extLst>
          </p:cNvPr>
          <p:cNvPicPr>
            <a:picLocks noChangeAspect="1"/>
          </p:cNvPicPr>
          <p:nvPr/>
        </p:nvPicPr>
        <p:blipFill>
          <a:blip r:embed="rId3"/>
          <a:stretch>
            <a:fillRect/>
          </a:stretch>
        </p:blipFill>
        <p:spPr>
          <a:xfrm>
            <a:off x="7365815" y="929749"/>
            <a:ext cx="3406435" cy="2872989"/>
          </a:xfrm>
          <a:prstGeom prst="rect">
            <a:avLst/>
          </a:prstGeom>
        </p:spPr>
      </p:pic>
      <p:sp>
        <p:nvSpPr>
          <p:cNvPr id="13" name="Oval 12">
            <a:extLst>
              <a:ext uri="{FF2B5EF4-FFF2-40B4-BE49-F238E27FC236}">
                <a16:creationId xmlns:a16="http://schemas.microsoft.com/office/drawing/2014/main" id="{ECFC97A2-53ED-F3C6-2689-AB6C79153A77}"/>
              </a:ext>
            </a:extLst>
          </p:cNvPr>
          <p:cNvSpPr/>
          <p:nvPr/>
        </p:nvSpPr>
        <p:spPr>
          <a:xfrm>
            <a:off x="2771908" y="1081227"/>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16" name="Oval 15">
            <a:extLst>
              <a:ext uri="{FF2B5EF4-FFF2-40B4-BE49-F238E27FC236}">
                <a16:creationId xmlns:a16="http://schemas.microsoft.com/office/drawing/2014/main" id="{E782CC36-9ECB-BD4B-9DB1-3C4EFFE37F20}"/>
              </a:ext>
            </a:extLst>
          </p:cNvPr>
          <p:cNvSpPr/>
          <p:nvPr/>
        </p:nvSpPr>
        <p:spPr>
          <a:xfrm>
            <a:off x="2771908" y="1419493"/>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23" name="Oval 22">
            <a:extLst>
              <a:ext uri="{FF2B5EF4-FFF2-40B4-BE49-F238E27FC236}">
                <a16:creationId xmlns:a16="http://schemas.microsoft.com/office/drawing/2014/main" id="{E6F3D036-E5C9-1F8B-43C9-E65AE0B293A3}"/>
              </a:ext>
            </a:extLst>
          </p:cNvPr>
          <p:cNvSpPr/>
          <p:nvPr/>
        </p:nvSpPr>
        <p:spPr>
          <a:xfrm>
            <a:off x="7921365" y="2505596"/>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26" name="Oval 25">
            <a:extLst>
              <a:ext uri="{FF2B5EF4-FFF2-40B4-BE49-F238E27FC236}">
                <a16:creationId xmlns:a16="http://schemas.microsoft.com/office/drawing/2014/main" id="{F5735012-80F7-B85E-DF5C-D9D495504892}"/>
              </a:ext>
            </a:extLst>
          </p:cNvPr>
          <p:cNvSpPr/>
          <p:nvPr/>
        </p:nvSpPr>
        <p:spPr>
          <a:xfrm>
            <a:off x="2931778" y="2365309"/>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6</a:t>
            </a:r>
          </a:p>
        </p:txBody>
      </p:sp>
      <p:sp>
        <p:nvSpPr>
          <p:cNvPr id="28" name="Oval 27">
            <a:extLst>
              <a:ext uri="{FF2B5EF4-FFF2-40B4-BE49-F238E27FC236}">
                <a16:creationId xmlns:a16="http://schemas.microsoft.com/office/drawing/2014/main" id="{2A9804C1-C934-DDE8-31E5-979849D462DF}"/>
              </a:ext>
            </a:extLst>
          </p:cNvPr>
          <p:cNvSpPr/>
          <p:nvPr/>
        </p:nvSpPr>
        <p:spPr>
          <a:xfrm>
            <a:off x="8066077" y="1618626"/>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7</a:t>
            </a:r>
          </a:p>
        </p:txBody>
      </p:sp>
      <p:sp>
        <p:nvSpPr>
          <p:cNvPr id="32" name="Oval 31">
            <a:extLst>
              <a:ext uri="{FF2B5EF4-FFF2-40B4-BE49-F238E27FC236}">
                <a16:creationId xmlns:a16="http://schemas.microsoft.com/office/drawing/2014/main" id="{111EC045-0F61-3544-79B2-68C347412DD4}"/>
              </a:ext>
            </a:extLst>
          </p:cNvPr>
          <p:cNvSpPr/>
          <p:nvPr/>
        </p:nvSpPr>
        <p:spPr>
          <a:xfrm>
            <a:off x="4204772" y="938744"/>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11" name="Rectangle 10">
            <a:extLst>
              <a:ext uri="{FF2B5EF4-FFF2-40B4-BE49-F238E27FC236}">
                <a16:creationId xmlns:a16="http://schemas.microsoft.com/office/drawing/2014/main" id="{5DB91347-BCE5-8495-35F8-929FA10D6CC3}"/>
              </a:ext>
            </a:extLst>
          </p:cNvPr>
          <p:cNvSpPr/>
          <p:nvPr/>
        </p:nvSpPr>
        <p:spPr>
          <a:xfrm>
            <a:off x="2916620" y="1788468"/>
            <a:ext cx="1684877" cy="445055"/>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0" name="Oval 19">
            <a:extLst>
              <a:ext uri="{FF2B5EF4-FFF2-40B4-BE49-F238E27FC236}">
                <a16:creationId xmlns:a16="http://schemas.microsoft.com/office/drawing/2014/main" id="{96079067-0AAB-1D16-8916-3AC1915303EA}"/>
              </a:ext>
            </a:extLst>
          </p:cNvPr>
          <p:cNvSpPr/>
          <p:nvPr/>
        </p:nvSpPr>
        <p:spPr>
          <a:xfrm>
            <a:off x="2702992" y="1886633"/>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Tree>
    <p:extLst>
      <p:ext uri="{BB962C8B-B14F-4D97-AF65-F5344CB8AC3E}">
        <p14:creationId xmlns:p14="http://schemas.microsoft.com/office/powerpoint/2010/main" val="19889850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05FAA-BD92-E802-ACA5-0458F6DB89D3}"/>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DF5E3436-ADE9-C50F-9084-A786F239B47A}"/>
              </a:ext>
            </a:extLst>
          </p:cNvPr>
          <p:cNvSpPr>
            <a:spLocks noGrp="1"/>
          </p:cNvSpPr>
          <p:nvPr>
            <p:ph type="title"/>
          </p:nvPr>
        </p:nvSpPr>
        <p:spPr/>
        <p:txBody>
          <a:bodyPr/>
          <a:lstStyle/>
          <a:p>
            <a:r>
              <a:rPr lang="en-US" sz="2000"/>
              <a:t>Screen – Rollback all fixes action pop up(User)</a:t>
            </a:r>
          </a:p>
        </p:txBody>
      </p:sp>
      <p:sp>
        <p:nvSpPr>
          <p:cNvPr id="10" name="TextBox 9">
            <a:extLst>
              <a:ext uri="{FF2B5EF4-FFF2-40B4-BE49-F238E27FC236}">
                <a16:creationId xmlns:a16="http://schemas.microsoft.com/office/drawing/2014/main" id="{A168B20A-0DB0-3D88-8A48-3F1D63A43DD9}"/>
              </a:ext>
            </a:extLst>
          </p:cNvPr>
          <p:cNvSpPr txBox="1"/>
          <p:nvPr/>
        </p:nvSpPr>
        <p:spPr>
          <a:xfrm>
            <a:off x="2227005" y="512572"/>
            <a:ext cx="1769807" cy="207708"/>
          </a:xfrm>
          <a:prstGeom prst="rect">
            <a:avLst/>
          </a:prstGeom>
          <a:noFill/>
        </p:spPr>
        <p:txBody>
          <a:bodyPr wrap="none" lIns="0" tIns="0" rIns="0" bIns="0" rtlCol="0" anchor="ctr" anchorCtr="0">
            <a:noAutofit/>
          </a:bodyPr>
          <a:lstStyle/>
          <a:p>
            <a:pPr algn="ctr"/>
            <a:r>
              <a:rPr lang="en-US" sz="1200">
                <a:solidFill>
                  <a:schemeClr val="tx1"/>
                </a:solidFill>
              </a:rPr>
              <a:t>Developed Screen</a:t>
            </a:r>
          </a:p>
        </p:txBody>
      </p:sp>
      <p:sp>
        <p:nvSpPr>
          <p:cNvPr id="22" name="TextBox 21">
            <a:extLst>
              <a:ext uri="{FF2B5EF4-FFF2-40B4-BE49-F238E27FC236}">
                <a16:creationId xmlns:a16="http://schemas.microsoft.com/office/drawing/2014/main" id="{C7CFBF70-275C-E076-1ED9-7E37DDF26740}"/>
              </a:ext>
            </a:extLst>
          </p:cNvPr>
          <p:cNvSpPr txBox="1"/>
          <p:nvPr/>
        </p:nvSpPr>
        <p:spPr>
          <a:xfrm>
            <a:off x="8284703" y="512572"/>
            <a:ext cx="1769807" cy="207708"/>
          </a:xfrm>
          <a:prstGeom prst="rect">
            <a:avLst/>
          </a:prstGeom>
          <a:noFill/>
        </p:spPr>
        <p:txBody>
          <a:bodyPr wrap="none" lIns="0" tIns="0" rIns="0" bIns="0" rtlCol="0" anchor="ctr" anchorCtr="0">
            <a:noAutofit/>
          </a:bodyPr>
          <a:lstStyle/>
          <a:p>
            <a:pPr algn="ctr"/>
            <a:r>
              <a:rPr lang="en-US" sz="1200">
                <a:solidFill>
                  <a:srgbClr val="00B050"/>
                </a:solidFill>
              </a:rPr>
              <a:t>Proposed Design</a:t>
            </a:r>
          </a:p>
        </p:txBody>
      </p:sp>
      <p:sp>
        <p:nvSpPr>
          <p:cNvPr id="34" name="TextBox 33">
            <a:extLst>
              <a:ext uri="{FF2B5EF4-FFF2-40B4-BE49-F238E27FC236}">
                <a16:creationId xmlns:a16="http://schemas.microsoft.com/office/drawing/2014/main" id="{EC6F9E3C-4F85-4AD9-F04F-195616E3AC93}"/>
              </a:ext>
            </a:extLst>
          </p:cNvPr>
          <p:cNvSpPr txBox="1"/>
          <p:nvPr/>
        </p:nvSpPr>
        <p:spPr>
          <a:xfrm>
            <a:off x="393224" y="4165450"/>
            <a:ext cx="11165507" cy="1881389"/>
          </a:xfrm>
          <a:prstGeom prst="rect">
            <a:avLst/>
          </a:prstGeom>
          <a:noFill/>
        </p:spPr>
        <p:txBody>
          <a:bodyPr wrap="square" lIns="0" tIns="0" rIns="0" bIns="0" rtlCol="0" anchor="t" anchorCtr="0">
            <a:noAutofit/>
          </a:bodyPr>
          <a:lstStyle/>
          <a:p>
            <a:pPr marL="342900" lvl="0" indent="-342900" fontAlgn="t">
              <a:lnSpc>
                <a:spcPct val="100000"/>
              </a:lnSpc>
              <a:buFont typeface="+mj-lt"/>
              <a:buAutoNum type="arabicPeriod"/>
            </a:pPr>
            <a:r>
              <a:rPr lang="en-US" sz="1600"/>
              <a:t>Follow the approved modal design for layout, spacing, dimensions 538 x 377 </a:t>
            </a:r>
            <a:r>
              <a:rPr lang="en-US" sz="1600" err="1"/>
              <a:t>px</a:t>
            </a:r>
            <a:r>
              <a:rPr lang="en-US" sz="1600"/>
              <a:t>, and visual hierarchy.</a:t>
            </a:r>
          </a:p>
          <a:p>
            <a:pPr marL="342900" lvl="0" indent="-342900" fontAlgn="t">
              <a:lnSpc>
                <a:spcPct val="100000"/>
              </a:lnSpc>
              <a:buFont typeface="+mj-lt"/>
              <a:buAutoNum type="arabicPeriod"/>
            </a:pPr>
            <a:r>
              <a:rPr lang="en-US" sz="1600"/>
              <a:t>Modal title should use </a:t>
            </a:r>
            <a:r>
              <a:rPr lang="en-US" sz="1600" err="1"/>
              <a:t>Houschka</a:t>
            </a:r>
            <a:r>
              <a:rPr lang="en-US" sz="1600"/>
              <a:t> Rounded Alt 18 </a:t>
            </a:r>
            <a:r>
              <a:rPr lang="en-US" sz="1600" err="1"/>
              <a:t>px</a:t>
            </a:r>
            <a:r>
              <a:rPr lang="en-US" sz="1600"/>
              <a:t> and supporting content should use Calibri 18 </a:t>
            </a:r>
            <a:r>
              <a:rPr lang="en-US" sz="1600" err="1"/>
              <a:t>px</a:t>
            </a:r>
            <a:r>
              <a:rPr lang="en-US" sz="1600"/>
              <a:t> as per the approved typography system.</a:t>
            </a:r>
          </a:p>
          <a:p>
            <a:pPr marL="342900" lvl="0" indent="-342900" fontAlgn="t">
              <a:lnSpc>
                <a:spcPct val="100000"/>
              </a:lnSpc>
              <a:buFont typeface="+mj-lt"/>
              <a:buAutoNum type="arabicPeriod"/>
            </a:pPr>
            <a:r>
              <a:rPr lang="en-US" sz="1600"/>
              <a:t>Use the approved warning icon with the highlighted yellow color treatment to clearly indicate a rollback action.</a:t>
            </a:r>
          </a:p>
          <a:p>
            <a:pPr marL="342900" lvl="0" indent="-342900" fontAlgn="t">
              <a:lnSpc>
                <a:spcPct val="100000"/>
              </a:lnSpc>
              <a:buFont typeface="+mj-lt"/>
              <a:buAutoNum type="arabicPeriod"/>
            </a:pPr>
            <a:r>
              <a:rPr lang="en-US" sz="1600"/>
              <a:t>Display the Affected Fixes count using the approved typography Calibri Bold 18 </a:t>
            </a:r>
            <a:r>
              <a:rPr lang="en-US" sz="1600" err="1"/>
              <a:t>px</a:t>
            </a:r>
            <a:r>
              <a:rPr lang="en-US" sz="1600"/>
              <a:t> and emphasis style from the design.</a:t>
            </a:r>
          </a:p>
          <a:p>
            <a:pPr marL="342900" lvl="0" indent="-342900" fontAlgn="t">
              <a:lnSpc>
                <a:spcPct val="100000"/>
              </a:lnSpc>
              <a:buFont typeface="+mj-lt"/>
              <a:buAutoNum type="arabicPeriod"/>
            </a:pPr>
            <a:r>
              <a:rPr lang="en-US" sz="1600"/>
              <a:t>Apply the approved primary and secondary CTA styles for Rollback All Fixes and Cancel, including button hierarchy, colors, and spacing.</a:t>
            </a:r>
          </a:p>
          <a:p>
            <a:pPr marL="342900" lvl="0" indent="-342900" fontAlgn="t">
              <a:lnSpc>
                <a:spcPct val="100000"/>
              </a:lnSpc>
              <a:buFont typeface="+mj-lt"/>
              <a:buAutoNum type="arabicPeriod"/>
            </a:pPr>
            <a:r>
              <a:rPr lang="en-US" sz="1600"/>
              <a:t>Match the close icon styling and placement with the proposed modal design.</a:t>
            </a:r>
          </a:p>
        </p:txBody>
      </p:sp>
      <p:pic>
        <p:nvPicPr>
          <p:cNvPr id="4" name="Picture 3">
            <a:extLst>
              <a:ext uri="{FF2B5EF4-FFF2-40B4-BE49-F238E27FC236}">
                <a16:creationId xmlns:a16="http://schemas.microsoft.com/office/drawing/2014/main" id="{A5EFEF40-C8E5-B44D-A4D4-3A50CE31BFE0}"/>
              </a:ext>
            </a:extLst>
          </p:cNvPr>
          <p:cNvPicPr>
            <a:picLocks noChangeAspect="1"/>
          </p:cNvPicPr>
          <p:nvPr/>
        </p:nvPicPr>
        <p:blipFill>
          <a:blip r:embed="rId2"/>
          <a:stretch>
            <a:fillRect/>
          </a:stretch>
        </p:blipFill>
        <p:spPr>
          <a:xfrm>
            <a:off x="695797" y="914834"/>
            <a:ext cx="5412142" cy="2566934"/>
          </a:xfrm>
          <a:prstGeom prst="rect">
            <a:avLst/>
          </a:prstGeom>
        </p:spPr>
      </p:pic>
      <p:pic>
        <p:nvPicPr>
          <p:cNvPr id="9" name="Picture 8">
            <a:extLst>
              <a:ext uri="{FF2B5EF4-FFF2-40B4-BE49-F238E27FC236}">
                <a16:creationId xmlns:a16="http://schemas.microsoft.com/office/drawing/2014/main" id="{3B06983F-719D-5641-1D73-C227C223DF5E}"/>
              </a:ext>
            </a:extLst>
          </p:cNvPr>
          <p:cNvPicPr>
            <a:picLocks noChangeAspect="1"/>
          </p:cNvPicPr>
          <p:nvPr/>
        </p:nvPicPr>
        <p:blipFill>
          <a:blip r:embed="rId3"/>
          <a:stretch>
            <a:fillRect/>
          </a:stretch>
        </p:blipFill>
        <p:spPr>
          <a:xfrm>
            <a:off x="6205388" y="914835"/>
            <a:ext cx="5643385" cy="2566934"/>
          </a:xfrm>
          <a:prstGeom prst="rect">
            <a:avLst/>
          </a:prstGeom>
        </p:spPr>
      </p:pic>
      <p:sp>
        <p:nvSpPr>
          <p:cNvPr id="13" name="Oval 12">
            <a:extLst>
              <a:ext uri="{FF2B5EF4-FFF2-40B4-BE49-F238E27FC236}">
                <a16:creationId xmlns:a16="http://schemas.microsoft.com/office/drawing/2014/main" id="{47A5A8F3-CA44-170C-6FAF-D0292B30515A}"/>
              </a:ext>
            </a:extLst>
          </p:cNvPr>
          <p:cNvSpPr/>
          <p:nvPr/>
        </p:nvSpPr>
        <p:spPr>
          <a:xfrm>
            <a:off x="1726744" y="1564938"/>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16" name="Oval 15">
            <a:extLst>
              <a:ext uri="{FF2B5EF4-FFF2-40B4-BE49-F238E27FC236}">
                <a16:creationId xmlns:a16="http://schemas.microsoft.com/office/drawing/2014/main" id="{CCA5FE29-5247-868F-501B-BCC56F1800F3}"/>
              </a:ext>
            </a:extLst>
          </p:cNvPr>
          <p:cNvSpPr/>
          <p:nvPr/>
        </p:nvSpPr>
        <p:spPr>
          <a:xfrm>
            <a:off x="2016168" y="1869669"/>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20" name="Oval 19">
            <a:extLst>
              <a:ext uri="{FF2B5EF4-FFF2-40B4-BE49-F238E27FC236}">
                <a16:creationId xmlns:a16="http://schemas.microsoft.com/office/drawing/2014/main" id="{FFF98984-F2C1-D4B2-E58A-0940419AE7D8}"/>
              </a:ext>
            </a:extLst>
          </p:cNvPr>
          <p:cNvSpPr/>
          <p:nvPr/>
        </p:nvSpPr>
        <p:spPr>
          <a:xfrm>
            <a:off x="1726744" y="2536365"/>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
        <p:nvSpPr>
          <p:cNvPr id="23" name="Oval 22">
            <a:extLst>
              <a:ext uri="{FF2B5EF4-FFF2-40B4-BE49-F238E27FC236}">
                <a16:creationId xmlns:a16="http://schemas.microsoft.com/office/drawing/2014/main" id="{7E287C51-15B7-E278-F83A-F09785C9495A}"/>
              </a:ext>
            </a:extLst>
          </p:cNvPr>
          <p:cNvSpPr/>
          <p:nvPr/>
        </p:nvSpPr>
        <p:spPr>
          <a:xfrm>
            <a:off x="1417655" y="2910572"/>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26" name="Oval 25">
            <a:extLst>
              <a:ext uri="{FF2B5EF4-FFF2-40B4-BE49-F238E27FC236}">
                <a16:creationId xmlns:a16="http://schemas.microsoft.com/office/drawing/2014/main" id="{EE68399A-CD6E-33CA-CB65-F68C7FAB093C}"/>
              </a:ext>
            </a:extLst>
          </p:cNvPr>
          <p:cNvSpPr/>
          <p:nvPr/>
        </p:nvSpPr>
        <p:spPr>
          <a:xfrm>
            <a:off x="3315578" y="1318108"/>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6</a:t>
            </a:r>
          </a:p>
        </p:txBody>
      </p:sp>
      <p:sp>
        <p:nvSpPr>
          <p:cNvPr id="32" name="Oval 31">
            <a:extLst>
              <a:ext uri="{FF2B5EF4-FFF2-40B4-BE49-F238E27FC236}">
                <a16:creationId xmlns:a16="http://schemas.microsoft.com/office/drawing/2014/main" id="{2F0B8BF9-1EDB-6A2F-FBDA-8A6AAF90E1DA}"/>
              </a:ext>
            </a:extLst>
          </p:cNvPr>
          <p:cNvSpPr/>
          <p:nvPr/>
        </p:nvSpPr>
        <p:spPr>
          <a:xfrm>
            <a:off x="812642" y="1286233"/>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11" name="Oval 10">
            <a:extLst>
              <a:ext uri="{FF2B5EF4-FFF2-40B4-BE49-F238E27FC236}">
                <a16:creationId xmlns:a16="http://schemas.microsoft.com/office/drawing/2014/main" id="{0A1E02DD-DCF6-3EE2-9AE1-706EC17D81BB}"/>
              </a:ext>
            </a:extLst>
          </p:cNvPr>
          <p:cNvSpPr/>
          <p:nvPr/>
        </p:nvSpPr>
        <p:spPr>
          <a:xfrm>
            <a:off x="1190886" y="2226891"/>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Tree>
    <p:extLst>
      <p:ext uri="{BB962C8B-B14F-4D97-AF65-F5344CB8AC3E}">
        <p14:creationId xmlns:p14="http://schemas.microsoft.com/office/powerpoint/2010/main" val="36751715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00C55-9BC9-C685-3DBA-BBAB7FA4622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38FDB42-C306-9F2C-AB24-9B2F059EB857}"/>
              </a:ext>
            </a:extLst>
          </p:cNvPr>
          <p:cNvPicPr>
            <a:picLocks noChangeAspect="1"/>
          </p:cNvPicPr>
          <p:nvPr/>
        </p:nvPicPr>
        <p:blipFill>
          <a:blip r:embed="rId2"/>
          <a:stretch>
            <a:fillRect/>
          </a:stretch>
        </p:blipFill>
        <p:spPr>
          <a:xfrm>
            <a:off x="266856" y="881257"/>
            <a:ext cx="5664932" cy="3135204"/>
          </a:xfrm>
          <a:prstGeom prst="rect">
            <a:avLst/>
          </a:prstGeom>
        </p:spPr>
      </p:pic>
      <p:pic>
        <p:nvPicPr>
          <p:cNvPr id="7" name="Picture 6">
            <a:extLst>
              <a:ext uri="{FF2B5EF4-FFF2-40B4-BE49-F238E27FC236}">
                <a16:creationId xmlns:a16="http://schemas.microsoft.com/office/drawing/2014/main" id="{62B4E563-18CB-7C39-37AB-55658D3510FD}"/>
              </a:ext>
            </a:extLst>
          </p:cNvPr>
          <p:cNvPicPr>
            <a:picLocks noChangeAspect="1"/>
          </p:cNvPicPr>
          <p:nvPr/>
        </p:nvPicPr>
        <p:blipFill>
          <a:blip r:embed="rId3"/>
          <a:stretch>
            <a:fillRect/>
          </a:stretch>
        </p:blipFill>
        <p:spPr>
          <a:xfrm>
            <a:off x="6449960" y="881257"/>
            <a:ext cx="5258873" cy="3267649"/>
          </a:xfrm>
          <a:prstGeom prst="rect">
            <a:avLst/>
          </a:prstGeom>
        </p:spPr>
      </p:pic>
      <p:sp>
        <p:nvSpPr>
          <p:cNvPr id="24" name="Title 23">
            <a:extLst>
              <a:ext uri="{FF2B5EF4-FFF2-40B4-BE49-F238E27FC236}">
                <a16:creationId xmlns:a16="http://schemas.microsoft.com/office/drawing/2014/main" id="{B46477B6-6EA1-68B8-9CEA-2C680E7FB442}"/>
              </a:ext>
            </a:extLst>
          </p:cNvPr>
          <p:cNvSpPr>
            <a:spLocks noGrp="1"/>
          </p:cNvSpPr>
          <p:nvPr>
            <p:ph type="title"/>
          </p:nvPr>
        </p:nvSpPr>
        <p:spPr/>
        <p:txBody>
          <a:bodyPr/>
          <a:lstStyle/>
          <a:p>
            <a:r>
              <a:rPr lang="en-US" sz="2000"/>
              <a:t>Screen – All fixes applied(User)</a:t>
            </a:r>
          </a:p>
        </p:txBody>
      </p:sp>
      <p:sp>
        <p:nvSpPr>
          <p:cNvPr id="13" name="Oval 12">
            <a:extLst>
              <a:ext uri="{FF2B5EF4-FFF2-40B4-BE49-F238E27FC236}">
                <a16:creationId xmlns:a16="http://schemas.microsoft.com/office/drawing/2014/main" id="{B5F9C059-BDD2-E17B-8D0C-315EB8016F19}"/>
              </a:ext>
            </a:extLst>
          </p:cNvPr>
          <p:cNvSpPr/>
          <p:nvPr/>
        </p:nvSpPr>
        <p:spPr>
          <a:xfrm>
            <a:off x="3595172" y="3202698"/>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16" name="Oval 15">
            <a:extLst>
              <a:ext uri="{FF2B5EF4-FFF2-40B4-BE49-F238E27FC236}">
                <a16:creationId xmlns:a16="http://schemas.microsoft.com/office/drawing/2014/main" id="{48EEE7FF-C0B6-B304-A188-1F29A7103F52}"/>
              </a:ext>
            </a:extLst>
          </p:cNvPr>
          <p:cNvSpPr/>
          <p:nvPr/>
        </p:nvSpPr>
        <p:spPr>
          <a:xfrm>
            <a:off x="231152" y="2087539"/>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20" name="Oval 19">
            <a:extLst>
              <a:ext uri="{FF2B5EF4-FFF2-40B4-BE49-F238E27FC236}">
                <a16:creationId xmlns:a16="http://schemas.microsoft.com/office/drawing/2014/main" id="{A97232B9-E546-333C-C2F9-A42251CA2CE0}"/>
              </a:ext>
            </a:extLst>
          </p:cNvPr>
          <p:cNvSpPr/>
          <p:nvPr/>
        </p:nvSpPr>
        <p:spPr>
          <a:xfrm>
            <a:off x="1569427" y="1616996"/>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
        <p:nvSpPr>
          <p:cNvPr id="26" name="Oval 25">
            <a:extLst>
              <a:ext uri="{FF2B5EF4-FFF2-40B4-BE49-F238E27FC236}">
                <a16:creationId xmlns:a16="http://schemas.microsoft.com/office/drawing/2014/main" id="{F38F03A3-4249-3136-2C0A-37D565065F4E}"/>
              </a:ext>
            </a:extLst>
          </p:cNvPr>
          <p:cNvSpPr/>
          <p:nvPr/>
        </p:nvSpPr>
        <p:spPr>
          <a:xfrm>
            <a:off x="3595172" y="2564570"/>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6</a:t>
            </a:r>
          </a:p>
        </p:txBody>
      </p:sp>
      <p:sp>
        <p:nvSpPr>
          <p:cNvPr id="28" name="Oval 27">
            <a:extLst>
              <a:ext uri="{FF2B5EF4-FFF2-40B4-BE49-F238E27FC236}">
                <a16:creationId xmlns:a16="http://schemas.microsoft.com/office/drawing/2014/main" id="{21D565D4-D7AE-08FD-089C-7A9C82C02265}"/>
              </a:ext>
            </a:extLst>
          </p:cNvPr>
          <p:cNvSpPr/>
          <p:nvPr/>
        </p:nvSpPr>
        <p:spPr>
          <a:xfrm>
            <a:off x="2967196" y="2407720"/>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7</a:t>
            </a:r>
          </a:p>
        </p:txBody>
      </p:sp>
      <p:sp>
        <p:nvSpPr>
          <p:cNvPr id="32" name="Oval 31">
            <a:extLst>
              <a:ext uri="{FF2B5EF4-FFF2-40B4-BE49-F238E27FC236}">
                <a16:creationId xmlns:a16="http://schemas.microsoft.com/office/drawing/2014/main" id="{D21268BD-AA7B-CD43-C6B2-69CFB0D89419}"/>
              </a:ext>
            </a:extLst>
          </p:cNvPr>
          <p:cNvSpPr/>
          <p:nvPr/>
        </p:nvSpPr>
        <p:spPr>
          <a:xfrm>
            <a:off x="3595172" y="2170153"/>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10" name="TextBox 9">
            <a:extLst>
              <a:ext uri="{FF2B5EF4-FFF2-40B4-BE49-F238E27FC236}">
                <a16:creationId xmlns:a16="http://schemas.microsoft.com/office/drawing/2014/main" id="{A15CE1FE-3E5E-A9B0-72E9-417C1D1074A8}"/>
              </a:ext>
            </a:extLst>
          </p:cNvPr>
          <p:cNvSpPr txBox="1"/>
          <p:nvPr/>
        </p:nvSpPr>
        <p:spPr>
          <a:xfrm>
            <a:off x="2227005" y="512572"/>
            <a:ext cx="1769807" cy="207708"/>
          </a:xfrm>
          <a:prstGeom prst="rect">
            <a:avLst/>
          </a:prstGeom>
          <a:noFill/>
        </p:spPr>
        <p:txBody>
          <a:bodyPr wrap="none" lIns="0" tIns="0" rIns="0" bIns="0" rtlCol="0" anchor="ctr" anchorCtr="0">
            <a:noAutofit/>
          </a:bodyPr>
          <a:lstStyle/>
          <a:p>
            <a:pPr algn="ctr"/>
            <a:r>
              <a:rPr lang="en-US" sz="1200">
                <a:solidFill>
                  <a:schemeClr val="tx1"/>
                </a:solidFill>
              </a:rPr>
              <a:t>Developed Screen</a:t>
            </a:r>
          </a:p>
        </p:txBody>
      </p:sp>
      <p:sp>
        <p:nvSpPr>
          <p:cNvPr id="22" name="TextBox 21">
            <a:extLst>
              <a:ext uri="{FF2B5EF4-FFF2-40B4-BE49-F238E27FC236}">
                <a16:creationId xmlns:a16="http://schemas.microsoft.com/office/drawing/2014/main" id="{BD7713F9-ACA9-517D-89C2-6900211E5232}"/>
              </a:ext>
            </a:extLst>
          </p:cNvPr>
          <p:cNvSpPr txBox="1"/>
          <p:nvPr/>
        </p:nvSpPr>
        <p:spPr>
          <a:xfrm>
            <a:off x="8284703" y="512572"/>
            <a:ext cx="1769807" cy="207708"/>
          </a:xfrm>
          <a:prstGeom prst="rect">
            <a:avLst/>
          </a:prstGeom>
          <a:noFill/>
        </p:spPr>
        <p:txBody>
          <a:bodyPr wrap="none" lIns="0" tIns="0" rIns="0" bIns="0" rtlCol="0" anchor="ctr" anchorCtr="0">
            <a:noAutofit/>
          </a:bodyPr>
          <a:lstStyle/>
          <a:p>
            <a:pPr algn="ctr"/>
            <a:r>
              <a:rPr lang="en-US" sz="1200">
                <a:solidFill>
                  <a:srgbClr val="00B050"/>
                </a:solidFill>
              </a:rPr>
              <a:t>Proposed Design</a:t>
            </a:r>
          </a:p>
        </p:txBody>
      </p:sp>
      <p:sp>
        <p:nvSpPr>
          <p:cNvPr id="34" name="TextBox 33">
            <a:extLst>
              <a:ext uri="{FF2B5EF4-FFF2-40B4-BE49-F238E27FC236}">
                <a16:creationId xmlns:a16="http://schemas.microsoft.com/office/drawing/2014/main" id="{5A153E3F-14A5-DF64-C36F-ECCA15685F46}"/>
              </a:ext>
            </a:extLst>
          </p:cNvPr>
          <p:cNvSpPr txBox="1"/>
          <p:nvPr/>
        </p:nvSpPr>
        <p:spPr>
          <a:xfrm>
            <a:off x="393224" y="4682676"/>
            <a:ext cx="11165507" cy="1718123"/>
          </a:xfrm>
          <a:prstGeom prst="rect">
            <a:avLst/>
          </a:prstGeom>
          <a:noFill/>
        </p:spPr>
        <p:txBody>
          <a:bodyPr wrap="square" lIns="0" tIns="0" rIns="0" bIns="0" rtlCol="0" anchor="t" anchorCtr="0">
            <a:normAutofit fontScale="72500" lnSpcReduction="10000"/>
          </a:bodyPr>
          <a:lstStyle/>
          <a:p>
            <a:pPr marL="342900" lvl="0" indent="-342900" fontAlgn="t">
              <a:lnSpc>
                <a:spcPct val="100000"/>
              </a:lnSpc>
              <a:buFont typeface="+mj-lt"/>
              <a:buAutoNum type="arabicPeriod" startAt="1"/>
            </a:pPr>
            <a:r>
              <a:rPr lang="en-US" sz="1600">
                <a:highlight>
                  <a:srgbClr val="FFFF00"/>
                </a:highlight>
              </a:rPr>
              <a:t>Display the approved success-state illustration and completion message when all fixes have been applied.</a:t>
            </a:r>
          </a:p>
          <a:p>
            <a:pPr marL="342900" lvl="1" indent="0">
              <a:buNone/>
            </a:pPr>
            <a:r>
              <a:rPr lang="en-US" sz="1400" b="1">
                <a:solidFill>
                  <a:srgbClr val="7030A0"/>
                </a:solidFill>
                <a:latin typeface="Calibri"/>
              </a:rPr>
              <a:t>Deviation: </a:t>
            </a:r>
            <a:r>
              <a:rPr lang="en-US" sz="1400" i="1">
                <a:solidFill>
                  <a:srgbClr val="3F3F3F"/>
                </a:solidFill>
                <a:latin typeface="Calibri"/>
              </a:rPr>
              <a:t>A success check mark stands in for the illustration, since the product does not ship illustrations (earlier decision). The message and actions match.</a:t>
            </a:r>
          </a:p>
          <a:p>
            <a:pPr marL="342900" lvl="0" indent="-342900" fontAlgn="t">
              <a:lnSpc>
                <a:spcPct val="100000"/>
              </a:lnSpc>
              <a:buFont typeface="+mj-lt"/>
              <a:buAutoNum type="arabicPeriod" startAt="2"/>
            </a:pPr>
            <a:r>
              <a:rPr lang="en-US" sz="1600"/>
              <a:t>Provide View Project Report and View Applied Fixes as the primary next-step actions.</a:t>
            </a:r>
          </a:p>
          <a:p>
            <a:pPr marL="342900" lvl="0" indent="-342900" fontAlgn="t">
              <a:lnSpc>
                <a:spcPct val="100000"/>
              </a:lnSpc>
              <a:buFont typeface="+mj-lt"/>
              <a:buAutoNum type="arabicPeriod" startAt="3"/>
            </a:pPr>
            <a:r>
              <a:rPr lang="en-US" sz="1600"/>
              <a:t>Highlight files with applied fixes using the approved completed-state design in the file list.</a:t>
            </a:r>
          </a:p>
          <a:p>
            <a:pPr marL="342900" lvl="0" indent="-342900" fontAlgn="t">
              <a:lnSpc>
                <a:spcPct val="100000"/>
              </a:lnSpc>
              <a:buFont typeface="+mj-lt"/>
              <a:buAutoNum type="arabicPeriod" startAt="4"/>
            </a:pPr>
            <a:r>
              <a:rPr lang="en-US" sz="1600"/>
              <a:t>Retain Pending Fixes, Applied Fixes, and Ignored Fixes tabs, just follow the same design style as shown in the proposed design.</a:t>
            </a:r>
          </a:p>
          <a:p>
            <a:pPr marL="342900" lvl="0" indent="-342900" fontAlgn="t">
              <a:lnSpc>
                <a:spcPct val="100000"/>
              </a:lnSpc>
              <a:buFont typeface="+mj-lt"/>
              <a:buAutoNum type="arabicPeriod" startAt="5"/>
            </a:pPr>
            <a:r>
              <a:rPr lang="en-US" sz="1600"/>
              <a:t>Remove the severity filter tabs and action buttons once there are no pending fixes remaining.</a:t>
            </a:r>
          </a:p>
          <a:p>
            <a:pPr marL="342900" lvl="0" indent="-342900" fontAlgn="t">
              <a:lnSpc>
                <a:spcPct val="100000"/>
              </a:lnSpc>
              <a:buFont typeface="+mj-lt"/>
              <a:buAutoNum type="arabicPeriod" startAt="6"/>
            </a:pPr>
            <a:r>
              <a:rPr lang="en-US" sz="1600">
                <a:highlight>
                  <a:srgbClr val="FFFF00"/>
                </a:highlight>
              </a:rPr>
              <a:t>Follow the approved empty-state design for content, illustration, and action hierarchy.</a:t>
            </a:r>
          </a:p>
          <a:p>
            <a:pPr marL="342900" lvl="1" indent="0">
              <a:buNone/>
            </a:pPr>
            <a:r>
              <a:rPr lang="en-US" sz="1400" b="1">
                <a:solidFill>
                  <a:srgbClr val="7030A0"/>
                </a:solidFill>
                <a:latin typeface="Calibri"/>
              </a:rPr>
              <a:t>Deviation: </a:t>
            </a:r>
            <a:r>
              <a:rPr lang="en-US" sz="1400" i="1">
                <a:solidFill>
                  <a:srgbClr val="3F3F3F"/>
                </a:solidFill>
                <a:latin typeface="Calibri"/>
              </a:rPr>
              <a:t>As item 1: content and action hierarchy follow the design, with a check mark in place of the illustration.</a:t>
            </a:r>
          </a:p>
          <a:p>
            <a:pPr marL="342900" lvl="0" indent="-342900" fontAlgn="t">
              <a:lnSpc>
                <a:spcPct val="100000"/>
              </a:lnSpc>
              <a:buFont typeface="+mj-lt"/>
              <a:buAutoNum type="arabicPeriod" startAt="7"/>
            </a:pPr>
            <a:r>
              <a:rPr lang="en-US" sz="1600"/>
              <a:t>Use </a:t>
            </a:r>
            <a:r>
              <a:rPr lang="en-US" sz="1600" err="1"/>
              <a:t>Houschka</a:t>
            </a:r>
            <a:r>
              <a:rPr lang="en-US" sz="1600"/>
              <a:t> Rounded Alt for headings and Calibri for supporting content as per the design system.</a:t>
            </a:r>
          </a:p>
        </p:txBody>
      </p:sp>
      <p:sp>
        <p:nvSpPr>
          <p:cNvPr id="11" name="Oval 10">
            <a:extLst>
              <a:ext uri="{FF2B5EF4-FFF2-40B4-BE49-F238E27FC236}">
                <a16:creationId xmlns:a16="http://schemas.microsoft.com/office/drawing/2014/main" id="{715C69E3-221E-EB2B-EFD7-82E82C368263}"/>
              </a:ext>
            </a:extLst>
          </p:cNvPr>
          <p:cNvSpPr/>
          <p:nvPr/>
        </p:nvSpPr>
        <p:spPr>
          <a:xfrm>
            <a:off x="8634204" y="3850230"/>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14" name="Rectangle 13">
            <a:extLst>
              <a:ext uri="{FF2B5EF4-FFF2-40B4-BE49-F238E27FC236}">
                <a16:creationId xmlns:a16="http://schemas.microsoft.com/office/drawing/2014/main" id="{280E5BBD-E645-DD1F-32CF-5D8D1AF13F3B}"/>
              </a:ext>
            </a:extLst>
          </p:cNvPr>
          <p:cNvSpPr/>
          <p:nvPr/>
        </p:nvSpPr>
        <p:spPr>
          <a:xfrm>
            <a:off x="1730477" y="1954863"/>
            <a:ext cx="4060723" cy="215290"/>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3" name="Oval 22">
            <a:extLst>
              <a:ext uri="{FF2B5EF4-FFF2-40B4-BE49-F238E27FC236}">
                <a16:creationId xmlns:a16="http://schemas.microsoft.com/office/drawing/2014/main" id="{CB37BACF-1279-B8B6-EAE7-C19E2E4CDA40}"/>
              </a:ext>
            </a:extLst>
          </p:cNvPr>
          <p:cNvSpPr/>
          <p:nvPr/>
        </p:nvSpPr>
        <p:spPr>
          <a:xfrm>
            <a:off x="1547980" y="1954864"/>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15" name="Oval 14">
            <a:extLst>
              <a:ext uri="{FF2B5EF4-FFF2-40B4-BE49-F238E27FC236}">
                <a16:creationId xmlns:a16="http://schemas.microsoft.com/office/drawing/2014/main" id="{DC11A160-81A1-E8A0-BDA9-83E0C2435EF2}"/>
              </a:ext>
            </a:extLst>
          </p:cNvPr>
          <p:cNvSpPr/>
          <p:nvPr/>
        </p:nvSpPr>
        <p:spPr>
          <a:xfrm>
            <a:off x="8688281" y="2594236"/>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6</a:t>
            </a:r>
          </a:p>
        </p:txBody>
      </p:sp>
    </p:spTree>
    <p:extLst>
      <p:ext uri="{BB962C8B-B14F-4D97-AF65-F5344CB8AC3E}">
        <p14:creationId xmlns:p14="http://schemas.microsoft.com/office/powerpoint/2010/main" val="17440251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A55AC-9FF9-436D-000B-10AC4287FD2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5549E41-62B4-4576-65FB-C1281BEC39EF}"/>
              </a:ext>
            </a:extLst>
          </p:cNvPr>
          <p:cNvPicPr>
            <a:picLocks noChangeAspect="1"/>
          </p:cNvPicPr>
          <p:nvPr/>
        </p:nvPicPr>
        <p:blipFill>
          <a:blip r:embed="rId2"/>
          <a:stretch>
            <a:fillRect/>
          </a:stretch>
        </p:blipFill>
        <p:spPr>
          <a:xfrm>
            <a:off x="465514" y="842655"/>
            <a:ext cx="5586299" cy="3532693"/>
          </a:xfrm>
          <a:prstGeom prst="rect">
            <a:avLst/>
          </a:prstGeom>
        </p:spPr>
      </p:pic>
      <p:pic>
        <p:nvPicPr>
          <p:cNvPr id="6" name="Picture 5">
            <a:extLst>
              <a:ext uri="{FF2B5EF4-FFF2-40B4-BE49-F238E27FC236}">
                <a16:creationId xmlns:a16="http://schemas.microsoft.com/office/drawing/2014/main" id="{24DF2190-34DC-F1B5-7A8E-95C1EF4F71DD}"/>
              </a:ext>
            </a:extLst>
          </p:cNvPr>
          <p:cNvPicPr>
            <a:picLocks noChangeAspect="1"/>
          </p:cNvPicPr>
          <p:nvPr/>
        </p:nvPicPr>
        <p:blipFill>
          <a:blip r:embed="rId3"/>
          <a:stretch>
            <a:fillRect/>
          </a:stretch>
        </p:blipFill>
        <p:spPr>
          <a:xfrm>
            <a:off x="6153174" y="1076755"/>
            <a:ext cx="5781503" cy="3109906"/>
          </a:xfrm>
          <a:prstGeom prst="rect">
            <a:avLst/>
          </a:prstGeom>
        </p:spPr>
      </p:pic>
      <p:sp>
        <p:nvSpPr>
          <p:cNvPr id="24" name="Title 23">
            <a:extLst>
              <a:ext uri="{FF2B5EF4-FFF2-40B4-BE49-F238E27FC236}">
                <a16:creationId xmlns:a16="http://schemas.microsoft.com/office/drawing/2014/main" id="{A5624C4C-7FF5-293C-87AB-C0F8BBDB79A2}"/>
              </a:ext>
            </a:extLst>
          </p:cNvPr>
          <p:cNvSpPr>
            <a:spLocks noGrp="1"/>
          </p:cNvSpPr>
          <p:nvPr>
            <p:ph type="title"/>
          </p:nvPr>
        </p:nvSpPr>
        <p:spPr/>
        <p:txBody>
          <a:bodyPr/>
          <a:lstStyle/>
          <a:p>
            <a:r>
              <a:rPr lang="en-US" sz="2000"/>
              <a:t>Screen – Project Report Summary(User)</a:t>
            </a:r>
          </a:p>
        </p:txBody>
      </p:sp>
      <p:sp>
        <p:nvSpPr>
          <p:cNvPr id="13" name="Oval 12">
            <a:extLst>
              <a:ext uri="{FF2B5EF4-FFF2-40B4-BE49-F238E27FC236}">
                <a16:creationId xmlns:a16="http://schemas.microsoft.com/office/drawing/2014/main" id="{44CE2716-2002-53F3-BE32-E00E6E861231}"/>
              </a:ext>
            </a:extLst>
          </p:cNvPr>
          <p:cNvSpPr/>
          <p:nvPr/>
        </p:nvSpPr>
        <p:spPr>
          <a:xfrm>
            <a:off x="400014" y="1301319"/>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16" name="Oval 15">
            <a:extLst>
              <a:ext uri="{FF2B5EF4-FFF2-40B4-BE49-F238E27FC236}">
                <a16:creationId xmlns:a16="http://schemas.microsoft.com/office/drawing/2014/main" id="{4A3C5B40-51AF-5368-ED81-F9A16CB38FC5}"/>
              </a:ext>
            </a:extLst>
          </p:cNvPr>
          <p:cNvSpPr/>
          <p:nvPr/>
        </p:nvSpPr>
        <p:spPr>
          <a:xfrm>
            <a:off x="4146450" y="1146721"/>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20" name="Oval 19">
            <a:extLst>
              <a:ext uri="{FF2B5EF4-FFF2-40B4-BE49-F238E27FC236}">
                <a16:creationId xmlns:a16="http://schemas.microsoft.com/office/drawing/2014/main" id="{34DF8BBD-F36F-5714-6FCB-AACEB45202EE}"/>
              </a:ext>
            </a:extLst>
          </p:cNvPr>
          <p:cNvSpPr/>
          <p:nvPr/>
        </p:nvSpPr>
        <p:spPr>
          <a:xfrm>
            <a:off x="4886225" y="839654"/>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
        <p:nvSpPr>
          <p:cNvPr id="23" name="Oval 22">
            <a:extLst>
              <a:ext uri="{FF2B5EF4-FFF2-40B4-BE49-F238E27FC236}">
                <a16:creationId xmlns:a16="http://schemas.microsoft.com/office/drawing/2014/main" id="{AB5B5327-02CA-DA39-9E6E-FBA78748C2FF}"/>
              </a:ext>
            </a:extLst>
          </p:cNvPr>
          <p:cNvSpPr/>
          <p:nvPr/>
        </p:nvSpPr>
        <p:spPr>
          <a:xfrm>
            <a:off x="387144" y="2202014"/>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28" name="Oval 27">
            <a:extLst>
              <a:ext uri="{FF2B5EF4-FFF2-40B4-BE49-F238E27FC236}">
                <a16:creationId xmlns:a16="http://schemas.microsoft.com/office/drawing/2014/main" id="{E512DD93-E418-12F9-F81C-3F3D57C68700}"/>
              </a:ext>
            </a:extLst>
          </p:cNvPr>
          <p:cNvSpPr/>
          <p:nvPr/>
        </p:nvSpPr>
        <p:spPr>
          <a:xfrm>
            <a:off x="4596801" y="2915633"/>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7</a:t>
            </a:r>
          </a:p>
        </p:txBody>
      </p:sp>
      <p:sp>
        <p:nvSpPr>
          <p:cNvPr id="32" name="Oval 31">
            <a:extLst>
              <a:ext uri="{FF2B5EF4-FFF2-40B4-BE49-F238E27FC236}">
                <a16:creationId xmlns:a16="http://schemas.microsoft.com/office/drawing/2014/main" id="{BDA364FF-CC17-1BF2-700E-558BCE963467}"/>
              </a:ext>
            </a:extLst>
          </p:cNvPr>
          <p:cNvSpPr/>
          <p:nvPr/>
        </p:nvSpPr>
        <p:spPr>
          <a:xfrm>
            <a:off x="320802" y="868016"/>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10" name="TextBox 9">
            <a:extLst>
              <a:ext uri="{FF2B5EF4-FFF2-40B4-BE49-F238E27FC236}">
                <a16:creationId xmlns:a16="http://schemas.microsoft.com/office/drawing/2014/main" id="{7D6420D0-1D17-705D-7301-9B5E13D1A533}"/>
              </a:ext>
            </a:extLst>
          </p:cNvPr>
          <p:cNvSpPr txBox="1"/>
          <p:nvPr/>
        </p:nvSpPr>
        <p:spPr>
          <a:xfrm>
            <a:off x="393224" y="4543187"/>
            <a:ext cx="11165507" cy="1857612"/>
          </a:xfrm>
          <a:prstGeom prst="rect">
            <a:avLst/>
          </a:prstGeom>
          <a:noFill/>
        </p:spPr>
        <p:txBody>
          <a:bodyPr wrap="square" lIns="0" tIns="0" rIns="0" bIns="0" rtlCol="0" anchor="t" anchorCtr="0">
            <a:normAutofit fontScale="80000" lnSpcReduction="10000"/>
          </a:bodyPr>
          <a:lstStyle/>
          <a:p>
            <a:pPr marL="342900" lvl="0" indent="-342900" fontAlgn="t">
              <a:lnSpc>
                <a:spcPct val="100000"/>
              </a:lnSpc>
              <a:buFont typeface="+mj-lt"/>
              <a:buAutoNum type="arabicPeriod" startAt="1"/>
            </a:pPr>
            <a:r>
              <a:rPr lang="en-US" sz="1600"/>
              <a:t>Use </a:t>
            </a:r>
            <a:r>
              <a:rPr lang="en-US" sz="1600" err="1"/>
              <a:t>Houschka</a:t>
            </a:r>
            <a:r>
              <a:rPr lang="en-US" sz="1600"/>
              <a:t> Rounded Alt 16 </a:t>
            </a:r>
            <a:r>
              <a:rPr lang="en-US" sz="1600" err="1"/>
              <a:t>px</a:t>
            </a:r>
            <a:r>
              <a:rPr lang="en-US" sz="1600"/>
              <a:t> for the page heading and Calibri 16 </a:t>
            </a:r>
            <a:r>
              <a:rPr lang="en-US" sz="1600" err="1"/>
              <a:t>px</a:t>
            </a:r>
            <a:r>
              <a:rPr lang="en-US" sz="1600"/>
              <a:t> for the supporting description as per the approved design.</a:t>
            </a:r>
          </a:p>
          <a:p>
            <a:pPr marL="342900" lvl="0" indent="-342900" fontAlgn="t">
              <a:lnSpc>
                <a:spcPct val="100000"/>
              </a:lnSpc>
              <a:buFont typeface="+mj-lt"/>
              <a:buAutoNum type="arabicPeriod" startAt="2"/>
            </a:pPr>
            <a:r>
              <a:rPr lang="en-US" sz="1600">
                <a:highlight>
                  <a:srgbClr val="FFFF00"/>
                </a:highlight>
              </a:rPr>
              <a:t>Update KPI card typography and align the content hierarchy with the proposed design.</a:t>
            </a:r>
          </a:p>
          <a:p>
            <a:pPr marL="342900" lvl="1" indent="0">
              <a:buNone/>
            </a:pPr>
            <a:r>
              <a:rPr lang="en-US" sz="1400" b="1">
                <a:solidFill>
                  <a:srgbClr val="B45F06"/>
                </a:solidFill>
                <a:latin typeface="Calibri"/>
              </a:rPr>
              <a:t>Partially addressed: </a:t>
            </a:r>
            <a:r>
              <a:rPr lang="en-US" sz="1400" i="1">
                <a:solidFill>
                  <a:srgbClr val="3F3F3F"/>
                </a:solidFill>
                <a:latin typeface="Calibri"/>
              </a:rPr>
              <a:t>Issues Summary is restructured into aligned boxes; the other KPI cards keep their current type sizes, since no exact values are specified.</a:t>
            </a:r>
          </a:p>
          <a:p>
            <a:pPr marL="342900" lvl="0" indent="-342900" fontAlgn="t">
              <a:lnSpc>
                <a:spcPct val="100000"/>
              </a:lnSpc>
              <a:buFont typeface="+mj-lt"/>
              <a:buAutoNum type="arabicPeriod" startAt="3"/>
            </a:pPr>
            <a:r>
              <a:rPr lang="en-US" sz="1600"/>
              <a:t>Correct the vertical alignment and spacing within the Issues Summary KPI card.</a:t>
            </a:r>
          </a:p>
          <a:p>
            <a:pPr marL="342900" lvl="0" indent="-342900" fontAlgn="t">
              <a:lnSpc>
                <a:spcPct val="100000"/>
              </a:lnSpc>
              <a:buFont typeface="+mj-lt"/>
              <a:buAutoNum type="arabicPeriod" startAt="4"/>
            </a:pPr>
            <a:r>
              <a:rPr lang="en-US" sz="1600"/>
              <a:t>Apply the approved CTA styles for Refresh and Download actions.</a:t>
            </a:r>
          </a:p>
          <a:p>
            <a:pPr marL="342900" lvl="0" indent="-342900" fontAlgn="t">
              <a:lnSpc>
                <a:spcPct val="100000"/>
              </a:lnSpc>
              <a:buFont typeface="+mj-lt"/>
              <a:buAutoNum type="arabicPeriod" startAt="5"/>
            </a:pPr>
            <a:r>
              <a:rPr lang="en-US" sz="1600"/>
              <a:t>Follow the proposed design for file-level result tabs (Audited, Left).</a:t>
            </a:r>
          </a:p>
          <a:p>
            <a:pPr marL="342900" lvl="0" indent="-342900" fontAlgn="t">
              <a:lnSpc>
                <a:spcPct val="100000"/>
              </a:lnSpc>
              <a:buFont typeface="+mj-lt"/>
              <a:buAutoNum type="arabicPeriod" startAt="6"/>
            </a:pPr>
            <a:r>
              <a:rPr lang="en-US" sz="1600">
                <a:highlight>
                  <a:srgbClr val="FFFF00"/>
                </a:highlight>
              </a:rPr>
              <a:t>Update search, filters, and table components to match the approved design pattern.</a:t>
            </a:r>
          </a:p>
          <a:p>
            <a:pPr marL="342900" lvl="1" indent="0">
              <a:buNone/>
            </a:pPr>
            <a:r>
              <a:rPr lang="en-US" sz="1400" b="1">
                <a:solidFill>
                  <a:srgbClr val="B45F06"/>
                </a:solidFill>
                <a:latin typeface="Calibri"/>
              </a:rPr>
              <a:t>Partially addressed: </a:t>
            </a:r>
            <a:r>
              <a:rPr lang="en-US" sz="1400" i="1">
                <a:solidFill>
                  <a:srgbClr val="3F3F3F"/>
                </a:solidFill>
                <a:latin typeface="Calibri"/>
              </a:rPr>
              <a:t>Search and table are restyled; the Guardrail Status and Sort Issues dropdowns were deliberately left out of this panel (earlier decision).</a:t>
            </a:r>
          </a:p>
          <a:p>
            <a:pPr marL="342900" lvl="0" indent="-342900" fontAlgn="t">
              <a:lnSpc>
                <a:spcPct val="100000"/>
              </a:lnSpc>
              <a:buFont typeface="+mj-lt"/>
              <a:buAutoNum type="arabicPeriod" startAt="7"/>
            </a:pPr>
            <a:r>
              <a:rPr lang="en-US" sz="1600"/>
              <a:t>Ensure View Details actions follow the approved CTA styling and placement.</a:t>
            </a:r>
          </a:p>
        </p:txBody>
      </p:sp>
      <p:sp>
        <p:nvSpPr>
          <p:cNvPr id="22" name="TextBox 21">
            <a:extLst>
              <a:ext uri="{FF2B5EF4-FFF2-40B4-BE49-F238E27FC236}">
                <a16:creationId xmlns:a16="http://schemas.microsoft.com/office/drawing/2014/main" id="{1782F84D-DBFD-15FB-D6E4-4102400B171D}"/>
              </a:ext>
            </a:extLst>
          </p:cNvPr>
          <p:cNvSpPr txBox="1"/>
          <p:nvPr/>
        </p:nvSpPr>
        <p:spPr>
          <a:xfrm>
            <a:off x="2227005" y="512572"/>
            <a:ext cx="1769807" cy="207708"/>
          </a:xfrm>
          <a:prstGeom prst="rect">
            <a:avLst/>
          </a:prstGeom>
          <a:noFill/>
        </p:spPr>
        <p:txBody>
          <a:bodyPr wrap="none" lIns="0" tIns="0" rIns="0" bIns="0" rtlCol="0" anchor="ctr" anchorCtr="0">
            <a:noAutofit/>
          </a:bodyPr>
          <a:lstStyle/>
          <a:p>
            <a:pPr algn="ctr"/>
            <a:r>
              <a:rPr lang="en-US" sz="1200">
                <a:solidFill>
                  <a:schemeClr val="tx1"/>
                </a:solidFill>
              </a:rPr>
              <a:t>Developed Screen</a:t>
            </a:r>
          </a:p>
        </p:txBody>
      </p:sp>
      <p:sp>
        <p:nvSpPr>
          <p:cNvPr id="27" name="TextBox 26">
            <a:extLst>
              <a:ext uri="{FF2B5EF4-FFF2-40B4-BE49-F238E27FC236}">
                <a16:creationId xmlns:a16="http://schemas.microsoft.com/office/drawing/2014/main" id="{4072A3FC-31EB-2320-DE4E-9CA17EA4FCF9}"/>
              </a:ext>
            </a:extLst>
          </p:cNvPr>
          <p:cNvSpPr txBox="1"/>
          <p:nvPr/>
        </p:nvSpPr>
        <p:spPr>
          <a:xfrm>
            <a:off x="8284703" y="512572"/>
            <a:ext cx="1769807" cy="207708"/>
          </a:xfrm>
          <a:prstGeom prst="rect">
            <a:avLst/>
          </a:prstGeom>
          <a:noFill/>
        </p:spPr>
        <p:txBody>
          <a:bodyPr wrap="none" lIns="0" tIns="0" rIns="0" bIns="0" rtlCol="0" anchor="ctr" anchorCtr="0">
            <a:noAutofit/>
          </a:bodyPr>
          <a:lstStyle/>
          <a:p>
            <a:pPr algn="ctr"/>
            <a:r>
              <a:rPr lang="en-US" sz="1200">
                <a:solidFill>
                  <a:srgbClr val="00B050"/>
                </a:solidFill>
              </a:rPr>
              <a:t>Proposed Design</a:t>
            </a:r>
          </a:p>
        </p:txBody>
      </p:sp>
      <p:sp>
        <p:nvSpPr>
          <p:cNvPr id="31" name="Rectangle 30">
            <a:extLst>
              <a:ext uri="{FF2B5EF4-FFF2-40B4-BE49-F238E27FC236}">
                <a16:creationId xmlns:a16="http://schemas.microsoft.com/office/drawing/2014/main" id="{7A34D4A3-5027-964B-9F3D-D4068D9EBA18}"/>
              </a:ext>
            </a:extLst>
          </p:cNvPr>
          <p:cNvSpPr/>
          <p:nvPr/>
        </p:nvSpPr>
        <p:spPr>
          <a:xfrm>
            <a:off x="400014" y="2484811"/>
            <a:ext cx="5586298" cy="262984"/>
          </a:xfrm>
          <a:prstGeom prst="rect">
            <a:avLst/>
          </a:prstGeom>
          <a:noFill/>
          <a:ln>
            <a:solidFill>
              <a:srgbClr val="F0EFA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6" name="Oval 25">
            <a:extLst>
              <a:ext uri="{FF2B5EF4-FFF2-40B4-BE49-F238E27FC236}">
                <a16:creationId xmlns:a16="http://schemas.microsoft.com/office/drawing/2014/main" id="{8E45FB82-E2C1-9F49-22A3-B74108A03539}"/>
              </a:ext>
            </a:extLst>
          </p:cNvPr>
          <p:cNvSpPr/>
          <p:nvPr/>
        </p:nvSpPr>
        <p:spPr>
          <a:xfrm>
            <a:off x="272339" y="2518065"/>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6</a:t>
            </a:r>
          </a:p>
        </p:txBody>
      </p:sp>
    </p:spTree>
    <p:extLst>
      <p:ext uri="{BB962C8B-B14F-4D97-AF65-F5344CB8AC3E}">
        <p14:creationId xmlns:p14="http://schemas.microsoft.com/office/powerpoint/2010/main" val="19376912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46F51-F62D-80DE-A82F-E7F9C306086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8B2E235-C6A2-E5FD-E8F7-9D0BE696DB33}"/>
              </a:ext>
            </a:extLst>
          </p:cNvPr>
          <p:cNvPicPr>
            <a:picLocks noChangeAspect="1"/>
          </p:cNvPicPr>
          <p:nvPr/>
        </p:nvPicPr>
        <p:blipFill>
          <a:blip r:embed="rId2"/>
          <a:stretch>
            <a:fillRect/>
          </a:stretch>
        </p:blipFill>
        <p:spPr>
          <a:xfrm>
            <a:off x="563426" y="778035"/>
            <a:ext cx="5345761" cy="3409286"/>
          </a:xfrm>
          <a:prstGeom prst="rect">
            <a:avLst/>
          </a:prstGeom>
        </p:spPr>
      </p:pic>
      <p:pic>
        <p:nvPicPr>
          <p:cNvPr id="7" name="Picture 6">
            <a:extLst>
              <a:ext uri="{FF2B5EF4-FFF2-40B4-BE49-F238E27FC236}">
                <a16:creationId xmlns:a16="http://schemas.microsoft.com/office/drawing/2014/main" id="{36B17729-46DD-8E8C-0768-A30E918B98AF}"/>
              </a:ext>
            </a:extLst>
          </p:cNvPr>
          <p:cNvPicPr>
            <a:picLocks noChangeAspect="1"/>
          </p:cNvPicPr>
          <p:nvPr/>
        </p:nvPicPr>
        <p:blipFill>
          <a:blip r:embed="rId3"/>
          <a:stretch>
            <a:fillRect/>
          </a:stretch>
        </p:blipFill>
        <p:spPr>
          <a:xfrm>
            <a:off x="6527316" y="778035"/>
            <a:ext cx="5101258" cy="3666686"/>
          </a:xfrm>
          <a:prstGeom prst="rect">
            <a:avLst/>
          </a:prstGeom>
        </p:spPr>
      </p:pic>
      <p:sp>
        <p:nvSpPr>
          <p:cNvPr id="24" name="Title 23">
            <a:extLst>
              <a:ext uri="{FF2B5EF4-FFF2-40B4-BE49-F238E27FC236}">
                <a16:creationId xmlns:a16="http://schemas.microsoft.com/office/drawing/2014/main" id="{D3CC8510-8FBD-5261-D528-1A91FF71E43D}"/>
              </a:ext>
            </a:extLst>
          </p:cNvPr>
          <p:cNvSpPr>
            <a:spLocks noGrp="1"/>
          </p:cNvSpPr>
          <p:nvPr>
            <p:ph type="title"/>
          </p:nvPr>
        </p:nvSpPr>
        <p:spPr/>
        <p:txBody>
          <a:bodyPr/>
          <a:lstStyle/>
          <a:p>
            <a:r>
              <a:rPr lang="en-US" sz="2000"/>
              <a:t>Screen – File Report (User)</a:t>
            </a:r>
          </a:p>
        </p:txBody>
      </p:sp>
      <p:sp>
        <p:nvSpPr>
          <p:cNvPr id="13" name="Oval 12">
            <a:extLst>
              <a:ext uri="{FF2B5EF4-FFF2-40B4-BE49-F238E27FC236}">
                <a16:creationId xmlns:a16="http://schemas.microsoft.com/office/drawing/2014/main" id="{A852FFFB-13D7-CEC3-ED3E-80BB66F8671A}"/>
              </a:ext>
            </a:extLst>
          </p:cNvPr>
          <p:cNvSpPr/>
          <p:nvPr/>
        </p:nvSpPr>
        <p:spPr>
          <a:xfrm>
            <a:off x="5199191" y="993063"/>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16" name="Oval 15">
            <a:extLst>
              <a:ext uri="{FF2B5EF4-FFF2-40B4-BE49-F238E27FC236}">
                <a16:creationId xmlns:a16="http://schemas.microsoft.com/office/drawing/2014/main" id="{49B552C1-D491-74DD-1208-DFF6AFFC3813}"/>
              </a:ext>
            </a:extLst>
          </p:cNvPr>
          <p:cNvSpPr/>
          <p:nvPr/>
        </p:nvSpPr>
        <p:spPr>
          <a:xfrm>
            <a:off x="409786" y="1453588"/>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20" name="Oval 19">
            <a:extLst>
              <a:ext uri="{FF2B5EF4-FFF2-40B4-BE49-F238E27FC236}">
                <a16:creationId xmlns:a16="http://schemas.microsoft.com/office/drawing/2014/main" id="{1AC8CEE3-B7BD-A00A-8C28-91F4C0B5039F}"/>
              </a:ext>
            </a:extLst>
          </p:cNvPr>
          <p:cNvSpPr/>
          <p:nvPr/>
        </p:nvSpPr>
        <p:spPr>
          <a:xfrm>
            <a:off x="634614" y="2302994"/>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
        <p:nvSpPr>
          <p:cNvPr id="23" name="Oval 22">
            <a:extLst>
              <a:ext uri="{FF2B5EF4-FFF2-40B4-BE49-F238E27FC236}">
                <a16:creationId xmlns:a16="http://schemas.microsoft.com/office/drawing/2014/main" id="{95E1014C-F730-216D-4DA3-FD7ED060E083}"/>
              </a:ext>
            </a:extLst>
          </p:cNvPr>
          <p:cNvSpPr/>
          <p:nvPr/>
        </p:nvSpPr>
        <p:spPr>
          <a:xfrm>
            <a:off x="554498" y="2885375"/>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5</a:t>
            </a:r>
          </a:p>
        </p:txBody>
      </p:sp>
      <p:sp>
        <p:nvSpPr>
          <p:cNvPr id="32" name="Oval 31">
            <a:extLst>
              <a:ext uri="{FF2B5EF4-FFF2-40B4-BE49-F238E27FC236}">
                <a16:creationId xmlns:a16="http://schemas.microsoft.com/office/drawing/2014/main" id="{759901AE-DCB3-9BE4-DE4E-DD2FC54082E6}"/>
              </a:ext>
            </a:extLst>
          </p:cNvPr>
          <p:cNvSpPr/>
          <p:nvPr/>
        </p:nvSpPr>
        <p:spPr>
          <a:xfrm>
            <a:off x="545569" y="981691"/>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10" name="TextBox 9">
            <a:extLst>
              <a:ext uri="{FF2B5EF4-FFF2-40B4-BE49-F238E27FC236}">
                <a16:creationId xmlns:a16="http://schemas.microsoft.com/office/drawing/2014/main" id="{B28ABBD0-A53D-518C-63E4-B8B202F494A3}"/>
              </a:ext>
            </a:extLst>
          </p:cNvPr>
          <p:cNvSpPr txBox="1"/>
          <p:nvPr/>
        </p:nvSpPr>
        <p:spPr>
          <a:xfrm>
            <a:off x="393224" y="4513200"/>
            <a:ext cx="11165507" cy="1887599"/>
          </a:xfrm>
          <a:prstGeom prst="rect">
            <a:avLst/>
          </a:prstGeom>
          <a:noFill/>
        </p:spPr>
        <p:txBody>
          <a:bodyPr wrap="square" lIns="0" tIns="0" rIns="0" bIns="0" rtlCol="0" anchor="t" anchorCtr="0">
            <a:normAutofit fontScale="90000"/>
          </a:bodyPr>
          <a:lstStyle/>
          <a:p>
            <a:pPr marL="342900" lvl="0" indent="-342900" fontAlgn="t">
              <a:lnSpc>
                <a:spcPct val="100000"/>
              </a:lnSpc>
              <a:buFont typeface="+mj-lt"/>
              <a:buAutoNum type="arabicPeriod" startAt="1"/>
            </a:pPr>
            <a:r>
              <a:rPr lang="en-US" sz="1600"/>
              <a:t>Use the approved typography for Project and File details, with </a:t>
            </a:r>
            <a:r>
              <a:rPr lang="en-US" sz="1600" err="1"/>
              <a:t>Houschka</a:t>
            </a:r>
            <a:r>
              <a:rPr lang="en-US" sz="1600"/>
              <a:t> Rounded Alt 16 </a:t>
            </a:r>
            <a:r>
              <a:rPr lang="en-US" sz="1600" err="1"/>
              <a:t>px</a:t>
            </a:r>
            <a:r>
              <a:rPr lang="en-US" sz="1600"/>
              <a:t> for headings and Calibri 16 </a:t>
            </a:r>
            <a:r>
              <a:rPr lang="en-US" sz="1600" err="1"/>
              <a:t>px</a:t>
            </a:r>
            <a:r>
              <a:rPr lang="en-US" sz="1600"/>
              <a:t> for supporting content.</a:t>
            </a:r>
          </a:p>
          <a:p>
            <a:pPr marL="342900" lvl="0" indent="-342900" fontAlgn="t">
              <a:lnSpc>
                <a:spcPct val="100000"/>
              </a:lnSpc>
              <a:buFont typeface="+mj-lt"/>
              <a:buAutoNum type="arabicPeriod" startAt="2"/>
            </a:pPr>
            <a:r>
              <a:rPr lang="en-US" sz="1600"/>
              <a:t>Apply the approved styling and placement for the Open File CTA.</a:t>
            </a:r>
          </a:p>
          <a:p>
            <a:pPr marL="342900" lvl="0" indent="-342900" fontAlgn="t">
              <a:lnSpc>
                <a:spcPct val="100000"/>
              </a:lnSpc>
              <a:buFont typeface="+mj-lt"/>
              <a:buAutoNum type="arabicPeriod" startAt="3"/>
            </a:pPr>
            <a:r>
              <a:rPr lang="en-US" sz="1600"/>
              <a:t>Align KPI card typography Calibri 16 </a:t>
            </a:r>
            <a:r>
              <a:rPr lang="en-US" sz="1600" err="1"/>
              <a:t>px</a:t>
            </a:r>
            <a:r>
              <a:rPr lang="en-US" sz="1600"/>
              <a:t> and Calibri bold 20 </a:t>
            </a:r>
            <a:r>
              <a:rPr lang="en-US" sz="1600" err="1"/>
              <a:t>px</a:t>
            </a:r>
            <a:r>
              <a:rPr lang="en-US" sz="1600"/>
              <a:t> for numbers, and content hierarchy with the proposed design.</a:t>
            </a:r>
          </a:p>
          <a:p>
            <a:pPr marL="342900" lvl="0" indent="-342900" fontAlgn="t">
              <a:lnSpc>
                <a:spcPct val="100000"/>
              </a:lnSpc>
              <a:buFont typeface="+mj-lt"/>
              <a:buAutoNum type="arabicPeriod" startAt="4"/>
            </a:pPr>
            <a:r>
              <a:rPr lang="en-US" sz="1600">
                <a:highlight>
                  <a:srgbClr val="FFFF00"/>
                </a:highlight>
              </a:rPr>
              <a:t>Follow the approved issue card design for severity indicators, metadata, and content structure.</a:t>
            </a:r>
          </a:p>
          <a:p>
            <a:pPr marL="342900" lvl="1" indent="0">
              <a:buNone/>
            </a:pPr>
            <a:r>
              <a:rPr lang="en-US" sz="1400" b="1">
                <a:solidFill>
                  <a:srgbClr val="B45F06"/>
                </a:solidFill>
                <a:latin typeface="Calibri"/>
              </a:rPr>
              <a:t>Partially addressed: </a:t>
            </a:r>
            <a:r>
              <a:rPr lang="en-US" sz="1400" i="1">
                <a:solidFill>
                  <a:srgbClr val="3F3F3F"/>
                </a:solidFill>
                <a:latin typeface="Calibri"/>
              </a:rPr>
              <a:t>Severity, criterion, level and recommendation follow the card design; guardrail status pills are deliberately not shown in this panel.</a:t>
            </a:r>
          </a:p>
          <a:p>
            <a:pPr marL="342900" lvl="0" indent="-342900" fontAlgn="t">
              <a:lnSpc>
                <a:spcPct val="100000"/>
              </a:lnSpc>
              <a:buFont typeface="+mj-lt"/>
              <a:buAutoNum type="arabicPeriod" startAt="5"/>
            </a:pPr>
            <a:r>
              <a:rPr lang="en-US" sz="1600">
                <a:highlight>
                  <a:srgbClr val="FFFF00"/>
                </a:highlight>
              </a:rPr>
              <a:t>Maintain consistent typography and visual treatment for recommendations, code snippets, and guardrail information across all issue types.</a:t>
            </a:r>
          </a:p>
          <a:p>
            <a:pPr marL="342900" lvl="1" indent="0">
              <a:buNone/>
            </a:pPr>
            <a:r>
              <a:rPr lang="en-US" sz="1400" b="1">
                <a:solidFill>
                  <a:srgbClr val="595959"/>
                </a:solidFill>
                <a:latin typeface="Calibri"/>
              </a:rPr>
              <a:t>Declined: </a:t>
            </a:r>
            <a:r>
              <a:rPr lang="en-US" sz="1400" i="1">
                <a:solidFill>
                  <a:srgbClr val="3F3F3F"/>
                </a:solidFill>
                <a:latin typeface="Calibri"/>
              </a:rPr>
              <a:t>Guardrail information was deliberately removed from this panel (it stays in exports), so it is not shown here.</a:t>
            </a:r>
          </a:p>
          <a:p>
            <a:pPr marL="342900" lvl="0" indent="-342900" fontAlgn="t">
              <a:lnSpc>
                <a:spcPct val="100000"/>
              </a:lnSpc>
              <a:buFont typeface="+mj-lt"/>
              <a:buAutoNum type="arabicPeriod" startAt="6"/>
            </a:pPr>
            <a:r>
              <a:rPr lang="en-US" sz="1600"/>
              <a:t>Check the back icon 16 </a:t>
            </a:r>
            <a:r>
              <a:rPr lang="en-US" sz="1600" err="1"/>
              <a:t>px</a:t>
            </a:r>
            <a:r>
              <a:rPr lang="en-US" sz="1600"/>
              <a:t> with icon container 32 </a:t>
            </a:r>
            <a:r>
              <a:rPr lang="en-US" sz="1600" err="1"/>
              <a:t>px</a:t>
            </a:r>
            <a:r>
              <a:rPr lang="en-US" sz="1600"/>
              <a:t>.</a:t>
            </a:r>
          </a:p>
        </p:txBody>
      </p:sp>
      <p:sp>
        <p:nvSpPr>
          <p:cNvPr id="9" name="TextBox 8">
            <a:extLst>
              <a:ext uri="{FF2B5EF4-FFF2-40B4-BE49-F238E27FC236}">
                <a16:creationId xmlns:a16="http://schemas.microsoft.com/office/drawing/2014/main" id="{40B1DF92-31AA-9EFD-2941-918C0E298D36}"/>
              </a:ext>
            </a:extLst>
          </p:cNvPr>
          <p:cNvSpPr txBox="1"/>
          <p:nvPr/>
        </p:nvSpPr>
        <p:spPr>
          <a:xfrm>
            <a:off x="2227005" y="512572"/>
            <a:ext cx="1769807" cy="207708"/>
          </a:xfrm>
          <a:prstGeom prst="rect">
            <a:avLst/>
          </a:prstGeom>
          <a:noFill/>
        </p:spPr>
        <p:txBody>
          <a:bodyPr wrap="none" lIns="0" tIns="0" rIns="0" bIns="0" rtlCol="0" anchor="ctr" anchorCtr="0">
            <a:noAutofit/>
          </a:bodyPr>
          <a:lstStyle/>
          <a:p>
            <a:pPr algn="ctr"/>
            <a:r>
              <a:rPr lang="en-US" sz="1200">
                <a:solidFill>
                  <a:schemeClr val="tx1"/>
                </a:solidFill>
              </a:rPr>
              <a:t>Developed Screen</a:t>
            </a:r>
          </a:p>
        </p:txBody>
      </p:sp>
      <p:sp>
        <p:nvSpPr>
          <p:cNvPr id="12" name="TextBox 11">
            <a:extLst>
              <a:ext uri="{FF2B5EF4-FFF2-40B4-BE49-F238E27FC236}">
                <a16:creationId xmlns:a16="http://schemas.microsoft.com/office/drawing/2014/main" id="{DC31C6A5-97D8-A281-5188-C5D42D3295A4}"/>
              </a:ext>
            </a:extLst>
          </p:cNvPr>
          <p:cNvSpPr txBox="1"/>
          <p:nvPr/>
        </p:nvSpPr>
        <p:spPr>
          <a:xfrm>
            <a:off x="8284703" y="512572"/>
            <a:ext cx="1769807" cy="207708"/>
          </a:xfrm>
          <a:prstGeom prst="rect">
            <a:avLst/>
          </a:prstGeom>
          <a:noFill/>
        </p:spPr>
        <p:txBody>
          <a:bodyPr wrap="none" lIns="0" tIns="0" rIns="0" bIns="0" rtlCol="0" anchor="ctr" anchorCtr="0">
            <a:noAutofit/>
          </a:bodyPr>
          <a:lstStyle/>
          <a:p>
            <a:pPr algn="ctr"/>
            <a:r>
              <a:rPr lang="en-US" sz="1200">
                <a:solidFill>
                  <a:srgbClr val="00B050"/>
                </a:solidFill>
              </a:rPr>
              <a:t>Proposed Design</a:t>
            </a:r>
          </a:p>
        </p:txBody>
      </p:sp>
      <p:sp>
        <p:nvSpPr>
          <p:cNvPr id="14" name="Oval 13">
            <a:extLst>
              <a:ext uri="{FF2B5EF4-FFF2-40B4-BE49-F238E27FC236}">
                <a16:creationId xmlns:a16="http://schemas.microsoft.com/office/drawing/2014/main" id="{BF81BDA3-3D59-57A2-1296-2948E54C8089}"/>
              </a:ext>
            </a:extLst>
          </p:cNvPr>
          <p:cNvSpPr/>
          <p:nvPr/>
        </p:nvSpPr>
        <p:spPr>
          <a:xfrm>
            <a:off x="400857" y="638682"/>
            <a:ext cx="289424" cy="27870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6</a:t>
            </a:r>
          </a:p>
        </p:txBody>
      </p:sp>
    </p:spTree>
    <p:extLst>
      <p:ext uri="{BB962C8B-B14F-4D97-AF65-F5344CB8AC3E}">
        <p14:creationId xmlns:p14="http://schemas.microsoft.com/office/powerpoint/2010/main" val="2764217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0E2B5-DE12-C1DF-E15D-C692AD4DAA63}"/>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CD75B3CC-57A2-7CE7-7AAD-E48EFE1201B5}"/>
              </a:ext>
            </a:extLst>
          </p:cNvPr>
          <p:cNvSpPr>
            <a:spLocks noGrp="1"/>
          </p:cNvSpPr>
          <p:nvPr>
            <p:ph type="title"/>
          </p:nvPr>
        </p:nvSpPr>
        <p:spPr/>
        <p:txBody>
          <a:bodyPr/>
          <a:lstStyle/>
          <a:p>
            <a:r>
              <a:rPr lang="en-US" sz="2000"/>
              <a:t>Screen – Testing agent management (Admin)</a:t>
            </a:r>
          </a:p>
        </p:txBody>
      </p:sp>
      <p:sp>
        <p:nvSpPr>
          <p:cNvPr id="2" name="TextBox 1">
            <a:extLst>
              <a:ext uri="{FF2B5EF4-FFF2-40B4-BE49-F238E27FC236}">
                <a16:creationId xmlns:a16="http://schemas.microsoft.com/office/drawing/2014/main" id="{64E2DE44-AF7D-198A-075F-B3D83F68516A}"/>
              </a:ext>
            </a:extLst>
          </p:cNvPr>
          <p:cNvSpPr txBox="1"/>
          <p:nvPr/>
        </p:nvSpPr>
        <p:spPr>
          <a:xfrm>
            <a:off x="269408" y="5247405"/>
            <a:ext cx="11165507" cy="881112"/>
          </a:xfrm>
          <a:prstGeom prst="rect">
            <a:avLst/>
          </a:prstGeom>
          <a:noFill/>
        </p:spPr>
        <p:txBody>
          <a:bodyPr wrap="square" lIns="0" tIns="0" rIns="0" bIns="0" rtlCol="0" anchor="t" anchorCtr="0">
            <a:noAutofit/>
          </a:bodyPr>
          <a:lstStyle/>
          <a:p>
            <a:r>
              <a:rPr lang="en-US" sz="1600" b="1">
                <a:solidFill>
                  <a:schemeClr val="tx1"/>
                </a:solidFill>
              </a:rPr>
              <a:t>Comments</a:t>
            </a:r>
            <a:r>
              <a:rPr lang="en-US" sz="1600"/>
              <a:t>:</a:t>
            </a:r>
            <a:endParaRPr lang="en-US" sz="1600">
              <a:solidFill>
                <a:schemeClr val="tx1"/>
              </a:solidFill>
            </a:endParaRPr>
          </a:p>
          <a:p>
            <a:pPr marL="285750" indent="-285750">
              <a:buFont typeface="Arial" panose="020B0604020202020204" pitchFamily="34" charset="0"/>
              <a:buChar char="•"/>
            </a:pPr>
            <a:r>
              <a:rPr lang="en-US" sz="1400"/>
              <a:t>Review the purpose of the new tab and confirm what user task it supports before adding it to the navigation. </a:t>
            </a:r>
          </a:p>
          <a:p>
            <a:pPr marL="285750" indent="-285750">
              <a:buFont typeface="Arial" panose="020B0604020202020204" pitchFamily="34" charset="0"/>
              <a:buChar char="•"/>
            </a:pPr>
            <a:r>
              <a:rPr lang="en-US" sz="1400"/>
              <a:t>Place the new tab based on usability hierarchy, not just availability in the developed screen.</a:t>
            </a:r>
            <a:endParaRPr lang="en-US" sz="1600">
              <a:solidFill>
                <a:schemeClr val="tx1"/>
              </a:solidFill>
            </a:endParaRPr>
          </a:p>
        </p:txBody>
      </p:sp>
      <p:sp>
        <p:nvSpPr>
          <p:cNvPr id="4" name="TextBox 3">
            <a:extLst>
              <a:ext uri="{FF2B5EF4-FFF2-40B4-BE49-F238E27FC236}">
                <a16:creationId xmlns:a16="http://schemas.microsoft.com/office/drawing/2014/main" id="{71B2738C-1616-A471-D075-55912BB6295E}"/>
              </a:ext>
            </a:extLst>
          </p:cNvPr>
          <p:cNvSpPr txBox="1"/>
          <p:nvPr/>
        </p:nvSpPr>
        <p:spPr>
          <a:xfrm>
            <a:off x="2227005" y="512572"/>
            <a:ext cx="1769807" cy="207708"/>
          </a:xfrm>
          <a:prstGeom prst="rect">
            <a:avLst/>
          </a:prstGeom>
          <a:noFill/>
        </p:spPr>
        <p:txBody>
          <a:bodyPr wrap="none" lIns="0" tIns="0" rIns="0" bIns="0" rtlCol="0" anchor="ctr" anchorCtr="0">
            <a:noAutofit/>
          </a:bodyPr>
          <a:lstStyle/>
          <a:p>
            <a:pPr algn="ctr"/>
            <a:r>
              <a:rPr lang="en-US" sz="1200">
                <a:solidFill>
                  <a:schemeClr val="tx1"/>
                </a:solidFill>
              </a:rPr>
              <a:t>Developed Screen</a:t>
            </a:r>
          </a:p>
        </p:txBody>
      </p:sp>
      <p:pic>
        <p:nvPicPr>
          <p:cNvPr id="6" name="Picture 5">
            <a:extLst>
              <a:ext uri="{FF2B5EF4-FFF2-40B4-BE49-F238E27FC236}">
                <a16:creationId xmlns:a16="http://schemas.microsoft.com/office/drawing/2014/main" id="{5AFCE792-A54E-EB7D-E907-E65DEE6BAADE}"/>
              </a:ext>
            </a:extLst>
          </p:cNvPr>
          <p:cNvPicPr>
            <a:picLocks noChangeAspect="1"/>
          </p:cNvPicPr>
          <p:nvPr/>
        </p:nvPicPr>
        <p:blipFill>
          <a:blip r:embed="rId2"/>
          <a:stretch>
            <a:fillRect/>
          </a:stretch>
        </p:blipFill>
        <p:spPr>
          <a:xfrm>
            <a:off x="1737362" y="512571"/>
            <a:ext cx="8717276" cy="4590421"/>
          </a:xfrm>
          <a:prstGeom prst="rect">
            <a:avLst/>
          </a:prstGeom>
        </p:spPr>
      </p:pic>
    </p:spTree>
    <p:extLst>
      <p:ext uri="{BB962C8B-B14F-4D97-AF65-F5344CB8AC3E}">
        <p14:creationId xmlns:p14="http://schemas.microsoft.com/office/powerpoint/2010/main" val="27702566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149DB-BAA6-E706-F20B-80588CDEB453}"/>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7B23323C-6F75-66FE-0867-52638D7E211E}"/>
              </a:ext>
            </a:extLst>
          </p:cNvPr>
          <p:cNvSpPr>
            <a:spLocks noGrp="1"/>
          </p:cNvSpPr>
          <p:nvPr>
            <p:ph type="title"/>
          </p:nvPr>
        </p:nvSpPr>
        <p:spPr/>
        <p:txBody>
          <a:bodyPr/>
          <a:lstStyle/>
          <a:p>
            <a:r>
              <a:rPr lang="en-US" sz="2000"/>
              <a:t>Screen – Test Runs (Admin)</a:t>
            </a:r>
          </a:p>
        </p:txBody>
      </p:sp>
      <p:sp>
        <p:nvSpPr>
          <p:cNvPr id="4" name="TextBox 3">
            <a:extLst>
              <a:ext uri="{FF2B5EF4-FFF2-40B4-BE49-F238E27FC236}">
                <a16:creationId xmlns:a16="http://schemas.microsoft.com/office/drawing/2014/main" id="{1E9AA709-F72B-ED1D-94BA-2F992E03AE57}"/>
              </a:ext>
            </a:extLst>
          </p:cNvPr>
          <p:cNvSpPr txBox="1"/>
          <p:nvPr/>
        </p:nvSpPr>
        <p:spPr>
          <a:xfrm>
            <a:off x="2227005" y="512572"/>
            <a:ext cx="1769807" cy="207708"/>
          </a:xfrm>
          <a:prstGeom prst="rect">
            <a:avLst/>
          </a:prstGeom>
          <a:noFill/>
        </p:spPr>
        <p:txBody>
          <a:bodyPr wrap="none" lIns="0" tIns="0" rIns="0" bIns="0" rtlCol="0" anchor="ctr" anchorCtr="0">
            <a:noAutofit/>
          </a:bodyPr>
          <a:lstStyle/>
          <a:p>
            <a:pPr algn="ctr"/>
            <a:r>
              <a:rPr lang="en-US" sz="1200">
                <a:solidFill>
                  <a:schemeClr val="tx1"/>
                </a:solidFill>
              </a:rPr>
              <a:t>Developed Screen</a:t>
            </a:r>
          </a:p>
        </p:txBody>
      </p:sp>
      <p:pic>
        <p:nvPicPr>
          <p:cNvPr id="5" name="Picture 4">
            <a:extLst>
              <a:ext uri="{FF2B5EF4-FFF2-40B4-BE49-F238E27FC236}">
                <a16:creationId xmlns:a16="http://schemas.microsoft.com/office/drawing/2014/main" id="{7FDAE0C7-F627-3C21-4CCF-DFAB13D819A4}"/>
              </a:ext>
            </a:extLst>
          </p:cNvPr>
          <p:cNvPicPr>
            <a:picLocks noChangeAspect="1"/>
          </p:cNvPicPr>
          <p:nvPr/>
        </p:nvPicPr>
        <p:blipFill>
          <a:blip r:embed="rId2"/>
          <a:stretch>
            <a:fillRect/>
          </a:stretch>
        </p:blipFill>
        <p:spPr>
          <a:xfrm>
            <a:off x="1480597" y="512572"/>
            <a:ext cx="9230806" cy="4680828"/>
          </a:xfrm>
          <a:prstGeom prst="rect">
            <a:avLst/>
          </a:prstGeom>
        </p:spPr>
      </p:pic>
      <p:sp>
        <p:nvSpPr>
          <p:cNvPr id="8" name="TextBox 7">
            <a:extLst>
              <a:ext uri="{FF2B5EF4-FFF2-40B4-BE49-F238E27FC236}">
                <a16:creationId xmlns:a16="http://schemas.microsoft.com/office/drawing/2014/main" id="{170DC253-498A-3BFD-2E52-942F36803F8A}"/>
              </a:ext>
            </a:extLst>
          </p:cNvPr>
          <p:cNvSpPr txBox="1"/>
          <p:nvPr/>
        </p:nvSpPr>
        <p:spPr>
          <a:xfrm>
            <a:off x="269408" y="5352539"/>
            <a:ext cx="11165507" cy="851615"/>
          </a:xfrm>
          <a:prstGeom prst="rect">
            <a:avLst/>
          </a:prstGeom>
          <a:noFill/>
        </p:spPr>
        <p:txBody>
          <a:bodyPr wrap="square" lIns="0" tIns="0" rIns="0" bIns="0" rtlCol="0" anchor="t" anchorCtr="0">
            <a:noAutofit/>
          </a:bodyPr>
          <a:lstStyle/>
          <a:p>
            <a:r>
              <a:rPr lang="en-US" sz="1600" b="1">
                <a:solidFill>
                  <a:schemeClr val="tx1"/>
                </a:solidFill>
              </a:rPr>
              <a:t>Comments</a:t>
            </a:r>
            <a:r>
              <a:rPr lang="en-US" sz="1600"/>
              <a:t>:</a:t>
            </a:r>
            <a:endParaRPr lang="en-US" sz="1600">
              <a:solidFill>
                <a:schemeClr val="tx1"/>
              </a:solidFill>
            </a:endParaRPr>
          </a:p>
          <a:p>
            <a:pPr marL="285750" indent="-285750">
              <a:buFont typeface="Arial" panose="020B0604020202020204" pitchFamily="34" charset="0"/>
              <a:buChar char="•"/>
            </a:pPr>
            <a:r>
              <a:rPr lang="en-US" sz="1400"/>
              <a:t>Review the purpose of the new tab and confirm what user task it supports before adding it to the navigation. </a:t>
            </a:r>
          </a:p>
          <a:p>
            <a:pPr marL="285750" indent="-285750">
              <a:buFont typeface="Arial" panose="020B0604020202020204" pitchFamily="34" charset="0"/>
              <a:buChar char="•"/>
            </a:pPr>
            <a:r>
              <a:rPr lang="en-US" sz="1400"/>
              <a:t>Place the new tab based on usability hierarchy, not just availability in the developed screen.</a:t>
            </a:r>
            <a:endParaRPr lang="en-US" sz="1600">
              <a:solidFill>
                <a:schemeClr val="tx1"/>
              </a:solidFill>
            </a:endParaRPr>
          </a:p>
        </p:txBody>
      </p:sp>
    </p:spTree>
    <p:extLst>
      <p:ext uri="{BB962C8B-B14F-4D97-AF65-F5344CB8AC3E}">
        <p14:creationId xmlns:p14="http://schemas.microsoft.com/office/powerpoint/2010/main" val="2503901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E01BD-B047-D125-620D-18E5253B9CDD}"/>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6ABC59CD-AEF2-349D-A214-E4B3B90CF2A7}"/>
              </a:ext>
            </a:extLst>
          </p:cNvPr>
          <p:cNvSpPr>
            <a:spLocks noGrp="1"/>
          </p:cNvSpPr>
          <p:nvPr>
            <p:ph type="title"/>
          </p:nvPr>
        </p:nvSpPr>
        <p:spPr/>
        <p:txBody>
          <a:bodyPr/>
          <a:lstStyle/>
          <a:p>
            <a:r>
              <a:rPr lang="en-US" sz="2000"/>
              <a:t>Screen – License Management (Admin)</a:t>
            </a:r>
          </a:p>
        </p:txBody>
      </p:sp>
      <p:sp>
        <p:nvSpPr>
          <p:cNvPr id="4" name="TextBox 3">
            <a:extLst>
              <a:ext uri="{FF2B5EF4-FFF2-40B4-BE49-F238E27FC236}">
                <a16:creationId xmlns:a16="http://schemas.microsoft.com/office/drawing/2014/main" id="{8B9EC822-3BCA-78FC-64B8-DB4AAB32706D}"/>
              </a:ext>
            </a:extLst>
          </p:cNvPr>
          <p:cNvSpPr txBox="1"/>
          <p:nvPr/>
        </p:nvSpPr>
        <p:spPr>
          <a:xfrm>
            <a:off x="2227005" y="512572"/>
            <a:ext cx="1769807" cy="207708"/>
          </a:xfrm>
          <a:prstGeom prst="rect">
            <a:avLst/>
          </a:prstGeom>
          <a:noFill/>
        </p:spPr>
        <p:txBody>
          <a:bodyPr wrap="none" lIns="0" tIns="0" rIns="0" bIns="0" rtlCol="0" anchor="ctr" anchorCtr="0">
            <a:noAutofit/>
          </a:bodyPr>
          <a:lstStyle/>
          <a:p>
            <a:pPr algn="ctr"/>
            <a:r>
              <a:rPr lang="en-US" sz="1200">
                <a:solidFill>
                  <a:schemeClr val="tx1"/>
                </a:solidFill>
              </a:rPr>
              <a:t>Developed Screen</a:t>
            </a:r>
          </a:p>
        </p:txBody>
      </p:sp>
      <p:pic>
        <p:nvPicPr>
          <p:cNvPr id="6" name="Picture 5">
            <a:extLst>
              <a:ext uri="{FF2B5EF4-FFF2-40B4-BE49-F238E27FC236}">
                <a16:creationId xmlns:a16="http://schemas.microsoft.com/office/drawing/2014/main" id="{FCC40EFC-C62F-3867-A4FE-6AF9E656AD76}"/>
              </a:ext>
            </a:extLst>
          </p:cNvPr>
          <p:cNvPicPr>
            <a:picLocks noChangeAspect="1"/>
          </p:cNvPicPr>
          <p:nvPr/>
        </p:nvPicPr>
        <p:blipFill>
          <a:blip r:embed="rId2"/>
          <a:stretch>
            <a:fillRect/>
          </a:stretch>
        </p:blipFill>
        <p:spPr>
          <a:xfrm>
            <a:off x="1043062" y="512572"/>
            <a:ext cx="10105876" cy="4635367"/>
          </a:xfrm>
          <a:prstGeom prst="rect">
            <a:avLst/>
          </a:prstGeom>
        </p:spPr>
      </p:pic>
      <p:sp>
        <p:nvSpPr>
          <p:cNvPr id="8" name="TextBox 7">
            <a:extLst>
              <a:ext uri="{FF2B5EF4-FFF2-40B4-BE49-F238E27FC236}">
                <a16:creationId xmlns:a16="http://schemas.microsoft.com/office/drawing/2014/main" id="{A01B2BAA-69C9-1AA4-8C47-6D6ED606F756}"/>
              </a:ext>
            </a:extLst>
          </p:cNvPr>
          <p:cNvSpPr txBox="1"/>
          <p:nvPr/>
        </p:nvSpPr>
        <p:spPr>
          <a:xfrm>
            <a:off x="269408" y="5323043"/>
            <a:ext cx="11165507" cy="1077757"/>
          </a:xfrm>
          <a:prstGeom prst="rect">
            <a:avLst/>
          </a:prstGeom>
          <a:noFill/>
        </p:spPr>
        <p:txBody>
          <a:bodyPr wrap="square" lIns="0" tIns="0" rIns="0" bIns="0" rtlCol="0" anchor="t" anchorCtr="0">
            <a:normAutofit fontScale="77500" lnSpcReduction="10000"/>
          </a:bodyPr>
          <a:lstStyle/>
          <a:p>
            <a:r>
              <a:rPr lang="en-US" sz="1600" b="1">
                <a:solidFill>
                  <a:schemeClr val="tx1"/>
                </a:solidFill>
              </a:rPr>
              <a:t>Comments</a:t>
            </a:r>
            <a:r>
              <a:rPr lang="en-US" sz="1600"/>
              <a:t>:</a:t>
            </a:r>
            <a:endParaRPr lang="en-US" sz="1600">
              <a:solidFill>
                <a:schemeClr val="tx1"/>
              </a:solidFill>
            </a:endParaRPr>
          </a:p>
          <a:p>
            <a:pPr marL="285750" indent="-285750">
              <a:buFont typeface="Arial" panose="020B0604020202020204" pitchFamily="34" charset="0"/>
              <a:buChar char="•"/>
            </a:pPr>
            <a:r>
              <a:rPr lang="en-US" sz="1400">
                <a:highlight>
                  <a:srgbClr val="FFFF00"/>
                </a:highlight>
              </a:rPr>
              <a:t>Review the purpose of the new tab and confirm what user task it supports before adding it to the navigation. </a:t>
            </a:r>
          </a:p>
          <a:p>
            <a:pPr marL="285750" lvl="1" indent="0">
              <a:buNone/>
            </a:pPr>
            <a:r>
              <a:rPr lang="en-US" sz="1200" b="1">
                <a:solidFill>
                  <a:srgbClr val="1F4E79"/>
                </a:solidFill>
                <a:latin typeface="Calibri"/>
              </a:rPr>
              <a:t>Needs decision: </a:t>
            </a:r>
            <a:r>
              <a:rPr lang="en-US" sz="1200" i="1">
                <a:solidFill>
                  <a:srgbClr val="3F3F3F"/>
                </a:solidFill>
                <a:latin typeface="Calibri"/>
              </a:rPr>
              <a:t>License is an admin-only screen for the server licence (seats and credits). Confirm it belongs in the main navigation.</a:t>
            </a:r>
          </a:p>
          <a:p>
            <a:pPr marL="285750" indent="-285750">
              <a:buFont typeface="Arial" panose="020B0604020202020204" pitchFamily="34" charset="0"/>
              <a:buChar char="•"/>
            </a:pPr>
            <a:r>
              <a:rPr lang="en-US" sz="1400">
                <a:highlight>
                  <a:srgbClr val="FFFF00"/>
                </a:highlight>
              </a:rPr>
              <a:t>Place the new tab based on usability hierarchy, not just availability in the developed screen.</a:t>
            </a:r>
          </a:p>
          <a:p>
            <a:pPr marL="285750" lvl="1" indent="0">
              <a:buNone/>
            </a:pPr>
            <a:r>
              <a:rPr lang="en-US" sz="1200" b="1">
                <a:solidFill>
                  <a:srgbClr val="1F4E79"/>
                </a:solidFill>
                <a:latin typeface="Calibri"/>
              </a:rPr>
              <a:t>Needs decision: </a:t>
            </a:r>
            <a:r>
              <a:rPr lang="en-US" sz="1200" i="1">
                <a:solidFill>
                  <a:srgbClr val="3F3F3F"/>
                </a:solidFill>
                <a:latin typeface="Calibri"/>
              </a:rPr>
              <a:t>Placement: it currently sits below a divider at the bottom of the admin navigation.</a:t>
            </a:r>
          </a:p>
          <a:p>
            <a:pPr marL="285750" indent="-285750">
              <a:buFont typeface="Arial" panose="020B0604020202020204" pitchFamily="34" charset="0"/>
              <a:buChar char="•"/>
            </a:pPr>
            <a:r>
              <a:rPr lang="en-US" sz="1400"/>
              <a:t>Maintain consistency in design from the proposed screens</a:t>
            </a:r>
            <a:endParaRPr lang="en-US" sz="1600">
              <a:solidFill>
                <a:schemeClr val="tx1"/>
              </a:solidFill>
            </a:endParaRPr>
          </a:p>
        </p:txBody>
      </p:sp>
    </p:spTree>
    <p:extLst>
      <p:ext uri="{BB962C8B-B14F-4D97-AF65-F5344CB8AC3E}">
        <p14:creationId xmlns:p14="http://schemas.microsoft.com/office/powerpoint/2010/main" val="37405138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8A5C1-2717-CF7F-6983-F9FDFA0E6372}"/>
            </a:ext>
          </a:extLst>
        </p:cNvPr>
        <p:cNvGrpSpPr/>
        <p:nvPr/>
      </p:nvGrpSpPr>
      <p:grpSpPr>
        <a:xfrm>
          <a:off x="0" y="0"/>
          <a:ext cx="0" cy="0"/>
          <a:chOff x="0" y="0"/>
          <a:chExt cx="0" cy="0"/>
        </a:xfrm>
      </p:grpSpPr>
      <p:sp>
        <p:nvSpPr>
          <p:cNvPr id="24" name="Title 23">
            <a:extLst>
              <a:ext uri="{FF2B5EF4-FFF2-40B4-BE49-F238E27FC236}">
                <a16:creationId xmlns:a16="http://schemas.microsoft.com/office/drawing/2014/main" id="{D41C27E6-BE38-6B32-FD51-3D82950D6DD4}"/>
              </a:ext>
            </a:extLst>
          </p:cNvPr>
          <p:cNvSpPr>
            <a:spLocks noGrp="1"/>
          </p:cNvSpPr>
          <p:nvPr>
            <p:ph type="title"/>
          </p:nvPr>
        </p:nvSpPr>
        <p:spPr/>
        <p:txBody>
          <a:bodyPr/>
          <a:lstStyle/>
          <a:p>
            <a:r>
              <a:rPr lang="en-US" sz="2000"/>
              <a:t>Screen – VPAT Reports (Manager)</a:t>
            </a:r>
          </a:p>
        </p:txBody>
      </p:sp>
      <p:sp>
        <p:nvSpPr>
          <p:cNvPr id="2" name="TextBox 1">
            <a:extLst>
              <a:ext uri="{FF2B5EF4-FFF2-40B4-BE49-F238E27FC236}">
                <a16:creationId xmlns:a16="http://schemas.microsoft.com/office/drawing/2014/main" id="{2C4640F1-CC7A-BAE6-FAB7-F3129E179808}"/>
              </a:ext>
            </a:extLst>
          </p:cNvPr>
          <p:cNvSpPr txBox="1"/>
          <p:nvPr/>
        </p:nvSpPr>
        <p:spPr>
          <a:xfrm>
            <a:off x="269408" y="5224720"/>
            <a:ext cx="11165507" cy="1176080"/>
          </a:xfrm>
          <a:prstGeom prst="rect">
            <a:avLst/>
          </a:prstGeom>
          <a:noFill/>
        </p:spPr>
        <p:txBody>
          <a:bodyPr wrap="square" lIns="0" tIns="0" rIns="0" bIns="0" rtlCol="0" anchor="t" anchorCtr="0">
            <a:normAutofit fontScale="72500" lnSpcReduction="10000"/>
          </a:bodyPr>
          <a:lstStyle/>
          <a:p>
            <a:r>
              <a:rPr lang="en-US" sz="1600" b="1">
                <a:solidFill>
                  <a:schemeClr val="tx1"/>
                </a:solidFill>
              </a:rPr>
              <a:t>Comments</a:t>
            </a:r>
            <a:r>
              <a:rPr lang="en-US" sz="1600"/>
              <a:t>:</a:t>
            </a:r>
            <a:endParaRPr lang="en-US" sz="1600">
              <a:solidFill>
                <a:schemeClr val="tx1"/>
              </a:solidFill>
            </a:endParaRPr>
          </a:p>
          <a:p>
            <a:pPr marL="285750" indent="-285750">
              <a:buFont typeface="Arial" panose="020B0604020202020204" pitchFamily="34" charset="0"/>
              <a:buChar char="•"/>
            </a:pPr>
            <a:r>
              <a:rPr lang="en-US" sz="1400">
                <a:highlight>
                  <a:srgbClr val="FFFF00"/>
                </a:highlight>
              </a:rPr>
              <a:t>Understand the Manager role, responsibilities, and key user journeys before finalizing the screens.</a:t>
            </a:r>
          </a:p>
          <a:p>
            <a:pPr marL="285750" lvl="1" indent="0">
              <a:buNone/>
            </a:pPr>
            <a:r>
              <a:rPr lang="en-US" sz="1200" b="1">
                <a:solidFill>
                  <a:srgbClr val="1F4E79"/>
                </a:solidFill>
                <a:latin typeface="Calibri"/>
              </a:rPr>
              <a:t>Needs decision: </a:t>
            </a:r>
            <a:r>
              <a:rPr lang="en-US" sz="1200" i="1">
                <a:solidFill>
                  <a:srgbClr val="3F3F3F"/>
                </a:solidFill>
                <a:latin typeface="Calibri"/>
              </a:rPr>
              <a:t>Product and UX work: document the Manager role and journeys with the designer. Not a code change.</a:t>
            </a:r>
          </a:p>
          <a:p>
            <a:pPr marL="285750" indent="-285750">
              <a:buFont typeface="Arial" panose="020B0604020202020204" pitchFamily="34" charset="0"/>
              <a:buChar char="•"/>
            </a:pPr>
            <a:r>
              <a:rPr lang="en-US" sz="1400">
                <a:highlight>
                  <a:srgbClr val="FFFF00"/>
                </a:highlight>
              </a:rPr>
              <a:t>Define the Manager task flow and navigation structure based on usability hierarchy.</a:t>
            </a:r>
          </a:p>
          <a:p>
            <a:pPr marL="285750" lvl="1" indent="0">
              <a:buNone/>
            </a:pPr>
            <a:r>
              <a:rPr lang="en-US" sz="1200" b="1">
                <a:solidFill>
                  <a:srgbClr val="1F4E79"/>
                </a:solidFill>
                <a:latin typeface="Calibri"/>
              </a:rPr>
              <a:t>Needs decision: </a:t>
            </a:r>
            <a:r>
              <a:rPr lang="en-US" sz="1200" i="1">
                <a:solidFill>
                  <a:srgbClr val="3F3F3F"/>
                </a:solidFill>
                <a:latin typeface="Calibri"/>
              </a:rPr>
              <a:t>Product and UX work: define the Manager task flow and navigation with the designer. It currently has Dashboard, Projects and VPAT Reports.</a:t>
            </a:r>
          </a:p>
          <a:p>
            <a:pPr marL="285750" indent="-285750">
              <a:buFont typeface="Arial" panose="020B0604020202020204" pitchFamily="34" charset="0"/>
              <a:buChar char="•"/>
            </a:pPr>
            <a:r>
              <a:rPr lang="en-US" sz="1400"/>
              <a:t>Maintain the same design system, layouts, and interaction patterns used across existing user screens.</a:t>
            </a:r>
          </a:p>
          <a:p>
            <a:pPr marL="285750" indent="-285750">
              <a:buFont typeface="Arial" panose="020B0604020202020204" pitchFamily="34" charset="0"/>
              <a:buChar char="•"/>
            </a:pPr>
            <a:r>
              <a:rPr lang="en-US" sz="1400"/>
              <a:t>Ensure consistency in tables, cards, filters, CTAs, and overall UX across the Manager experience.</a:t>
            </a:r>
            <a:endParaRPr lang="en-US" sz="1600">
              <a:solidFill>
                <a:schemeClr val="tx1"/>
              </a:solidFill>
            </a:endParaRPr>
          </a:p>
        </p:txBody>
      </p:sp>
      <p:pic>
        <p:nvPicPr>
          <p:cNvPr id="6" name="Picture 5">
            <a:extLst>
              <a:ext uri="{FF2B5EF4-FFF2-40B4-BE49-F238E27FC236}">
                <a16:creationId xmlns:a16="http://schemas.microsoft.com/office/drawing/2014/main" id="{C7B15575-1D81-60C3-1C4A-B74236CA344B}"/>
              </a:ext>
            </a:extLst>
          </p:cNvPr>
          <p:cNvPicPr>
            <a:picLocks noChangeAspect="1"/>
          </p:cNvPicPr>
          <p:nvPr/>
        </p:nvPicPr>
        <p:blipFill>
          <a:blip r:embed="rId2"/>
          <a:stretch>
            <a:fillRect/>
          </a:stretch>
        </p:blipFill>
        <p:spPr>
          <a:xfrm>
            <a:off x="1357694" y="617530"/>
            <a:ext cx="9476612" cy="4545939"/>
          </a:xfrm>
          <a:prstGeom prst="rect">
            <a:avLst/>
          </a:prstGeom>
        </p:spPr>
      </p:pic>
    </p:spTree>
    <p:extLst>
      <p:ext uri="{BB962C8B-B14F-4D97-AF65-F5344CB8AC3E}">
        <p14:creationId xmlns:p14="http://schemas.microsoft.com/office/powerpoint/2010/main" val="3555853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47514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F693E-3161-01A9-8A8D-7BF114859CCF}"/>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65262BC-4332-4827-3E44-808D5AD99209}"/>
              </a:ext>
            </a:extLst>
          </p:cNvPr>
          <p:cNvSpPr>
            <a:spLocks noGrp="1"/>
          </p:cNvSpPr>
          <p:nvPr>
            <p:ph idx="1"/>
          </p:nvPr>
        </p:nvSpPr>
        <p:spPr>
          <a:xfrm>
            <a:off x="838200" y="612441"/>
            <a:ext cx="10515600" cy="5564522"/>
          </a:xfrm>
        </p:spPr>
        <p:txBody>
          <a:bodyPr vert="horz" lIns="91440" tIns="45720" rIns="91440" bIns="45720" rtlCol="0" anchor="t">
            <a:normAutofit fontScale="97500"/>
          </a:bodyPr>
          <a:lstStyle/>
          <a:p>
            <a:pPr marL="342900" lvl="0" indent="-342900" fontAlgn="t">
              <a:buClr>
                <a:srgbClr val="000000"/>
              </a:buClr>
              <a:buFont typeface="+mj-lt"/>
              <a:buAutoNum type="arabicPeriod" startAt="7"/>
            </a:pPr>
            <a:r>
              <a:rPr lang="en-US">
                <a:highlight>
                  <a:srgbClr val="FFFF00"/>
                </a:highlight>
              </a:rPr>
              <a:t>Update the reports table to follow the proposed design for layout, column structure, spacing, and data presentation.</a:t>
            </a:r>
          </a:p>
          <a:p>
            <a:pPr marL="342900" lvl="1" indent="0">
              <a:buNone/>
            </a:pPr>
            <a:r>
              <a:rPr lang="en-US" sz="1400" b="1">
                <a:solidFill>
                  <a:srgbClr val="C00000"/>
                </a:solidFill>
                <a:latin typeface="Calibri"/>
              </a:rPr>
              <a:t>Not addressed: </a:t>
            </a:r>
            <a:r>
              <a:rPr lang="en-US" sz="1400" i="1">
                <a:solidFill>
                  <a:srgbClr val="3F3F3F"/>
                </a:solidFill>
                <a:latin typeface="Calibri"/>
              </a:rPr>
              <a:t>The reports table is unchanged since the audit. Needs the approved plugin design for reference.</a:t>
            </a:r>
          </a:p>
          <a:p>
            <a:pPr marL="342900" lvl="0" indent="-342900" fontAlgn="t">
              <a:buClr>
                <a:srgbClr val="000000"/>
              </a:buClr>
              <a:buFont typeface="+mj-lt"/>
              <a:buAutoNum type="arabicPeriod" startAt="8"/>
            </a:pPr>
            <a:r>
              <a:rPr lang="en-US">
                <a:highlight>
                  <a:srgbClr val="FFFF00"/>
                </a:highlight>
              </a:rPr>
              <a:t>Align the Audit &amp; Remediation workflow with the approved design and review the updated rollback workflow for consistency with the overall user journey.</a:t>
            </a:r>
          </a:p>
          <a:p>
            <a:pPr marL="342900" lvl="1" indent="0">
              <a:buNone/>
            </a:pPr>
            <a:r>
              <a:rPr lang="en-US" sz="1400" b="1">
                <a:solidFill>
                  <a:srgbClr val="1F4E79"/>
                </a:solidFill>
                <a:latin typeface="Calibri"/>
              </a:rPr>
              <a:t>Needs decision: </a:t>
            </a:r>
            <a:r>
              <a:rPr lang="en-US" sz="1400" i="1">
                <a:solidFill>
                  <a:srgbClr val="3F3F3F"/>
                </a:solidFill>
                <a:latin typeface="Calibri"/>
              </a:rPr>
              <a:t>Workflow review item, not a UI change. The Fix Report panel offers per-fix rollback and Rollback All with a confirmation.</a:t>
            </a:r>
          </a:p>
          <a:p>
            <a:pPr marL="342900" lvl="0" indent="-342900" fontAlgn="t">
              <a:buClr>
                <a:srgbClr val="000000"/>
              </a:buClr>
              <a:buFont typeface="+mj-lt"/>
              <a:buAutoNum type="arabicPeriod" startAt="9"/>
            </a:pPr>
            <a:r>
              <a:rPr lang="en-US">
                <a:highlight>
                  <a:srgbClr val="FFFF00"/>
                </a:highlight>
              </a:rPr>
              <a:t>Use the approved CTA styling for View Report, View Fixes, and primary plugin actions.</a:t>
            </a:r>
          </a:p>
          <a:p>
            <a:pPr marL="342900" lvl="1" indent="0">
              <a:buNone/>
            </a:pPr>
            <a:r>
              <a:rPr lang="en-US" sz="1400" b="1">
                <a:solidFill>
                  <a:srgbClr val="C00000"/>
                </a:solidFill>
                <a:latin typeface="Calibri"/>
              </a:rPr>
              <a:t>Not addressed: </a:t>
            </a:r>
            <a:r>
              <a:rPr lang="en-US" sz="1400" i="1">
                <a:solidFill>
                  <a:srgbClr val="3F3F3F"/>
                </a:solidFill>
                <a:latin typeface="Calibri"/>
              </a:rPr>
              <a:t>The View Report and View Fixes buttons on Home are unchanged. Needs the approved plugin design for reference.</a:t>
            </a:r>
          </a:p>
          <a:p>
            <a:pPr marL="342900" indent="-342900" fontAlgn="t">
              <a:buClr>
                <a:srgbClr val="000000"/>
              </a:buClr>
              <a:buFont typeface="+mj-lt"/>
              <a:buAutoNum type="arabicPeriod" startAt="10"/>
            </a:pPr>
            <a:r>
              <a:rPr lang="en-US">
                <a:highlight>
                  <a:srgbClr val="FFFF00"/>
                </a:highlight>
              </a:rPr>
              <a:t>Ensure report status indicators, home tab and severity visualizations follow the approved design-system colors and styles.</a:t>
            </a:r>
          </a:p>
          <a:p>
            <a:pPr marL="342900" lvl="1" indent="0">
              <a:buNone/>
            </a:pPr>
            <a:r>
              <a:rPr lang="en-US" sz="1400" b="1">
                <a:solidFill>
                  <a:srgbClr val="B45F06"/>
                </a:solidFill>
                <a:latin typeface="Calibri"/>
              </a:rPr>
              <a:t>Partially addressed: </a:t>
            </a:r>
            <a:r>
              <a:rPr lang="en-US" sz="1400" i="1">
                <a:solidFill>
                  <a:srgbClr val="3F3F3F"/>
                </a:solidFill>
                <a:latin typeface="Calibri"/>
              </a:rPr>
              <a:t>Brand severity colours are applied (Critical red, Major amber, Minor blue) but not re-checked against the approved plugin design.</a:t>
            </a:r>
          </a:p>
          <a:p>
            <a:pPr marL="342900" lvl="0" indent="-342900" fontAlgn="t">
              <a:buClr>
                <a:srgbClr val="000000"/>
              </a:buClr>
              <a:buFont typeface="+mj-lt"/>
              <a:buAutoNum type="arabicPeriod" startAt="11"/>
            </a:pPr>
            <a:r>
              <a:rPr lang="en-US">
                <a:highlight>
                  <a:srgbClr val="FFFF00"/>
                </a:highlight>
              </a:rPr>
              <a:t>Review and define the purpose of the Regression Analysis CTA above the table and ensure its placement aligns with the workflow hierarchy.</a:t>
            </a:r>
          </a:p>
          <a:p>
            <a:pPr marL="342900" lvl="1" indent="0">
              <a:buNone/>
            </a:pPr>
            <a:r>
              <a:rPr lang="en-US" sz="1400" b="1">
                <a:solidFill>
                  <a:srgbClr val="1F4E79"/>
                </a:solidFill>
                <a:latin typeface="Calibri"/>
              </a:rPr>
              <a:t>Needs decision: </a:t>
            </a:r>
            <a:r>
              <a:rPr lang="en-US" sz="1400" i="1">
                <a:solidFill>
                  <a:srgbClr val="3F3F3F"/>
                </a:solidFill>
                <a:latin typeface="Calibri"/>
              </a:rPr>
              <a:t>Purpose and placement of the Regression Analysis entry point.</a:t>
            </a:r>
          </a:p>
          <a:p>
            <a:pPr marL="342900" lvl="0" indent="-342900" fontAlgn="t">
              <a:buClr>
                <a:srgbClr val="000000"/>
              </a:buClr>
              <a:buFont typeface="+mj-lt"/>
              <a:buAutoNum type="arabicPeriod" startAt="12"/>
            </a:pPr>
            <a:r>
              <a:rPr lang="en-US">
                <a:highlight>
                  <a:srgbClr val="FFFF00"/>
                </a:highlight>
              </a:rPr>
              <a:t>Review the purpose and user flow of the Configure Login action below the file explorer and position it appropriately within the plugin navigation and task flow.</a:t>
            </a:r>
          </a:p>
          <a:p>
            <a:pPr marL="342900" lvl="1" indent="0">
              <a:buNone/>
            </a:pPr>
            <a:r>
              <a:rPr lang="en-US" sz="1400" b="1">
                <a:solidFill>
                  <a:srgbClr val="1F4E79"/>
                </a:solidFill>
                <a:latin typeface="Calibri"/>
              </a:rPr>
              <a:t>Needs decision: </a:t>
            </a:r>
            <a:r>
              <a:rPr lang="en-US" sz="1400" i="1">
                <a:solidFill>
                  <a:srgbClr val="3F3F3F"/>
                </a:solidFill>
                <a:latin typeface="Calibri"/>
              </a:rPr>
              <a:t>Purpose and placement of Configure Login (it sets up the sign-in the runtime crawl uses on protected apps).</a:t>
            </a:r>
          </a:p>
        </p:txBody>
      </p:sp>
    </p:spTree>
    <p:extLst>
      <p:ext uri="{BB962C8B-B14F-4D97-AF65-F5344CB8AC3E}">
        <p14:creationId xmlns:p14="http://schemas.microsoft.com/office/powerpoint/2010/main" val="23470290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Review Status – Unaddressed Points</a:t>
            </a:r>
          </a:p>
        </p:txBody>
      </p:sp>
      <p:sp>
        <p:nvSpPr>
          <p:cNvPr id="3" name="Content Placeholder 2"/>
          <p:cNvSpPr>
            <a:spLocks noGrp="1"/>
          </p:cNvSpPr>
          <p:nvPr>
            <p:ph idx="1"/>
          </p:nvPr>
        </p:nvSpPr>
        <p:spPr>
          <a:xfrm>
            <a:off x="841248" y="1188720"/>
            <a:ext cx="10515600" cy="5029200"/>
          </a:xfrm>
        </p:spPr>
        <p:txBody>
          <a:bodyPr>
            <a:normAutofit/>
          </a:bodyPr>
          <a:lstStyle/>
          <a:p>
            <a:pPr marL="0" indent="0">
              <a:buNone/>
            </a:pPr>
            <a:r>
              <a:rPr lang="en-US" sz="1600">
                <a:latin typeface="Calibri"/>
              </a:rPr>
              <a:t xml:space="preserve">Updated 25 September 2026 against the current build of the portal and the VS Code extension.</a:t>
            </a:r>
          </a:p>
          <a:p>
            <a:pPr marL="0" indent="0">
              <a:buNone/>
            </a:pPr>
            <a:r>
              <a:rPr lang="en-US" sz="1600">
                <a:latin typeface="Calibri"/>
              </a:rPr>
              <a:t xml:space="preserve">Points with a </a:t>
            </a:r>
            <a:r>
              <a:rPr lang="en-US" sz="1600" b="1">
                <a:highlight>
                  <a:srgbClr val="FFFF00"/>
                </a:highlight>
                <a:latin typeface="Calibri"/>
              </a:rPr>
              <a:t xml:space="preserve">yellow highlight</a:t>
            </a:r>
            <a:r>
              <a:rPr lang="en-US" sz="1600">
                <a:latin typeface="Calibri"/>
              </a:rPr>
              <a:t xml:space="preserve"> are not fully addressed yet (54 in total). The line under each one starts with its status:</a:t>
            </a:r>
          </a:p>
          <a:p>
            <a:pPr marL="285750" indent="-285750">
              <a:buFont typeface="Arial"/>
              <a:buChar char="•"/>
            </a:pPr>
            <a:r>
              <a:rPr lang="en-US" sz="1500" b="1">
                <a:solidFill>
                  <a:srgbClr val="C00000"/>
                </a:solidFill>
                <a:latin typeface="Calibri"/>
              </a:rPr>
              <a:t xml:space="preserve">Not addressed (16): </a:t>
            </a:r>
            <a:r>
              <a:rPr lang="en-US" sz="1500" i="1">
                <a:solidFill>
                  <a:srgbClr val="3F3F3F"/>
                </a:solidFill>
                <a:latin typeface="Calibri"/>
              </a:rPr>
              <a:t xml:space="preserve">Still to do. Usually blocked on something outside the UI: an email service, a server workflow, or the approved plugin design file.</a:t>
            </a:r>
          </a:p>
          <a:p>
            <a:pPr marL="285750" indent="-285750">
              <a:buFont typeface="Arial"/>
              <a:buChar char="•"/>
            </a:pPr>
            <a:r>
              <a:rPr lang="en-US" sz="1500" b="1">
                <a:solidFill>
                  <a:srgbClr val="B45F06"/>
                </a:solidFill>
                <a:latin typeface="Calibri"/>
              </a:rPr>
              <a:t xml:space="preserve">Partially addressed (14): </a:t>
            </a:r>
            <a:r>
              <a:rPr lang="en-US" sz="1500" i="1">
                <a:solidFill>
                  <a:srgbClr val="3F3F3F"/>
                </a:solidFill>
                <a:latin typeface="Calibri"/>
              </a:rPr>
              <a:t xml:space="preserve">Part of the point is done; the comment says what is left.</a:t>
            </a:r>
          </a:p>
          <a:p>
            <a:pPr marL="285750" indent="-285750">
              <a:buFont typeface="Arial"/>
              <a:buChar char="•"/>
            </a:pPr>
            <a:r>
              <a:rPr lang="en-US" sz="1500" b="1">
                <a:solidFill>
                  <a:srgbClr val="7030A0"/>
                </a:solidFill>
                <a:latin typeface="Calibri"/>
              </a:rPr>
              <a:t xml:space="preserve">Deviation (9): </a:t>
            </a:r>
            <a:r>
              <a:rPr lang="en-US" sz="1500" i="1">
                <a:solidFill>
                  <a:srgbClr val="3F3F3F"/>
                </a:solidFill>
                <a:latin typeface="Calibri"/>
              </a:rPr>
              <a:t xml:space="preserve">Built differently on purpose; the comment gives the reason and asks for confirmation.</a:t>
            </a:r>
          </a:p>
          <a:p>
            <a:pPr marL="285750" indent="-285750">
              <a:buFont typeface="Arial"/>
              <a:buChar char="•"/>
            </a:pPr>
            <a:r>
              <a:rPr lang="en-US" sz="1500" b="1">
                <a:solidFill>
                  <a:srgbClr val="1F4E79"/>
                </a:solidFill>
                <a:latin typeface="Calibri"/>
              </a:rPr>
              <a:t xml:space="preserve">Needs decision (10): </a:t>
            </a:r>
            <a:r>
              <a:rPr lang="en-US" sz="1500" i="1">
                <a:solidFill>
                  <a:srgbClr val="3F3F3F"/>
                </a:solidFill>
                <a:latin typeface="Calibri"/>
              </a:rPr>
              <a:t xml:space="preserve">Needs a product decision before any UI change.</a:t>
            </a:r>
          </a:p>
          <a:p>
            <a:pPr marL="285750" indent="-285750">
              <a:buFont typeface="Arial"/>
              <a:buChar char="•"/>
            </a:pPr>
            <a:r>
              <a:rPr lang="en-US" sz="1500" b="1">
                <a:solidFill>
                  <a:srgbClr val="1F4E79"/>
                </a:solidFill>
                <a:latin typeface="Calibri"/>
              </a:rPr>
              <a:t xml:space="preserve">Waiting on design (2): </a:t>
            </a:r>
            <a:r>
              <a:rPr lang="en-US" sz="1500" i="1">
                <a:solidFill>
                  <a:srgbClr val="3F3F3F"/>
                </a:solidFill>
                <a:latin typeface="Calibri"/>
              </a:rPr>
              <a:t xml:space="preserve">Waiting for the designer's Figma update.</a:t>
            </a:r>
          </a:p>
          <a:p>
            <a:pPr marL="285750" indent="-285750">
              <a:buFont typeface="Arial"/>
              <a:buChar char="•"/>
            </a:pPr>
            <a:r>
              <a:rPr lang="en-US" sz="1500" b="1">
                <a:solidFill>
                  <a:srgbClr val="595959"/>
                </a:solidFill>
                <a:latin typeface="Calibri"/>
              </a:rPr>
              <a:t xml:space="preserve">Declined (3): </a:t>
            </a:r>
            <a:r>
              <a:rPr lang="en-US" sz="1500" i="1">
                <a:solidFill>
                  <a:srgbClr val="3F3F3F"/>
                </a:solidFill>
                <a:latin typeface="Calibri"/>
              </a:rPr>
              <a:t xml:space="preserve">Decided against earlier; the comment gives the reason.</a:t>
            </a:r>
          </a:p>
          <a:p>
            <a:pPr marL="0" indent="0">
              <a:buNone/>
            </a:pPr>
            <a:r>
              <a:rPr lang="en-US" sz="1600">
                <a:latin typeface="Calibri"/>
              </a:rPr>
              <a:t xml:space="preserve">Points without a highlight are addressed in the current build.</a:t>
            </a:r>
          </a:p>
          <a:p>
            <a:pPr marL="0" indent="0">
              <a:buNone/>
            </a:pPr>
            <a:r>
              <a:rPr lang="en-US" sz="1400" i="1">
                <a:solidFill>
                  <a:srgbClr val="595959"/>
                </a:solidFill>
                <a:latin typeface="Calibri"/>
              </a:rPr>
              <a:t xml:space="preserve">The Plugin Home comments continue onto a second slide so they stay readable.</a:t>
            </a:r>
          </a:p>
        </p:txBody>
      </p:sp>
    </p:spTree>
  </p:cSld>
  <p:clrMapOvr>
    <a:masterClrMapping/>
  </p:clrMapOvr>
</p:sld>
</file>

<file path=ppt/theme/theme1.xml><?xml version="1.0" encoding="utf-8"?>
<a:theme xmlns:a="http://schemas.openxmlformats.org/drawingml/2006/main" name="Title Slide_Black Blue">
  <a:themeElements>
    <a:clrScheme name="BOB Color 1">
      <a:dk1>
        <a:srgbClr val="000000"/>
      </a:dk1>
      <a:lt1>
        <a:srgbClr val="FFFFFF"/>
      </a:lt1>
      <a:dk2>
        <a:srgbClr val="1E2323"/>
      </a:dk2>
      <a:lt2>
        <a:srgbClr val="FFFFFF"/>
      </a:lt2>
      <a:accent1>
        <a:srgbClr val="83EBE7"/>
      </a:accent1>
      <a:accent2>
        <a:srgbClr val="47A3EB"/>
      </a:accent2>
      <a:accent3>
        <a:srgbClr val="7159B1"/>
      </a:accent3>
      <a:accent4>
        <a:srgbClr val="CB336B"/>
      </a:accent4>
      <a:accent5>
        <a:srgbClr val="EF7333"/>
      </a:accent5>
      <a:accent6>
        <a:srgbClr val="FFEB33"/>
      </a:accent6>
      <a:hlink>
        <a:srgbClr val="E41165"/>
      </a:hlink>
      <a:folHlink>
        <a:srgbClr val="005B9C"/>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000000"/>
    </a:custClr>
    <a:custClr name="TCS Pink-New">
      <a:srgbClr val="E41165"/>
    </a:custClr>
    <a:custClr name="Darker 2">
      <a:srgbClr val="00ACAC"/>
    </a:custClr>
    <a:custClr name="Darker 1">
      <a:srgbClr val="1ACFCF"/>
    </a:custClr>
    <a:custClr name="TCS Green">
      <a:srgbClr val="64E6E1"/>
    </a:custClr>
    <a:custClr name="Lighter 1">
      <a:srgbClr val="83EBE7"/>
    </a:custClr>
    <a:custClr name="Lighter 2">
      <a:srgbClr val="A2F0ED"/>
    </a:custClr>
    <a:custClr name="Lighter 3">
      <a:srgbClr val="C1F5F3"/>
    </a:custClr>
    <a:custClr name="Darker 2">
      <a:srgbClr val="154B8C"/>
    </a:custClr>
    <a:custClr name="Darker 1">
      <a:srgbClr val="005B9C"/>
    </a:custClr>
    <a:custClr name="TCS Blue">
      <a:srgbClr val="007DC5"/>
    </a:custClr>
    <a:custClr name="Lighter 1">
      <a:srgbClr val="47A3EB"/>
    </a:custClr>
    <a:custClr name="Lighter 2">
      <a:srgbClr val="75BAF0"/>
    </a:custClr>
    <a:custClr name="Lighter 3">
      <a:srgbClr val="A3D1F5"/>
    </a:custClr>
    <a:custClr name="Darker 2">
      <a:srgbClr val="4D0092"/>
    </a:custClr>
    <a:custClr name="Darker 1">
      <a:srgbClr val="4D129E"/>
    </a:custClr>
    <a:custClr name="TCS Purple">
      <a:srgbClr val="4D2F9E"/>
    </a:custClr>
    <a:custClr name="Lighter 1">
      <a:srgbClr val="7159B1"/>
    </a:custClr>
    <a:custClr name="Lighter 2">
      <a:srgbClr val="9482C5"/>
    </a:custClr>
    <a:custClr name="Lighter 3">
      <a:srgbClr val="B8ACD8"/>
    </a:custClr>
    <a:custClr name="Darker 2">
      <a:srgbClr val="8F0035"/>
    </a:custClr>
    <a:custClr name="Darker 1">
      <a:srgbClr val="A30046"/>
    </a:custClr>
    <a:custClr name="TCS Magenta">
      <a:srgbClr val="BE0046"/>
    </a:custClr>
    <a:custClr name="Lighter 1">
      <a:srgbClr val="CB336B"/>
    </a:custClr>
    <a:custClr name="LIghter 2">
      <a:srgbClr val="D86690"/>
    </a:custClr>
    <a:custClr name="Lighter 3">
      <a:srgbClr val="E599B5"/>
    </a:custClr>
    <a:custClr name="Darker 2">
      <a:srgbClr val="B03C00"/>
    </a:custClr>
    <a:custClr name="Darker 1">
      <a:srgbClr val="CD5000"/>
    </a:custClr>
    <a:custClr name="TCS Orange">
      <a:srgbClr val="EB5000"/>
    </a:custClr>
    <a:custClr name="Lighter 1">
      <a:srgbClr val="EF7333"/>
    </a:custClr>
    <a:custClr name="Lighter 2">
      <a:srgbClr val="F39666"/>
    </a:custClr>
    <a:custClr name="Lighter 3">
      <a:srgbClr val="F7B999"/>
    </a:custClr>
    <a:custClr name="Darker 2">
      <a:srgbClr val="FFBC00"/>
    </a:custClr>
    <a:custClr name="Darker 1">
      <a:srgbClr val="FFD300"/>
    </a:custClr>
    <a:custClr name="TCS Yellow">
      <a:srgbClr val="FFE600"/>
    </a:custClr>
    <a:custClr name="Lighter 1">
      <a:srgbClr val="FFEB33"/>
    </a:custClr>
    <a:custClr name="Lighter 2">
      <a:srgbClr val="FFF066"/>
    </a:custClr>
    <a:custClr name="Lighter 3">
      <a:srgbClr val="FFF599"/>
    </a:custClr>
  </a:custClrLst>
  <a:extLst>
    <a:ext uri="{05A4C25C-085E-4340-85A3-A5531E510DB2}">
      <thm15:themeFamily xmlns:thm15="http://schemas.microsoft.com/office/thememl/2012/main" name="Standard PPT Template_16 x 9_V5.2" id="{5FB39854-C2A8-4C4E-9294-8D9D3F120220}" vid="{D6BD660C-C8D6-40BC-92FB-5B7ED3CA148F}"/>
    </a:ext>
  </a:extLst>
</a:theme>
</file>

<file path=ppt/theme/theme2.xml><?xml version="1.0" encoding="utf-8"?>
<a:theme xmlns:a="http://schemas.openxmlformats.org/drawingml/2006/main" name="Content Slide_White_with color logo">
  <a:themeElements>
    <a:clrScheme name="TCS Theme Color">
      <a:dk1>
        <a:srgbClr val="000000"/>
      </a:dk1>
      <a:lt1>
        <a:srgbClr val="FFFFFF"/>
      </a:lt1>
      <a:dk2>
        <a:srgbClr val="1E2323"/>
      </a:dk2>
      <a:lt2>
        <a:srgbClr val="FFFFFF"/>
      </a:lt2>
      <a:accent1>
        <a:srgbClr val="4E84C4"/>
      </a:accent1>
      <a:accent2>
        <a:srgbClr val="6DB657"/>
      </a:accent2>
      <a:accent3>
        <a:srgbClr val="F0B34F"/>
      </a:accent3>
      <a:accent4>
        <a:srgbClr val="DD5041"/>
      </a:accent4>
      <a:accent5>
        <a:srgbClr val="DF653A"/>
      </a:accent5>
      <a:accent6>
        <a:srgbClr val="FFEB33"/>
      </a:accent6>
      <a:hlink>
        <a:srgbClr val="0070C0"/>
      </a:hlink>
      <a:folHlink>
        <a:srgbClr val="F0B34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4E84C4"/>
        </a:solidFill>
        <a:ln>
          <a:noFill/>
        </a:ln>
      </a:spPr>
      <a:bodyPr rtlCol="0" anchor="ctr"/>
      <a:lstStyle>
        <a:defPPr algn="ctr">
          <a:defRPr sz="1600"/>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4E84C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nchor="ctr" anchorCtr="0">
        <a:noAutofit/>
      </a:bodyPr>
      <a:lstStyle>
        <a:defPPr algn="ctr">
          <a:defRPr sz="1600">
            <a:solidFill>
              <a:schemeClr val="tx1"/>
            </a:solidFill>
          </a:defRPr>
        </a:defPPr>
      </a:lstStyle>
    </a:txDef>
  </a:objectDefaults>
  <a:extraClrSchemeLst/>
  <a:custClrLst>
    <a:custClr name="White">
      <a:srgbClr val="FFFFFF"/>
    </a:custClr>
    <a:custClr name="Black">
      <a:srgbClr val="000000"/>
    </a:custClr>
    <a:custClr name="TCS Blue">
      <a:srgbClr val="4E84C4"/>
    </a:custClr>
    <a:custClr name="TCS Green">
      <a:srgbClr val="6DB657"/>
    </a:custClr>
    <a:custClr name="TCS Yellow">
      <a:srgbClr val="F0B34F"/>
    </a:custClr>
    <a:custClr name="TCS Red">
      <a:srgbClr val="DD5041"/>
    </a:custClr>
    <a:custClr name="TCS Orange">
      <a:srgbClr val="DF653A"/>
    </a:custClr>
  </a:custClrLst>
  <a:extLst>
    <a:ext uri="{05A4C25C-085E-4340-85A3-A5531E510DB2}">
      <thm15:themeFamily xmlns:thm15="http://schemas.microsoft.com/office/thememl/2012/main" name="Standard PPT Template_16 x 9_V5.2" id="{5FB39854-C2A8-4C4E-9294-8D9D3F120220}" vid="{C9422EB1-8113-4666-82F6-00D163C9C56B}"/>
    </a:ext>
  </a:extLst>
</a:theme>
</file>

<file path=ppt/theme/theme3.xml><?xml version="1.0" encoding="utf-8"?>
<a:theme xmlns:a="http://schemas.openxmlformats.org/drawingml/2006/main" name="Thank Slide_Black">
  <a:themeElements>
    <a:clrScheme name="TCS Theme Color">
      <a:dk1>
        <a:srgbClr val="000000"/>
      </a:dk1>
      <a:lt1>
        <a:srgbClr val="FFFFFF"/>
      </a:lt1>
      <a:dk2>
        <a:srgbClr val="1E2323"/>
      </a:dk2>
      <a:lt2>
        <a:srgbClr val="FFFFFF"/>
      </a:lt2>
      <a:accent1>
        <a:srgbClr val="4E84C4"/>
      </a:accent1>
      <a:accent2>
        <a:srgbClr val="6DB657"/>
      </a:accent2>
      <a:accent3>
        <a:srgbClr val="F0B34F"/>
      </a:accent3>
      <a:accent4>
        <a:srgbClr val="DD5041"/>
      </a:accent4>
      <a:accent5>
        <a:srgbClr val="DF653A"/>
      </a:accent5>
      <a:accent6>
        <a:srgbClr val="FFEB33"/>
      </a:accent6>
      <a:hlink>
        <a:srgbClr val="0070C0"/>
      </a:hlink>
      <a:folHlink>
        <a:srgbClr val="F0B34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03782"/>
        </a:solidFill>
        <a:ln>
          <a:noFill/>
        </a:ln>
      </a:spPr>
      <a:bodyPr rtlCol="0" anchor="ctr"/>
      <a:lstStyle>
        <a:defPPr algn="ctr">
          <a:defRPr sz="1600" dirty="0"/>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F0378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nchor="ctr" anchorCtr="0">
        <a:noAutofit/>
      </a:bodyPr>
      <a:lstStyle>
        <a:defPPr algn="ctr">
          <a:defRPr sz="1600" dirty="0">
            <a:solidFill>
              <a:schemeClr val="tx1"/>
            </a:solidFill>
          </a:defRPr>
        </a:defPPr>
      </a:lstStyle>
    </a:txDef>
  </a:objectDefaults>
  <a:extraClrSchemeLst/>
  <a:custClrLst>
    <a:custClr name="White">
      <a:srgbClr val="FFFFFF"/>
    </a:custClr>
    <a:custClr name="Black">
      <a:srgbClr val="000000"/>
    </a:custClr>
    <a:custClr name="TCS Blue">
      <a:srgbClr val="4E84C4"/>
    </a:custClr>
    <a:custClr name="TCS Green">
      <a:srgbClr val="6DB657"/>
    </a:custClr>
    <a:custClr name="TCS Yellow">
      <a:srgbClr val="F0B34F"/>
    </a:custClr>
    <a:custClr name="TCS Red">
      <a:srgbClr val="DD5041"/>
    </a:custClr>
    <a:custClr name="TCS Orange">
      <a:srgbClr val="DF653A"/>
    </a:custClr>
  </a:custClrLst>
  <a:extLst>
    <a:ext uri="{05A4C25C-085E-4340-85A3-A5531E510DB2}">
      <thm15:themeFamily xmlns:thm15="http://schemas.microsoft.com/office/thememl/2012/main" name="Standard PPT Template_16 x 9_V5.2" id="{5FB39854-C2A8-4C4E-9294-8D9D3F120220}" vid="{257BB0FB-7740-43BC-9A4E-0DEBD1A492F3}"/>
    </a:ext>
  </a:extLst>
</a:theme>
</file>

<file path=ppt/theme/theme4.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FE1242A-E383-43C6-B4A0-7678E36F2D99}">
  <we:reference id="WA200005107" version="1.1.0.0" store="Omex" storeType="OMEX"/>
  <we:alternateReferences>
    <we:reference id="WA200005107" version="1.1.0.0" store="WA20000510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3ff28a34-88a7-489a-a787-d524c905f9b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7084B4A84C26347AD28B76965ED61FA" ma:contentTypeVersion="14" ma:contentTypeDescription="Create a new document." ma:contentTypeScope="" ma:versionID="1dea40e524116d22a4d6507b54366e87">
  <xsd:schema xmlns:xsd="http://www.w3.org/2001/XMLSchema" xmlns:xs="http://www.w3.org/2001/XMLSchema" xmlns:p="http://schemas.microsoft.com/office/2006/metadata/properties" xmlns:ns3="e1bb5440-0519-4c78-9078-96e69297067b" xmlns:ns4="3ff28a34-88a7-489a-a787-d524c905f9b8" targetNamespace="http://schemas.microsoft.com/office/2006/metadata/properties" ma:root="true" ma:fieldsID="86b88d74c433437af102ce22f68ecac9" ns3:_="" ns4:_="">
    <xsd:import namespace="e1bb5440-0519-4c78-9078-96e69297067b"/>
    <xsd:import namespace="3ff28a34-88a7-489a-a787-d524c905f9b8"/>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SearchProperties" minOccurs="0"/>
                <xsd:element ref="ns4:MediaServiceObjectDetectorVersions" minOccurs="0"/>
                <xsd:element ref="ns4:_activity" minOccurs="0"/>
                <xsd:element ref="ns4:MediaServiceSystemTags" minOccurs="0"/>
                <xsd:element ref="ns4:MediaServiceOCR" minOccurs="0"/>
                <xsd:element ref="ns4:MediaServiceGenerationTime" minOccurs="0"/>
                <xsd:element ref="ns4:MediaServiceEventHashCode" minOccurs="0"/>
                <xsd:element ref="ns4:MediaServiceDateTaken"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bb5440-0519-4c78-9078-96e69297067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ff28a34-88a7-489a-a787-d524c905f9b8"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_activity" ma:index="15" nillable="true" ma:displayName="_activity" ma:hidden="true" ma:internalName="_activity">
      <xsd:simpleType>
        <xsd:restriction base="dms:Note"/>
      </xsd:simpleType>
    </xsd:element>
    <xsd:element name="MediaServiceSystemTags" ma:index="16" nillable="true" ma:displayName="MediaServiceSystemTags" ma:hidden="true" ma:internalName="MediaServiceSystemTags" ma:readOnly="true">
      <xsd:simpleType>
        <xsd:restriction base="dms:Note"/>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EB37A14-C159-4D97-B9E7-4D9C479D056A}">
  <ds:schemaRefs>
    <ds:schemaRef ds:uri="3ff28a34-88a7-489a-a787-d524c905f9b8"/>
    <ds:schemaRef ds:uri="e1bb5440-0519-4c78-9078-96e69297067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E97505DD-7D32-438D-819D-1A84D8FC6F37}">
  <ds:schemaRefs>
    <ds:schemaRef ds:uri="http://schemas.microsoft.com/sharepoint/v3/contenttype/forms"/>
  </ds:schemaRefs>
</ds:datastoreItem>
</file>

<file path=customXml/itemProps3.xml><?xml version="1.0" encoding="utf-8"?>
<ds:datastoreItem xmlns:ds="http://schemas.openxmlformats.org/officeDocument/2006/customXml" ds:itemID="{5AB181D4-F5ED-416A-9693-BC22216CEA5C}">
  <ds:schemaRefs>
    <ds:schemaRef ds:uri="3ff28a34-88a7-489a-a787-d524c905f9b8"/>
    <ds:schemaRef ds:uri="e1bb5440-0519-4c78-9078-96e69297067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404b1967-6507-45ab-8a6d-7374a3f478be}" enabled="0" method="" siteId="{404b1967-6507-45ab-8a6d-7374a3f478be}" removed="1"/>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54</Slides>
  <Notes>0</Notes>
  <HiddenSlides>0</HiddenSlides>
  <ScaleCrop>false</ScaleCrop>
  <HeadingPairs>
    <vt:vector size="4" baseType="variant">
      <vt:variant>
        <vt:lpstr>Theme</vt:lpstr>
      </vt:variant>
      <vt:variant>
        <vt:i4>4</vt:i4>
      </vt:variant>
      <vt:variant>
        <vt:lpstr>Slide Titles</vt:lpstr>
      </vt:variant>
      <vt:variant>
        <vt:i4>54</vt:i4>
      </vt:variant>
    </vt:vector>
  </HeadingPairs>
  <TitlesOfParts>
    <vt:vector size="58" baseType="lpstr">
      <vt:lpstr>Title Slide_Black Blue</vt:lpstr>
      <vt:lpstr>Content Slide_White_with color logo</vt:lpstr>
      <vt:lpstr>Thank Slide_Black</vt:lpstr>
      <vt:lpstr>Office Theme</vt:lpstr>
      <vt:lpstr>UI Review</vt:lpstr>
      <vt:lpstr>PowerPoint Presentation</vt:lpstr>
      <vt:lpstr>PowerPoint Presentation</vt:lpstr>
      <vt:lpstr>Screen – Forgot Password (All Users)</vt:lpstr>
      <vt:lpstr>PowerPoint Presentation</vt:lpstr>
      <vt:lpstr>Screen – Notification(User)</vt:lpstr>
      <vt:lpstr>Screen – Profile(User)</vt:lpstr>
      <vt:lpstr>Screen – Overview (User)</vt:lpstr>
      <vt:lpstr>PowerPoint Presentation</vt:lpstr>
      <vt:lpstr>Screen – Request more budget Modal (User)</vt:lpstr>
      <vt:lpstr>Screen – Projects (User)</vt:lpstr>
      <vt:lpstr>PowerPoint Presentation</vt:lpstr>
      <vt:lpstr>Screen – Usage Credits (User)</vt:lpstr>
      <vt:lpstr>PowerPoint Presentation</vt:lpstr>
      <vt:lpstr>Screen – Notifications (Admin)</vt:lpstr>
      <vt:lpstr>Screen – Profile (Admin)</vt:lpstr>
      <vt:lpstr>Screen – Nav Tab (Admin)</vt:lpstr>
      <vt:lpstr>Screen – Dashboard (Admin)</vt:lpstr>
      <vt:lpstr>PowerPoint Presentation</vt:lpstr>
      <vt:lpstr>Screen – Projects (Admin)</vt:lpstr>
      <vt:lpstr>Screen – Projects (Admin)</vt:lpstr>
      <vt:lpstr>PowerPoint Presentation</vt:lpstr>
      <vt:lpstr>Screen – Usage credits request (Admin)</vt:lpstr>
      <vt:lpstr>PowerPoint Presentation</vt:lpstr>
      <vt:lpstr>Screen – User Management (Admin)</vt:lpstr>
      <vt:lpstr>PowerPoint Presentation</vt:lpstr>
      <vt:lpstr>Screen – Extension Management (Admin)</vt:lpstr>
      <vt:lpstr>PowerPoint Presentation</vt:lpstr>
      <vt:lpstr>Screen – Nav tab (Admin)</vt:lpstr>
      <vt:lpstr>Screen – Activity Logs (Admin)</vt:lpstr>
      <vt:lpstr>Screen – Activity logs (Admin)</vt:lpstr>
      <vt:lpstr>Screen – Activity logs (Admin)</vt:lpstr>
      <vt:lpstr>Screen – Configure API Settings (Admin)</vt:lpstr>
      <vt:lpstr>Screen – Modals and Pop ups (All Users)</vt:lpstr>
      <vt:lpstr>Screen – Login VS Code(User)</vt:lpstr>
      <vt:lpstr>PowerPoint Presentation</vt:lpstr>
      <vt:lpstr>Screen – Plugin Home / Audit &amp; Remediation Dashboard (User)</vt:lpstr>
      <vt:lpstr>PowerPoint Presentation</vt:lpstr>
      <vt:lpstr>Screen – WCAG Audit Report (User)</vt:lpstr>
      <vt:lpstr>PowerPoint Presentation</vt:lpstr>
      <vt:lpstr>Screen – Fix Report (User)</vt:lpstr>
      <vt:lpstr>PowerPoint Presentation</vt:lpstr>
      <vt:lpstr>Screen – Fix Report (User)</vt:lpstr>
      <vt:lpstr>Screen – Preview Changes (User)</vt:lpstr>
      <vt:lpstr>Screen – User Profile (User)</vt:lpstr>
      <vt:lpstr>Screen – Rollback all fixes action pop up(User)</vt:lpstr>
      <vt:lpstr>Screen – All fixes applied(User)</vt:lpstr>
      <vt:lpstr>Screen – Project Report Summary(User)</vt:lpstr>
      <vt:lpstr>Screen – File Report (User)</vt:lpstr>
      <vt:lpstr>Screen – Testing agent management (Admin)</vt:lpstr>
      <vt:lpstr>Screen – Test Runs (Admin)</vt:lpstr>
      <vt:lpstr>Screen – License Management (Admin)</vt:lpstr>
      <vt:lpstr>Screen – VPAT Reports (Manager)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Pranay Gurumukhi</dc:creator>
  <cp:revision>1</cp:revision>
  <dcterms:created xsi:type="dcterms:W3CDTF">2026-08-13T05:06:50Z</dcterms:created>
  <dcterms:modified xsi:type="dcterms:W3CDTF">2026-08-21T08:59:27Z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0x010100E7084B4A84C26347AD28B76965ED61FA</vt:lpwstr>
  </property>
</Properties>
</file>